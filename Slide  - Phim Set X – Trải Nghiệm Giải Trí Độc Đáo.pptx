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5" Type="http://schemas.openxmlformats.org/officeDocument/2006/relationships/font" Target="fonts/Roboto-boldItalic.fntdata"/><Relationship Id="rId14"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1f5e79e02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1f5e79e02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1f5e79e02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1f5e79e02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1f5e79e02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1f5e79e02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5fe9204e3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5fe9204e3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f30009d4d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f30009d4d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s://docs.google.com/drawings/d/1vTkLNOlJmgB1ChELv2JwlnQFnsXtLP6XnwRYYpm16eM" TargetMode="External"/><Relationship Id="rId10" Type="http://schemas.openxmlformats.org/officeDocument/2006/relationships/hyperlink" Target="https://docs.google.com/presentation/d/1sMK9EpC94khKW0C9fSn_jgdMLAqtxAT_1bpZTJyFu-w" TargetMode="External"/><Relationship Id="rId13" Type="http://schemas.openxmlformats.org/officeDocument/2006/relationships/hyperlink" Target="https://www.google.com/maps/d/edit?mid=1_KT1XoqNdQ5q8f7Ms4wB_RUgEQ0s6DE&amp;usp=sharing" TargetMode="External"/><Relationship Id="rId12" Type="http://schemas.openxmlformats.org/officeDocument/2006/relationships/hyperlink" Target="https://docs.google.com/spreadsheets/d/1fgpmuBtO64NbTjeCyUCu-NQL-nzlNg1kzPbEeL-1q7M"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phimsetx.top/" TargetMode="External"/><Relationship Id="rId4" Type="http://schemas.openxmlformats.org/officeDocument/2006/relationships/hyperlink" Target="https://phimsetx.top/" TargetMode="External"/><Relationship Id="rId9" Type="http://schemas.openxmlformats.org/officeDocument/2006/relationships/hyperlink" Target="https://drive.google.com/drive/folders/1YycwOUBloh0yunRBYjqynpgEsT2nKVxy" TargetMode="External"/><Relationship Id="rId15" Type="http://schemas.openxmlformats.org/officeDocument/2006/relationships/hyperlink" Target="https://phimsetx.top/" TargetMode="External"/><Relationship Id="rId14" Type="http://schemas.openxmlformats.org/officeDocument/2006/relationships/hyperlink" Target="https://sites.google.com/view/phimsetxtop1/home" TargetMode="External"/><Relationship Id="rId17" Type="http://schemas.openxmlformats.org/officeDocument/2006/relationships/hyperlink" Target="https://phimsetx.top/" TargetMode="External"/><Relationship Id="rId16" Type="http://schemas.openxmlformats.org/officeDocument/2006/relationships/hyperlink" Target="https://sunwinb.vip/" TargetMode="External"/><Relationship Id="rId5" Type="http://schemas.openxmlformats.org/officeDocument/2006/relationships/hyperlink" Target="https://drive.google.com/drive/folders/152p_LASesOz7R9WGC_ZugrWkXaclappC" TargetMode="External"/><Relationship Id="rId6" Type="http://schemas.openxmlformats.org/officeDocument/2006/relationships/hyperlink" Target="https://drive.google.com/drive/folders/1KtJptzZoSS9HenXFgDcUtwfd-ZcZk3ag" TargetMode="External"/><Relationship Id="rId18" Type="http://schemas.openxmlformats.org/officeDocument/2006/relationships/image" Target="../media/image1.jpg"/><Relationship Id="rId7" Type="http://schemas.openxmlformats.org/officeDocument/2006/relationships/hyperlink" Target="https://drive.google.com/drive/folders/1qfNGDPR5LfTRAap4ebB6mX0I0oePjZAw" TargetMode="External"/><Relationship Id="rId8" Type="http://schemas.openxmlformats.org/officeDocument/2006/relationships/hyperlink" Target="https://drive.google.com/drive/folders/1NNKswoL45Xv_WTFqqycbjjYFXGh41BB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0" Type="http://schemas.openxmlformats.org/officeDocument/2006/relationships/hyperlink" Target="https://www.nicovideo.jp/user/133102194" TargetMode="External"/><Relationship Id="rId190" Type="http://schemas.openxmlformats.org/officeDocument/2006/relationships/hyperlink" Target="https://iszene.com/user-226322.html" TargetMode="External"/><Relationship Id="rId42" Type="http://schemas.openxmlformats.org/officeDocument/2006/relationships/hyperlink" Target="https://band.us/band/95042262/intro" TargetMode="External"/><Relationship Id="rId41" Type="http://schemas.openxmlformats.org/officeDocument/2006/relationships/hyperlink" Target="https://www.credly.com/users/phimsetxtop/badges" TargetMode="External"/><Relationship Id="rId44" Type="http://schemas.openxmlformats.org/officeDocument/2006/relationships/hyperlink" Target="https://jsfiddle.net/6sdmgftj/" TargetMode="External"/><Relationship Id="rId194" Type="http://schemas.openxmlformats.org/officeDocument/2006/relationships/hyperlink" Target="https://biiut.com/phimsetxtop" TargetMode="External"/><Relationship Id="rId43" Type="http://schemas.openxmlformats.org/officeDocument/2006/relationships/hyperlink" Target="https://heylink.me/phimsetxtop" TargetMode="External"/><Relationship Id="rId193" Type="http://schemas.openxmlformats.org/officeDocument/2006/relationships/hyperlink" Target="https://www.robot-forum.com/user/160445-phimsetxtop/" TargetMode="External"/><Relationship Id="rId46" Type="http://schemas.openxmlformats.org/officeDocument/2006/relationships/hyperlink" Target="https://www.walkscore.com/people/200697930818/phimsetxtop" TargetMode="External"/><Relationship Id="rId192" Type="http://schemas.openxmlformats.org/officeDocument/2006/relationships/hyperlink" Target="https://forum.dmec.vn/index.php?members/phimsetxtop.61180/" TargetMode="External"/><Relationship Id="rId45" Type="http://schemas.openxmlformats.org/officeDocument/2006/relationships/hyperlink" Target="https://community.fabric.microsoft.com/t5/user/viewprofilepage/user-id/749749" TargetMode="External"/><Relationship Id="rId191" Type="http://schemas.openxmlformats.org/officeDocument/2006/relationships/hyperlink" Target="https://www.foroatletismo.com/foro/members/phimsetxtop.html" TargetMode="External"/><Relationship Id="rId48" Type="http://schemas.openxmlformats.org/officeDocument/2006/relationships/hyperlink" Target="https://telegra.ph/phimsetxtop-05-26" TargetMode="External"/><Relationship Id="rId187" Type="http://schemas.openxmlformats.org/officeDocument/2006/relationships/hyperlink" Target="https://because-gus.com/forums/participants/phimsetxtop/" TargetMode="External"/><Relationship Id="rId47" Type="http://schemas.openxmlformats.org/officeDocument/2006/relationships/hyperlink" Target="https://www.diigo.com/profile/phimsetxtop" TargetMode="External"/><Relationship Id="rId186" Type="http://schemas.openxmlformats.org/officeDocument/2006/relationships/hyperlink" Target="http://www.trainingpages.com/author/phimsetxtop/" TargetMode="External"/><Relationship Id="rId185" Type="http://schemas.openxmlformats.org/officeDocument/2006/relationships/hyperlink" Target="https://agoracom.com/members/phimsetxtop" TargetMode="External"/><Relationship Id="rId49" Type="http://schemas.openxmlformats.org/officeDocument/2006/relationships/hyperlink" Target="https://qiita.com/phimsetxtop" TargetMode="External"/><Relationship Id="rId184" Type="http://schemas.openxmlformats.org/officeDocument/2006/relationships/hyperlink" Target="https://connect.gt/user/phimsetxtop" TargetMode="External"/><Relationship Id="rId189" Type="http://schemas.openxmlformats.org/officeDocument/2006/relationships/hyperlink" Target="https://www.chaloke.com/forums/users/phimsetxtop/" TargetMode="External"/><Relationship Id="rId188" Type="http://schemas.openxmlformats.org/officeDocument/2006/relationships/hyperlink" Target="https://liulo.fm/phimsetxtop" TargetMode="External"/><Relationship Id="rId31" Type="http://schemas.openxmlformats.org/officeDocument/2006/relationships/hyperlink" Target="https://vws.vektor-inc.co.jp/forums/users/phimsetxtop" TargetMode="External"/><Relationship Id="rId30" Type="http://schemas.openxmlformats.org/officeDocument/2006/relationships/hyperlink" Target="https://500px.com/p/phimsetxtop" TargetMode="External"/><Relationship Id="rId33" Type="http://schemas.openxmlformats.org/officeDocument/2006/relationships/hyperlink" Target="https://phimsetxtop.gitbook.io/phimsetxtop" TargetMode="External"/><Relationship Id="rId183" Type="http://schemas.openxmlformats.org/officeDocument/2006/relationships/hyperlink" Target="https://rotorbuilds.com/profile/42538/" TargetMode="External"/><Relationship Id="rId32" Type="http://schemas.openxmlformats.org/officeDocument/2006/relationships/hyperlink" Target="https://www.producthunt.com/@phimsetxtop" TargetMode="External"/><Relationship Id="rId182" Type="http://schemas.openxmlformats.org/officeDocument/2006/relationships/hyperlink" Target="https://velopiter.spb.ru/profile/115019-phimsetxtop/?tab=field_core_pfield_1" TargetMode="External"/><Relationship Id="rId35" Type="http://schemas.openxmlformats.org/officeDocument/2006/relationships/hyperlink" Target="https://sketchfab.com/phimsetxtop" TargetMode="External"/><Relationship Id="rId181" Type="http://schemas.openxmlformats.org/officeDocument/2006/relationships/hyperlink" Target="https://tudomuaban.com/chi-tiet-rao-vat/2106974/phimsetxtop.html" TargetMode="External"/><Relationship Id="rId34" Type="http://schemas.openxmlformats.org/officeDocument/2006/relationships/hyperlink" Target="https://gitee.com/phimsetxtop" TargetMode="External"/><Relationship Id="rId180" Type="http://schemas.openxmlformats.org/officeDocument/2006/relationships/hyperlink" Target="https://circleten.org/a/292147" TargetMode="External"/><Relationship Id="rId37" Type="http://schemas.openxmlformats.org/officeDocument/2006/relationships/hyperlink" Target="https://www.reverbnation.com/phimsetxtop" TargetMode="External"/><Relationship Id="rId176" Type="http://schemas.openxmlformats.org/officeDocument/2006/relationships/hyperlink" Target="https://www.iniuria.us/forum/member.php?422366-go88vipro" TargetMode="External"/><Relationship Id="rId36" Type="http://schemas.openxmlformats.org/officeDocument/2006/relationships/hyperlink" Target="https://www.discogs.com/fr/user/phimsetxtop" TargetMode="External"/><Relationship Id="rId175" Type="http://schemas.openxmlformats.org/officeDocument/2006/relationships/hyperlink" Target="https://www.nintendo-master.com/profil/phimsetxtop" TargetMode="External"/><Relationship Id="rId39" Type="http://schemas.openxmlformats.org/officeDocument/2006/relationships/hyperlink" Target="https://public.tableau.com/app/profile/phim.set.x.tr.i.nghi.m.gi.i.tr.c.o/vizzes" TargetMode="External"/><Relationship Id="rId174" Type="http://schemas.openxmlformats.org/officeDocument/2006/relationships/hyperlink" Target="https://www.circleme.com/phimsetxtop" TargetMode="External"/><Relationship Id="rId38" Type="http://schemas.openxmlformats.org/officeDocument/2006/relationships/hyperlink" Target="https://fliphtml5.com/homepage/izoou" TargetMode="External"/><Relationship Id="rId173" Type="http://schemas.openxmlformats.org/officeDocument/2006/relationships/hyperlink" Target="https://help.orrs.de/user/phimsetxtop" TargetMode="External"/><Relationship Id="rId179" Type="http://schemas.openxmlformats.org/officeDocument/2006/relationships/hyperlink" Target="https://dreevoo.com/profile.php?pid=642638" TargetMode="External"/><Relationship Id="rId178" Type="http://schemas.openxmlformats.org/officeDocument/2006/relationships/hyperlink" Target="http://www.fanart-central.net/user/phimsetxtop/profile" TargetMode="External"/><Relationship Id="rId177" Type="http://schemas.openxmlformats.org/officeDocument/2006/relationships/hyperlink" Target="https://www.babyweb.cz/uzivatele/s6656b10b7e4f6" TargetMode="External"/><Relationship Id="rId20" Type="http://schemas.openxmlformats.org/officeDocument/2006/relationships/hyperlink" Target="https://vimeo.com/phimsetxtop" TargetMode="External"/><Relationship Id="rId22" Type="http://schemas.openxmlformats.org/officeDocument/2006/relationships/hyperlink" Target="https://gravatar.com/phimsetxtop1" TargetMode="External"/><Relationship Id="rId21" Type="http://schemas.openxmlformats.org/officeDocument/2006/relationships/hyperlink" Target="https://www.blogger.com/profile/00129969832412760957" TargetMode="External"/><Relationship Id="rId24" Type="http://schemas.openxmlformats.org/officeDocument/2006/relationships/hyperlink" Target="https://profile.hatena.ne.jp/phimsetxtop/" TargetMode="External"/><Relationship Id="rId23" Type="http://schemas.openxmlformats.org/officeDocument/2006/relationships/hyperlink" Target="https://www.openstreetmap.org/user/phimsetxtop" TargetMode="External"/><Relationship Id="rId26" Type="http://schemas.openxmlformats.org/officeDocument/2006/relationships/hyperlink" Target="https://disqus.com/by/phimsetxtop/about/" TargetMode="External"/><Relationship Id="rId25" Type="http://schemas.openxmlformats.org/officeDocument/2006/relationships/hyperlink" Target="https://issuu.com/phimsetxtop" TargetMode="External"/><Relationship Id="rId28" Type="http://schemas.openxmlformats.org/officeDocument/2006/relationships/hyperlink" Target="https://www.mixcloud.com/phimsetxtop/" TargetMode="External"/><Relationship Id="rId27" Type="http://schemas.openxmlformats.org/officeDocument/2006/relationships/hyperlink" Target="https://about.me/phimsetxtop" TargetMode="External"/><Relationship Id="rId29" Type="http://schemas.openxmlformats.org/officeDocument/2006/relationships/hyperlink" Target="https://hub.docker.com/u/phimsetxtop" TargetMode="External"/><Relationship Id="rId11" Type="http://schemas.openxmlformats.org/officeDocument/2006/relationships/hyperlink" Target="https://gitlab.pavlovia.org/phimsetxtop" TargetMode="External"/><Relationship Id="rId10" Type="http://schemas.openxmlformats.org/officeDocument/2006/relationships/hyperlink" Target="https://git.metabarcoding.org/phimsetxtop" TargetMode="External"/><Relationship Id="rId13" Type="http://schemas.openxmlformats.org/officeDocument/2006/relationships/hyperlink" Target="https://archive.org/details/@phimsetxtop" TargetMode="External"/><Relationship Id="rId12" Type="http://schemas.openxmlformats.org/officeDocument/2006/relationships/hyperlink" Target="https://www.akaqa.com/account/profile/19191642513" TargetMode="External"/><Relationship Id="rId15" Type="http://schemas.openxmlformats.org/officeDocument/2006/relationships/hyperlink" Target="https://www.addonface.com/phimsetxtop" TargetMode="External"/><Relationship Id="rId198" Type="http://schemas.openxmlformats.org/officeDocument/2006/relationships/hyperlink" Target="https://raovat.nhadat.vn/members/phimsetxtop-108094.html" TargetMode="External"/><Relationship Id="rId14" Type="http://schemas.openxmlformats.org/officeDocument/2006/relationships/hyperlink" Target="https://code.datasciencedojo.com/phimsetxtop" TargetMode="External"/><Relationship Id="rId197" Type="http://schemas.openxmlformats.org/officeDocument/2006/relationships/hyperlink" Target="https://vietfones.vn/forum/members/phimsetxtop.246874/" TargetMode="External"/><Relationship Id="rId17" Type="http://schemas.openxmlformats.org/officeDocument/2006/relationships/hyperlink" Target="https://www.arabnet.me/english/startups/phimsetxtop" TargetMode="External"/><Relationship Id="rId196" Type="http://schemas.openxmlformats.org/officeDocument/2006/relationships/hyperlink" Target="https://6giay.vn/members/phimsetxtop.73601/" TargetMode="External"/><Relationship Id="rId16" Type="http://schemas.openxmlformats.org/officeDocument/2006/relationships/hyperlink" Target="http://genina.com/user/editDone/4308510.page" TargetMode="External"/><Relationship Id="rId195" Type="http://schemas.openxmlformats.org/officeDocument/2006/relationships/hyperlink" Target="https://mecabricks.com/en/user/phimsetxtop" TargetMode="External"/><Relationship Id="rId19" Type="http://schemas.openxmlformats.org/officeDocument/2006/relationships/hyperlink" Target="https://colab.research.google.com/drive/1PhTynu0oInxc_OXOF_vQgMTUDX1r9EvH?usp=sharing" TargetMode="External"/><Relationship Id="rId18" Type="http://schemas.openxmlformats.org/officeDocument/2006/relationships/hyperlink" Target="https://x.com/phimsetxtop1" TargetMode="External"/><Relationship Id="rId199" Type="http://schemas.openxmlformats.org/officeDocument/2006/relationships/hyperlink" Target="http://test.sozapag.ru/forum/user/239986/" TargetMode="External"/><Relationship Id="rId84" Type="http://schemas.openxmlformats.org/officeDocument/2006/relationships/hyperlink" Target="https://fileforum.com/profile/phimsetxtop" TargetMode="External"/><Relationship Id="rId83" Type="http://schemas.openxmlformats.org/officeDocument/2006/relationships/hyperlink" Target="https://www.divephotoguide.com/user/phimsetxtop" TargetMode="External"/><Relationship Id="rId86" Type="http://schemas.openxmlformats.org/officeDocument/2006/relationships/hyperlink" Target="https://experiment.com/users/pphimsetxtop" TargetMode="External"/><Relationship Id="rId85" Type="http://schemas.openxmlformats.org/officeDocument/2006/relationships/hyperlink" Target="https://my.desktopnexus.com/phimsetxtop/" TargetMode="External"/><Relationship Id="rId88" Type="http://schemas.openxmlformats.org/officeDocument/2006/relationships/hyperlink" Target="https://www.anobii.com/en/01b54698cc2a653989/profile/activity" TargetMode="External"/><Relationship Id="rId150" Type="http://schemas.openxmlformats.org/officeDocument/2006/relationships/hyperlink" Target="https://pairup.makers.tech/en/phimsetxt" TargetMode="External"/><Relationship Id="rId87" Type="http://schemas.openxmlformats.org/officeDocument/2006/relationships/hyperlink" Target="https://www.gaiaonline.com/profiles/phimsetxtop/46696914/" TargetMode="External"/><Relationship Id="rId89" Type="http://schemas.openxmlformats.org/officeDocument/2006/relationships/hyperlink" Target="https://forums.alliedmods.net/member.php?u=371707" TargetMode="External"/><Relationship Id="rId80" Type="http://schemas.openxmlformats.org/officeDocument/2006/relationships/hyperlink" Target="https://photoclub.canadiangeographic.ca/profile/21271956" TargetMode="External"/><Relationship Id="rId82" Type="http://schemas.openxmlformats.org/officeDocument/2006/relationships/hyperlink" Target="https://www.gta5-mods.com/users/phimsetxtop" TargetMode="External"/><Relationship Id="rId81" Type="http://schemas.openxmlformats.org/officeDocument/2006/relationships/hyperlink" Target="https://pastelink.net/httpsphimsetxtop" TargetMode="External"/><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facebook.com/phimsetxtop" TargetMode="External"/><Relationship Id="rId149" Type="http://schemas.openxmlformats.org/officeDocument/2006/relationships/hyperlink" Target="https://nextion.tech/forums/users/phimsetxtop/" TargetMode="External"/><Relationship Id="rId4" Type="http://schemas.openxmlformats.org/officeDocument/2006/relationships/hyperlink" Target="https://phimsetxtop.bandcamp.com/album/phimsetxtop" TargetMode="External"/><Relationship Id="rId148" Type="http://schemas.openxmlformats.org/officeDocument/2006/relationships/hyperlink" Target="http://www.video-bookmark.com/user/phimsetxtop/" TargetMode="External"/><Relationship Id="rId9" Type="http://schemas.openxmlformats.org/officeDocument/2006/relationships/hyperlink" Target="https://lab.quickbox.io/phimsetxtop" TargetMode="External"/><Relationship Id="rId143" Type="http://schemas.openxmlformats.org/officeDocument/2006/relationships/hyperlink" Target="https://demo.wowonder.com/phimsetxtop" TargetMode="External"/><Relationship Id="rId142" Type="http://schemas.openxmlformats.org/officeDocument/2006/relationships/hyperlink" Target="https://www.beamng.com/members/phimsetxtop.609418/" TargetMode="External"/><Relationship Id="rId141" Type="http://schemas.openxmlformats.org/officeDocument/2006/relationships/hyperlink" Target="https://graphcommons.com/u/phimsetxtop" TargetMode="External"/><Relationship Id="rId140" Type="http://schemas.openxmlformats.org/officeDocument/2006/relationships/hyperlink" Target="https://www.rctech.net/forum/members/phimsetxtop-374269.html" TargetMode="External"/><Relationship Id="rId5" Type="http://schemas.openxmlformats.org/officeDocument/2006/relationships/hyperlink" Target="https://www.furaffinity.net/user/phimsetxtop/" TargetMode="External"/><Relationship Id="rId147" Type="http://schemas.openxmlformats.org/officeDocument/2006/relationships/hyperlink" Target="https://manylink.co/@phimsetxtop" TargetMode="External"/><Relationship Id="rId6" Type="http://schemas.openxmlformats.org/officeDocument/2006/relationships/hyperlink" Target="https://www.bandlab.com/phimsetxtop" TargetMode="External"/><Relationship Id="rId146" Type="http://schemas.openxmlformats.org/officeDocument/2006/relationships/hyperlink" Target="https://lwccareers.lindsey.edu/profiles/4730252-phim-set-x-tr-i-nghi-m-gi-i-tri-d-c-dao" TargetMode="External"/><Relationship Id="rId7" Type="http://schemas.openxmlformats.org/officeDocument/2006/relationships/hyperlink" Target="https://start.me/p/7PvPrv/phimsetxtop" TargetMode="External"/><Relationship Id="rId145" Type="http://schemas.openxmlformats.org/officeDocument/2006/relationships/hyperlink" Target="https://forum.trackandfieldnews.com/member/493331-phimsetxtop" TargetMode="External"/><Relationship Id="rId8" Type="http://schemas.openxmlformats.org/officeDocument/2006/relationships/hyperlink" Target="https://www.bigoven.com/user/phimsetxtop" TargetMode="External"/><Relationship Id="rId144" Type="http://schemas.openxmlformats.org/officeDocument/2006/relationships/hyperlink" Target="https://www.fz.se/medlem/347928" TargetMode="External"/><Relationship Id="rId73" Type="http://schemas.openxmlformats.org/officeDocument/2006/relationships/hyperlink" Target="https://app.roll20.net/users/13378234/phimsetxtop" TargetMode="External"/><Relationship Id="rId72" Type="http://schemas.openxmlformats.org/officeDocument/2006/relationships/hyperlink" Target="https://app.net/profile/phimsetxtop" TargetMode="External"/><Relationship Id="rId75" Type="http://schemas.openxmlformats.org/officeDocument/2006/relationships/hyperlink" Target="https://www.fundable.com/phim-set-x-trai-nghiem-giai-tri-doc-dao" TargetMode="External"/><Relationship Id="rId74" Type="http://schemas.openxmlformats.org/officeDocument/2006/relationships/hyperlink" Target="https://hypothes.is/users/phimsetxtop" TargetMode="External"/><Relationship Id="rId77" Type="http://schemas.openxmlformats.org/officeDocument/2006/relationships/hyperlink" Target="https://www.renderosity.com/users/id:1500710" TargetMode="External"/><Relationship Id="rId76" Type="http://schemas.openxmlformats.org/officeDocument/2006/relationships/hyperlink" Target="https://community.arlo.com/t5/user/viewprofilepage/user-id/969587" TargetMode="External"/><Relationship Id="rId79" Type="http://schemas.openxmlformats.org/officeDocument/2006/relationships/hyperlink" Target="https://www.longisland.com/profile/phimsetxtop" TargetMode="External"/><Relationship Id="rId78" Type="http://schemas.openxmlformats.org/officeDocument/2006/relationships/hyperlink" Target="https://www.speedrun.com/users/phimsetxtop" TargetMode="External"/><Relationship Id="rId71" Type="http://schemas.openxmlformats.org/officeDocument/2006/relationships/hyperlink" Target="https://varecha.pravda.sk/profil/phimsetxtop/o-mne/" TargetMode="External"/><Relationship Id="rId70" Type="http://schemas.openxmlformats.org/officeDocument/2006/relationships/hyperlink" Target="https://stocktwits.com/phimsetxtop" TargetMode="External"/><Relationship Id="rId139" Type="http://schemas.openxmlformats.org/officeDocument/2006/relationships/hyperlink" Target="https://nhattao.com/members/phimsetxtop.6534466/" TargetMode="External"/><Relationship Id="rId138" Type="http://schemas.openxmlformats.org/officeDocument/2006/relationships/hyperlink" Target="https://myapple.pl/users/449931-phimsetxtop" TargetMode="External"/><Relationship Id="rId137" Type="http://schemas.openxmlformats.org/officeDocument/2006/relationships/hyperlink" Target="https://js.checkio.org/class/demo-class-phimsetxtop/" TargetMode="External"/><Relationship Id="rId132" Type="http://schemas.openxmlformats.org/officeDocument/2006/relationships/hyperlink" Target="https://ourairports.com/members/phimsetxtop/" TargetMode="External"/><Relationship Id="rId131" Type="http://schemas.openxmlformats.org/officeDocument/2006/relationships/hyperlink" Target="https://www.proarti.fr/account/phimsetxtop" TargetMode="External"/><Relationship Id="rId130" Type="http://schemas.openxmlformats.org/officeDocument/2006/relationships/hyperlink" Target="http://www.travelful.net/location/5452299/vietnam/phimsetxtop" TargetMode="External"/><Relationship Id="rId136" Type="http://schemas.openxmlformats.org/officeDocument/2006/relationships/hyperlink" Target="https://py.checkio.org/class/demo-class-phimsetxtop/" TargetMode="External"/><Relationship Id="rId135" Type="http://schemas.openxmlformats.org/officeDocument/2006/relationships/hyperlink" Target="https://www.rcuniverse.com/forum/members/phimsetxtop.html" TargetMode="External"/><Relationship Id="rId134" Type="http://schemas.openxmlformats.org/officeDocument/2006/relationships/hyperlink" Target="https://www.huntingnet.com/forum/members/phimsetxtop.html" TargetMode="External"/><Relationship Id="rId133" Type="http://schemas.openxmlformats.org/officeDocument/2006/relationships/hyperlink" Target="https://www.babelcube.com/user/phim-set-x-trai-nghiem-giai-tri-doc-dao" TargetMode="External"/><Relationship Id="rId62" Type="http://schemas.openxmlformats.org/officeDocument/2006/relationships/hyperlink" Target="https://www.spigotmc.org/members/phimsetxtop.2035007/" TargetMode="External"/><Relationship Id="rId61" Type="http://schemas.openxmlformats.org/officeDocument/2006/relationships/hyperlink" Target="https://www.kfz-betrieb.vogel.de/community/user/phimsetxtop" TargetMode="External"/><Relationship Id="rId64" Type="http://schemas.openxmlformats.org/officeDocument/2006/relationships/hyperlink" Target="https://files.fm/phimsetxtop/info" TargetMode="External"/><Relationship Id="rId63" Type="http://schemas.openxmlformats.org/officeDocument/2006/relationships/hyperlink" Target="https://newspicks.com/user/10312015" TargetMode="External"/><Relationship Id="rId66" Type="http://schemas.openxmlformats.org/officeDocument/2006/relationships/hyperlink" Target="https://www.wpgmaps.com/forums/users/phimsetxtop/" TargetMode="External"/><Relationship Id="rId172" Type="http://schemas.openxmlformats.org/officeDocument/2006/relationships/hyperlink" Target="https://www.notebook.ai/@phimsetxtop" TargetMode="External"/><Relationship Id="rId65" Type="http://schemas.openxmlformats.org/officeDocument/2006/relationships/hyperlink" Target="https://socialtrain.stage.lithium.com/t5/user/viewprofilepage/user-id/64999" TargetMode="External"/><Relationship Id="rId171" Type="http://schemas.openxmlformats.org/officeDocument/2006/relationships/hyperlink" Target="https://careers.gita.org/profiles/4735452-phimsetx-top" TargetMode="External"/><Relationship Id="rId68" Type="http://schemas.openxmlformats.org/officeDocument/2006/relationships/hyperlink" Target="https://app.scholasticahq.com/scholars/290744-phim-set-x-tr-i-nghi-m-gi-i-tri-d-c-dao" TargetMode="External"/><Relationship Id="rId170" Type="http://schemas.openxmlformats.org/officeDocument/2006/relationships/hyperlink" Target="http://phimsetxtop.minitokyo.net/" TargetMode="External"/><Relationship Id="rId67" Type="http://schemas.openxmlformats.org/officeDocument/2006/relationships/hyperlink" Target="https://gifyu.com/phimsetxtop" TargetMode="External"/><Relationship Id="rId60" Type="http://schemas.openxmlformats.org/officeDocument/2006/relationships/hyperlink" Target="https://pxhere.com/en/photographer-me/4267700" TargetMode="External"/><Relationship Id="rId165" Type="http://schemas.openxmlformats.org/officeDocument/2006/relationships/hyperlink" Target="https://www.yabookscentral.com/members/phimsetxtop/profile/" TargetMode="External"/><Relationship Id="rId69" Type="http://schemas.openxmlformats.org/officeDocument/2006/relationships/hyperlink" Target="https://community.alteryx.com/t5/user/viewprofilepage/user-id/585607" TargetMode="External"/><Relationship Id="rId164" Type="http://schemas.openxmlformats.org/officeDocument/2006/relationships/hyperlink" Target="https://samkey.org/forum/member.php?289761-phimsetxtop" TargetMode="External"/><Relationship Id="rId163" Type="http://schemas.openxmlformats.org/officeDocument/2006/relationships/hyperlink" Target="https://www.ohay.tv/profile/phimsetxtop" TargetMode="External"/><Relationship Id="rId162" Type="http://schemas.openxmlformats.org/officeDocument/2006/relationships/hyperlink" Target="https://www.utherverse.com/Net/profile/view_profile.aspx?MemberId=104977549" TargetMode="External"/><Relationship Id="rId169" Type="http://schemas.openxmlformats.org/officeDocument/2006/relationships/hyperlink" Target="https://www.fantasyplanet.cz/diskuzni-fora/users/phimsetxtop/" TargetMode="External"/><Relationship Id="rId168" Type="http://schemas.openxmlformats.org/officeDocument/2006/relationships/hyperlink" Target="https://www.riptapparel.com/pages/member?phimsetxtop" TargetMode="External"/><Relationship Id="rId167" Type="http://schemas.openxmlformats.org/officeDocument/2006/relationships/hyperlink" Target="https://www.angrybirdsnest.com/members/phimsetxtop/profile/" TargetMode="External"/><Relationship Id="rId166" Type="http://schemas.openxmlformats.org/officeDocument/2006/relationships/hyperlink" Target="https://musziq.com/community/profile/phimsetxtop/" TargetMode="External"/><Relationship Id="rId51" Type="http://schemas.openxmlformats.org/officeDocument/2006/relationships/hyperlink" Target="https://forum.acronis.com/it/user/662879" TargetMode="External"/><Relationship Id="rId50" Type="http://schemas.openxmlformats.org/officeDocument/2006/relationships/hyperlink" Target="https://wakelet.com/@phimsetxtop" TargetMode="External"/><Relationship Id="rId53" Type="http://schemas.openxmlformats.org/officeDocument/2006/relationships/hyperlink" Target="https://hashnode.com/@phimsetxtop" TargetMode="External"/><Relationship Id="rId52" Type="http://schemas.openxmlformats.org/officeDocument/2006/relationships/hyperlink" Target="https://www.magcloud.com/user/phimsetxtop" TargetMode="External"/><Relationship Id="rId55" Type="http://schemas.openxmlformats.org/officeDocument/2006/relationships/hyperlink" Target="https://www.beatstars.com/phimsetxtop/about" TargetMode="External"/><Relationship Id="rId161" Type="http://schemas.openxmlformats.org/officeDocument/2006/relationships/hyperlink" Target="https://opentutorials.org/profile/165669" TargetMode="External"/><Relationship Id="rId54" Type="http://schemas.openxmlformats.org/officeDocument/2006/relationships/hyperlink" Target="https://hubpages.com/@phimsetxtop" TargetMode="External"/><Relationship Id="rId160" Type="http://schemas.openxmlformats.org/officeDocument/2006/relationships/hyperlink" Target="https://lifeinsys.com/user/phimsetxtop" TargetMode="External"/><Relationship Id="rId57" Type="http://schemas.openxmlformats.org/officeDocument/2006/relationships/hyperlink" Target="https://myanimelist.net/profile/phimsetxtop" TargetMode="External"/><Relationship Id="rId56" Type="http://schemas.openxmlformats.org/officeDocument/2006/relationships/hyperlink" Target="https://pubhtml5.com/homepage/iahik/" TargetMode="External"/><Relationship Id="rId159" Type="http://schemas.openxmlformats.org/officeDocument/2006/relationships/hyperlink" Target="https://f319.com/members/phimsetxtop.845777/" TargetMode="External"/><Relationship Id="rId59" Type="http://schemas.openxmlformats.org/officeDocument/2006/relationships/hyperlink" Target="https://www.elephantjournal.com/profile/phimsetxtop/" TargetMode="External"/><Relationship Id="rId154" Type="http://schemas.openxmlformats.org/officeDocument/2006/relationships/hyperlink" Target="https://www.clickasnap.com/profile/phimsetxtop" TargetMode="External"/><Relationship Id="rId58" Type="http://schemas.openxmlformats.org/officeDocument/2006/relationships/hyperlink" Target="https://hackmd.io/@phimsetxtop/Hy4sdClE0" TargetMode="External"/><Relationship Id="rId153" Type="http://schemas.openxmlformats.org/officeDocument/2006/relationships/hyperlink" Target="https://www.funddreamer.com/users/phimsetxtop" TargetMode="External"/><Relationship Id="rId152" Type="http://schemas.openxmlformats.org/officeDocument/2006/relationships/hyperlink" Target="https://kitsu.io/users/1492619" TargetMode="External"/><Relationship Id="rId151" Type="http://schemas.openxmlformats.org/officeDocument/2006/relationships/hyperlink" Target="https://easyzoom.com/profile/205221/about" TargetMode="External"/><Relationship Id="rId158" Type="http://schemas.openxmlformats.org/officeDocument/2006/relationships/hyperlink" Target="https://muare.vn/shop/phimsetxtop/823364" TargetMode="External"/><Relationship Id="rId157" Type="http://schemas.openxmlformats.org/officeDocument/2006/relationships/hyperlink" Target="https://makeprojects.com/profile/phimsetxtop" TargetMode="External"/><Relationship Id="rId156" Type="http://schemas.openxmlformats.org/officeDocument/2006/relationships/hyperlink" Target="https://vnvista.com/hi/151256" TargetMode="External"/><Relationship Id="rId155" Type="http://schemas.openxmlformats.org/officeDocument/2006/relationships/hyperlink" Target="https://answerpail.com/index.php/user/phimsetxtop" TargetMode="External"/><Relationship Id="rId107" Type="http://schemas.openxmlformats.org/officeDocument/2006/relationships/hyperlink" Target="https://www.chordie.com/forum/profile.php?id=1964043" TargetMode="External"/><Relationship Id="rId106" Type="http://schemas.openxmlformats.org/officeDocument/2006/relationships/hyperlink" Target="https://www.mapleprimes.com/users/phimsetxtop" TargetMode="External"/><Relationship Id="rId105" Type="http://schemas.openxmlformats.org/officeDocument/2006/relationships/hyperlink" Target="https://www.dermandar.com/user/phimsetxtop/" TargetMode="External"/><Relationship Id="rId104" Type="http://schemas.openxmlformats.org/officeDocument/2006/relationships/hyperlink" Target="https://www.curioos.com/phimsetxtop" TargetMode="External"/><Relationship Id="rId109" Type="http://schemas.openxmlformats.org/officeDocument/2006/relationships/hyperlink" Target="https://community.m5stack.com/user/phimsetxtop" TargetMode="External"/><Relationship Id="rId108" Type="http://schemas.openxmlformats.org/officeDocument/2006/relationships/hyperlink" Target="https://qooh.me/phimsetxtop" TargetMode="External"/><Relationship Id="rId103" Type="http://schemas.openxmlformats.org/officeDocument/2006/relationships/hyperlink" Target="https://portfolium.com/phimsetxtop" TargetMode="External"/><Relationship Id="rId102" Type="http://schemas.openxmlformats.org/officeDocument/2006/relationships/hyperlink" Target="https://doodleordie.com/profile/phimsetxtop" TargetMode="External"/><Relationship Id="rId101" Type="http://schemas.openxmlformats.org/officeDocument/2006/relationships/hyperlink" Target="http://www.askmap.net/location/6923511/bahrain/phimsetxtop" TargetMode="External"/><Relationship Id="rId100" Type="http://schemas.openxmlformats.org/officeDocument/2006/relationships/hyperlink" Target="https://www.fimfiction.net/user/746504/phimsetxtop" TargetMode="External"/><Relationship Id="rId210" Type="http://schemas.openxmlformats.org/officeDocument/2006/relationships/hyperlink" Target="https://web.ggather.com/phimsetxtop" TargetMode="External"/><Relationship Id="rId129" Type="http://schemas.openxmlformats.org/officeDocument/2006/relationships/hyperlink" Target="https://www.hebergementweb.org/members/phimsetxtop.650259/" TargetMode="External"/><Relationship Id="rId128" Type="http://schemas.openxmlformats.org/officeDocument/2006/relationships/hyperlink" Target="https://www.flyingsolo.com.au/members/phimsetxtop/profile/" TargetMode="External"/><Relationship Id="rId127" Type="http://schemas.openxmlformats.org/officeDocument/2006/relationships/hyperlink" Target="https://www.bestadsontv.com/profile/468518/Phim-Set-X-Tri-Nghim-Gii-Tr-c-o" TargetMode="External"/><Relationship Id="rId126" Type="http://schemas.openxmlformats.org/officeDocument/2006/relationships/hyperlink" Target="https://community.stencyl.com/index.php?action=profile;u=1224514" TargetMode="External"/><Relationship Id="rId121" Type="http://schemas.openxmlformats.org/officeDocument/2006/relationships/hyperlink" Target="https://able2know.org/user/phimsetxtop/" TargetMode="External"/><Relationship Id="rId120" Type="http://schemas.openxmlformats.org/officeDocument/2006/relationships/hyperlink" Target="https://www.dibiz.com/smhlcmb" TargetMode="External"/><Relationship Id="rId125" Type="http://schemas.openxmlformats.org/officeDocument/2006/relationships/hyperlink" Target="https://www.jqwidgets.com/community/users/phimsetxtop/" TargetMode="External"/><Relationship Id="rId124" Type="http://schemas.openxmlformats.org/officeDocument/2006/relationships/hyperlink" Target="https://www.balatarin.com/users/phimsetxtop" TargetMode="External"/><Relationship Id="rId123" Type="http://schemas.openxmlformats.org/officeDocument/2006/relationships/hyperlink" Target="https://roomstyler.com/users/phimsetxtop" TargetMode="External"/><Relationship Id="rId122" Type="http://schemas.openxmlformats.org/officeDocument/2006/relationships/hyperlink" Target="https://inkbunny.net/phimsetxtop" TargetMode="External"/><Relationship Id="rId95" Type="http://schemas.openxmlformats.org/officeDocument/2006/relationships/hyperlink" Target="https://notabug.org/phimsetxtop" TargetMode="External"/><Relationship Id="rId94" Type="http://schemas.openxmlformats.org/officeDocument/2006/relationships/hyperlink" Target="https://www.bitsdujour.com/profiles/xRdhAi" TargetMode="External"/><Relationship Id="rId97" Type="http://schemas.openxmlformats.org/officeDocument/2006/relationships/hyperlink" Target="https://phimsetxtop.gallery.ru/" TargetMode="External"/><Relationship Id="rId96" Type="http://schemas.openxmlformats.org/officeDocument/2006/relationships/hyperlink" Target="https://worldcosplay.net/member/1770725" TargetMode="External"/><Relationship Id="rId99" Type="http://schemas.openxmlformats.org/officeDocument/2006/relationships/hyperlink" Target="http://hawkee.com/profile/6958204/" TargetMode="External"/><Relationship Id="rId98" Type="http://schemas.openxmlformats.org/officeDocument/2006/relationships/hyperlink" Target="https://git.qoto.org/phimsetxtop" TargetMode="External"/><Relationship Id="rId91" Type="http://schemas.openxmlformats.org/officeDocument/2006/relationships/hyperlink" Target="https://www.giveawayoftheday.com/forums/profile/190659" TargetMode="External"/><Relationship Id="rId90" Type="http://schemas.openxmlformats.org/officeDocument/2006/relationships/hyperlink" Target="https://ioby.org/users/smhlcmb842123" TargetMode="External"/><Relationship Id="rId93" Type="http://schemas.openxmlformats.org/officeDocument/2006/relationships/hyperlink" Target="https://wperp.com/users/phimsetxtop/" TargetMode="External"/><Relationship Id="rId92" Type="http://schemas.openxmlformats.org/officeDocument/2006/relationships/hyperlink" Target="http://www.rohitab.com/discuss/user/2195835-phimsetxtop/" TargetMode="External"/><Relationship Id="rId118" Type="http://schemas.openxmlformats.org/officeDocument/2006/relationships/hyperlink" Target="https://tuvan.bestmua.vn/dwqa-question/phimsetxtop2" TargetMode="External"/><Relationship Id="rId117" Type="http://schemas.openxmlformats.org/officeDocument/2006/relationships/hyperlink" Target="https://kktix.com/user/6055709" TargetMode="External"/><Relationship Id="rId116" Type="http://schemas.openxmlformats.org/officeDocument/2006/relationships/hyperlink" Target="https://filmow.com/usuario/phimsetxtop" TargetMode="External"/><Relationship Id="rId115" Type="http://schemas.openxmlformats.org/officeDocument/2006/relationships/hyperlink" Target="http://molbiol.ru/forums/index.php?showuser=1351849" TargetMode="External"/><Relationship Id="rId119" Type="http://schemas.openxmlformats.org/officeDocument/2006/relationships/hyperlink" Target="https://glose.com/u/phimsetxtop" TargetMode="External"/><Relationship Id="rId110" Type="http://schemas.openxmlformats.org/officeDocument/2006/relationships/hyperlink" Target="https://allmyfaves.com/phimsetxtop" TargetMode="External"/><Relationship Id="rId114" Type="http://schemas.openxmlformats.org/officeDocument/2006/relationships/hyperlink" Target="https://zumvu.com/phimsetxtop/" TargetMode="External"/><Relationship Id="rId113" Type="http://schemas.openxmlformats.org/officeDocument/2006/relationships/hyperlink" Target="https://www.facer.io/u/phimsetxtop" TargetMode="External"/><Relationship Id="rId112" Type="http://schemas.openxmlformats.org/officeDocument/2006/relationships/hyperlink" Target="https://bikeindex.org/users/phimsetxtop" TargetMode="External"/><Relationship Id="rId111" Type="http://schemas.openxmlformats.org/officeDocument/2006/relationships/hyperlink" Target="https://starity.hu/profil/451732-phimsetxtop/" TargetMode="External"/><Relationship Id="rId206" Type="http://schemas.openxmlformats.org/officeDocument/2006/relationships/hyperlink" Target="https://chimcanhviet.vn/forum/members/phimsetxtop.170190/" TargetMode="External"/><Relationship Id="rId205" Type="http://schemas.openxmlformats.org/officeDocument/2006/relationships/hyperlink" Target="https://nguoiquangbinh.net/forum/diendan/member.php?u=138190" TargetMode="External"/><Relationship Id="rId204" Type="http://schemas.openxmlformats.org/officeDocument/2006/relationships/hyperlink" Target="https://www.ilcirotano.it/annunci/author/phimsetxtop/" TargetMode="External"/><Relationship Id="rId203" Type="http://schemas.openxmlformats.org/officeDocument/2006/relationships/hyperlink" Target="https://glamorouslengths.com/author/phimsetxtop/" TargetMode="External"/><Relationship Id="rId209" Type="http://schemas.openxmlformats.org/officeDocument/2006/relationships/hyperlink" Target="https://hangoutshelp.net/user/phimsetxtop" TargetMode="External"/><Relationship Id="rId208" Type="http://schemas.openxmlformats.org/officeDocument/2006/relationships/hyperlink" Target="https://hukukevi.net/user/phimsetxtop" TargetMode="External"/><Relationship Id="rId207" Type="http://schemas.openxmlformats.org/officeDocument/2006/relationships/hyperlink" Target="https://www.homepokergames.com/vbforum/member.php?u=99961" TargetMode="External"/><Relationship Id="rId202" Type="http://schemas.openxmlformats.org/officeDocument/2006/relationships/hyperlink" Target="https://zb3.org/phimsetxtop/" TargetMode="External"/><Relationship Id="rId201" Type="http://schemas.openxmlformats.org/officeDocument/2006/relationships/hyperlink" Target="https://electrodb.ro/forums/users/phimsetxtop/" TargetMode="External"/><Relationship Id="rId200" Type="http://schemas.openxmlformats.org/officeDocument/2006/relationships/hyperlink" Target="https://forum.liquidbounce.net/user/phimsetxtop" TargetMode="External"/></Relationships>
</file>

<file path=ppt/slides/_rels/slide6.xml.rels><?xml version="1.0" encoding="UTF-8" standalone="yes"?><Relationships xmlns="http://schemas.openxmlformats.org/package/2006/relationships"><Relationship Id="rId40" Type="http://schemas.openxmlformats.org/officeDocument/2006/relationships/hyperlink" Target="https://phimsetxtop.onlc.be/" TargetMode="External"/><Relationship Id="rId42" Type="http://schemas.openxmlformats.org/officeDocument/2006/relationships/hyperlink" Target="https://phimsetxtop.onlc.ml/" TargetMode="External"/><Relationship Id="rId41" Type="http://schemas.openxmlformats.org/officeDocument/2006/relationships/hyperlink" Target="https://zb3.org/phimsetxtop1/" TargetMode="External"/><Relationship Id="rId44" Type="http://schemas.openxmlformats.org/officeDocument/2006/relationships/hyperlink" Target="http://www.truck-business.cz/profile/phimsetxtop/blog/2892-phim-set-x.html" TargetMode="External"/><Relationship Id="rId43" Type="http://schemas.openxmlformats.org/officeDocument/2006/relationships/hyperlink" Target="https://rant.li/phimsetxtop/" TargetMode="External"/><Relationship Id="rId45" Type="http://schemas.openxmlformats.org/officeDocument/2006/relationships/hyperlink" Target="https://click4r.com/posts/g/16974321/phim-set-x" TargetMode="External"/><Relationship Id="rId31" Type="http://schemas.openxmlformats.org/officeDocument/2006/relationships/hyperlink" Target="https://phimsetxtop.therestaurant.jp/" TargetMode="External"/><Relationship Id="rId30" Type="http://schemas.openxmlformats.org/officeDocument/2006/relationships/hyperlink" Target="https://phimsetxtop.onlc.fr/" TargetMode="External"/><Relationship Id="rId33" Type="http://schemas.openxmlformats.org/officeDocument/2006/relationships/hyperlink" Target="https://telescope.ac/phimsetxtop/uykmajqtkpgvldiozl14ms" TargetMode="External"/><Relationship Id="rId32" Type="http://schemas.openxmlformats.org/officeDocument/2006/relationships/hyperlink" Target="https://all4webs.com/phimsetxtop/home.htm?37374=12773" TargetMode="External"/><Relationship Id="rId35" Type="http://schemas.openxmlformats.org/officeDocument/2006/relationships/hyperlink" Target="https://jobhop.co.uk/blog/369132/phim-set-x" TargetMode="External"/><Relationship Id="rId34" Type="http://schemas.openxmlformats.org/officeDocument/2006/relationships/hyperlink" Target="https://phimsetxtop.websites.co.in/pages/phim-set-x/362170" TargetMode="External"/><Relationship Id="rId37" Type="http://schemas.openxmlformats.org/officeDocument/2006/relationships/hyperlink" Target="https://phimsetxtop1.onlc.eu/" TargetMode="External"/><Relationship Id="rId36" Type="http://schemas.openxmlformats.org/officeDocument/2006/relationships/hyperlink" Target="https://phimsetxtop.exblog.jp/" TargetMode="External"/><Relationship Id="rId39" Type="http://schemas.openxmlformats.org/officeDocument/2006/relationships/hyperlink" Target="https://personaljournal.ca/phimsetxtop1/" TargetMode="External"/><Relationship Id="rId38" Type="http://schemas.openxmlformats.org/officeDocument/2006/relationships/hyperlink" Target="https://youdontneedwp.com/phimsetxtop/phimsetxtop" TargetMode="External"/><Relationship Id="rId20" Type="http://schemas.openxmlformats.org/officeDocument/2006/relationships/hyperlink" Target="https://www.keepandshare.com/discuss3/13743/phim-set-x" TargetMode="External"/><Relationship Id="rId22" Type="http://schemas.openxmlformats.org/officeDocument/2006/relationships/hyperlink" Target="https://www.storeboard.com/blogs/crowdfunding/phimsetxtop/5779961" TargetMode="External"/><Relationship Id="rId21" Type="http://schemas.openxmlformats.org/officeDocument/2006/relationships/hyperlink" Target="https://phimsetxtop.storeinfo.jp/" TargetMode="External"/><Relationship Id="rId24" Type="http://schemas.openxmlformats.org/officeDocument/2006/relationships/hyperlink" Target="https://writeablog.net/gg84llotey" TargetMode="External"/><Relationship Id="rId23" Type="http://schemas.openxmlformats.org/officeDocument/2006/relationships/hyperlink" Target="https://postheaven.net/3rld5h3jef" TargetMode="External"/><Relationship Id="rId26" Type="http://schemas.openxmlformats.org/officeDocument/2006/relationships/hyperlink" Target="https://zenwriting.net/esewhsfzz0" TargetMode="External"/><Relationship Id="rId25" Type="http://schemas.openxmlformats.org/officeDocument/2006/relationships/hyperlink" Target="https://blogfreely.net/phimsetxtop/" TargetMode="External"/><Relationship Id="rId28" Type="http://schemas.openxmlformats.org/officeDocument/2006/relationships/hyperlink" Target="https://phimsetxtop.kktix.cc/" TargetMode="External"/><Relationship Id="rId27" Type="http://schemas.openxmlformats.org/officeDocument/2006/relationships/hyperlink" Target="https://phimsetxtop.theblog.me/" TargetMode="External"/><Relationship Id="rId29" Type="http://schemas.openxmlformats.org/officeDocument/2006/relationships/hyperlink" Target="https://uxfol.io/p/c85d3d8f/02eee151" TargetMode="External"/><Relationship Id="rId11" Type="http://schemas.openxmlformats.org/officeDocument/2006/relationships/hyperlink" Target="https://phimsetxtop.threadless.com/about?preview=true" TargetMode="External"/><Relationship Id="rId10" Type="http://schemas.openxmlformats.org/officeDocument/2006/relationships/hyperlink" Target="https://telegra.ph/Phim-Set-X--Tr%E1%BA%A1i-Nghi%C3%AAm-Giai-Tri-%C4%90%E1%BB%91c-%C4%90%E1%BA%A1o-06-02" TargetMode="External"/><Relationship Id="rId13" Type="http://schemas.openxmlformats.org/officeDocument/2006/relationships/hyperlink" Target="https://phimsetxtop.hashnode.dev/phim-set-x-trai-nghiem-giai-tri-doc-dao" TargetMode="External"/><Relationship Id="rId12" Type="http://schemas.openxmlformats.org/officeDocument/2006/relationships/hyperlink" Target="https://phimsetxtop.godaddysites.com/" TargetMode="External"/><Relationship Id="rId15" Type="http://schemas.openxmlformats.org/officeDocument/2006/relationships/hyperlink" Target="https://phimsetxtop.mypixieset.com/" TargetMode="External"/><Relationship Id="rId14" Type="http://schemas.openxmlformats.org/officeDocument/2006/relationships/hyperlink" Target="https://phimsetxtop.studio.site/" TargetMode="External"/><Relationship Id="rId17" Type="http://schemas.openxmlformats.org/officeDocument/2006/relationships/hyperlink" Target="https://phimsetxtop.blogspot.com/2024/06/phim-set-x-trai-nghiem-giai-tri-oc-ao.html" TargetMode="External"/><Relationship Id="rId16" Type="http://schemas.openxmlformats.org/officeDocument/2006/relationships/hyperlink" Target="https://phimsetxtop.shopinfo.jp/" TargetMode="External"/><Relationship Id="rId19" Type="http://schemas.openxmlformats.org/officeDocument/2006/relationships/hyperlink" Target="https://magic.ly/phimsetxtop/Phim-Set-X---Trai-Nghiem-Giai-Tri-DJoc-DJao" TargetMode="External"/><Relationship Id="rId18" Type="http://schemas.openxmlformats.org/officeDocument/2006/relationships/hyperlink" Target="https://phimsetxtop.doorkeeper.jp/" TargetMode="External"/><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sites.google.com/view/phimsetxtop/trang-chu" TargetMode="External"/><Relationship Id="rId4" Type="http://schemas.openxmlformats.org/officeDocument/2006/relationships/hyperlink" Target="https://www.liveinternet.ru/users/phimsetxtop1/post505577604//" TargetMode="External"/><Relationship Id="rId9" Type="http://schemas.openxmlformats.org/officeDocument/2006/relationships/hyperlink" Target="https://665befaa000e3.site123.me/" TargetMode="External"/><Relationship Id="rId5" Type="http://schemas.openxmlformats.org/officeDocument/2006/relationships/hyperlink" Target="https://phimsetxtop.webflow.io/" TargetMode="External"/><Relationship Id="rId6" Type="http://schemas.openxmlformats.org/officeDocument/2006/relationships/hyperlink" Target="https://phimsetxtop.gitbook.io/phimsetxtop" TargetMode="External"/><Relationship Id="rId7" Type="http://schemas.openxmlformats.org/officeDocument/2006/relationships/hyperlink" Target="https://phimsetxtop.amebaownd.com/" TargetMode="External"/><Relationship Id="rId8" Type="http://schemas.openxmlformats.org/officeDocument/2006/relationships/hyperlink" Target="https://phimsetxtop.pixnet.net/blog/post/15244054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0" y="0"/>
            <a:ext cx="8520600" cy="673500"/>
          </a:xfrm>
          <a:prstGeom prst="rect">
            <a:avLst/>
          </a:prstGeom>
        </p:spPr>
        <p:txBody>
          <a:bodyPr anchorCtr="0" anchor="b" bIns="91425" lIns="91425" spcFirstLastPara="1" rIns="91425" wrap="square" tIns="91425">
            <a:noAutofit/>
          </a:bodyPr>
          <a:lstStyle/>
          <a:p>
            <a:pPr indent="0" lvl="0" marL="0" rtl="0" algn="ctr">
              <a:lnSpc>
                <a:spcPct val="121000"/>
              </a:lnSpc>
              <a:spcBef>
                <a:spcPts val="2000"/>
              </a:spcBef>
              <a:spcAft>
                <a:spcPts val="0"/>
              </a:spcAft>
              <a:buClr>
                <a:schemeClr val="dk1"/>
              </a:buClr>
              <a:buSzPts val="1100"/>
              <a:buFont typeface="Arial"/>
              <a:buNone/>
            </a:pPr>
            <a:r>
              <a:rPr b="1" lang="vi" sz="1700"/>
              <a:t>Phim Set X – Trải Nghiệm Giải Trí Độc Đáo</a:t>
            </a:r>
            <a:endParaRPr b="1" sz="2300"/>
          </a:p>
        </p:txBody>
      </p:sp>
      <p:sp>
        <p:nvSpPr>
          <p:cNvPr id="55" name="Google Shape;55;p13"/>
          <p:cNvSpPr txBox="1"/>
          <p:nvPr/>
        </p:nvSpPr>
        <p:spPr>
          <a:xfrm>
            <a:off x="125775" y="673500"/>
            <a:ext cx="4644300" cy="2793000"/>
          </a:xfrm>
          <a:prstGeom prst="rect">
            <a:avLst/>
          </a:prstGeom>
          <a:no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Brand ( Thương Hiệu) : </a:t>
            </a:r>
            <a:r>
              <a:rPr lang="vi" sz="800" u="sng">
                <a:solidFill>
                  <a:srgbClr val="1155CC"/>
                </a:solidFill>
                <a:highlight>
                  <a:srgbClr val="FFFFFF"/>
                </a:highlight>
                <a:hlinkClick r:id="rId3">
                  <a:extLst>
                    <a:ext uri="{A12FA001-AC4F-418D-AE19-62706E023703}">
                      <ahyp:hlinkClr val="tx"/>
                    </a:ext>
                  </a:extLst>
                </a:hlinkClick>
              </a:rPr>
              <a:t>Phim Set x</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Địa chỉ : 13-433 Hẻm 433 Sư Vạn Hạnh, Phường 12, Quận 10, Thành phố Hồ Chí Minh, Việt Nam</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Email : contact@phimsetx.top</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Website : </a:t>
            </a:r>
            <a:r>
              <a:rPr lang="vi" sz="800" u="sng">
                <a:solidFill>
                  <a:srgbClr val="1155CC"/>
                </a:solidFill>
                <a:highlight>
                  <a:srgbClr val="FFFFFF"/>
                </a:highlight>
                <a:hlinkClick r:id="rId4">
                  <a:extLst>
                    <a:ext uri="{A12FA001-AC4F-418D-AE19-62706E023703}">
                      <ahyp:hlinkClr val="tx"/>
                    </a:ext>
                  </a:extLst>
                </a:hlinkClick>
              </a:rPr>
              <a:t>https://phimsetx.top/</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Google Drive Phim Set X : </a:t>
            </a:r>
            <a:r>
              <a:rPr lang="vi" sz="800" u="sng">
                <a:solidFill>
                  <a:srgbClr val="1155CC"/>
                </a:solidFill>
                <a:highlight>
                  <a:srgbClr val="FFFFFF"/>
                </a:highlight>
                <a:hlinkClick r:id="rId5">
                  <a:extLst>
                    <a:ext uri="{A12FA001-AC4F-418D-AE19-62706E023703}">
                      <ahyp:hlinkClr val="tx"/>
                    </a:ext>
                  </a:extLst>
                </a:hlinkClick>
              </a:rPr>
              <a:t>https://drive.google.com/drive/folders/152p_LASesOz7R9WGC_ZugrWkXaclappC</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Hình ảnh Phim Set X : </a:t>
            </a:r>
            <a:r>
              <a:rPr lang="vi" sz="800" u="sng">
                <a:solidFill>
                  <a:srgbClr val="1155CC"/>
                </a:solidFill>
                <a:highlight>
                  <a:srgbClr val="FFFFFF"/>
                </a:highlight>
                <a:hlinkClick r:id="rId6">
                  <a:extLst>
                    <a:ext uri="{A12FA001-AC4F-418D-AE19-62706E023703}">
                      <ahyp:hlinkClr val="tx"/>
                    </a:ext>
                  </a:extLst>
                </a:hlinkClick>
              </a:rPr>
              <a:t>https://drive.google.com/drive/folders/1KtJptzZoSS9HenXFgDcUtwfd-ZcZk3ag</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Google docs : </a:t>
            </a:r>
            <a:r>
              <a:rPr lang="vi" sz="800" u="sng">
                <a:solidFill>
                  <a:srgbClr val="1155CC"/>
                </a:solidFill>
                <a:highlight>
                  <a:srgbClr val="FFFFFF"/>
                </a:highlight>
                <a:hlinkClick r:id="rId7">
                  <a:extLst>
                    <a:ext uri="{A12FA001-AC4F-418D-AE19-62706E023703}">
                      <ahyp:hlinkClr val="tx"/>
                    </a:ext>
                  </a:extLst>
                </a:hlinkClick>
              </a:rPr>
              <a:t>https://drive.google.com/drive/folders/1qfNGDPR5LfTRAap4ebB6mX0I0oePjZAw</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Thông tin Phim Set X : </a:t>
            </a:r>
            <a:r>
              <a:rPr lang="vi" sz="800" u="sng">
                <a:solidFill>
                  <a:srgbClr val="1155CC"/>
                </a:solidFill>
                <a:highlight>
                  <a:srgbClr val="FFFFFF"/>
                </a:highlight>
                <a:hlinkClick r:id="rId8">
                  <a:extLst>
                    <a:ext uri="{A12FA001-AC4F-418D-AE19-62706E023703}">
                      <ahyp:hlinkClr val="tx"/>
                    </a:ext>
                  </a:extLst>
                </a:hlinkClick>
              </a:rPr>
              <a:t>https://drive.google.com/drive/folders/1NNKswoL45Xv_WTFqqycbjjYFXGh41BB5</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Form Phim Set X : </a:t>
            </a:r>
            <a:r>
              <a:rPr lang="vi" sz="800" u="sng">
                <a:solidFill>
                  <a:srgbClr val="1155CC"/>
                </a:solidFill>
                <a:highlight>
                  <a:srgbClr val="FFFFFF"/>
                </a:highlight>
                <a:hlinkClick r:id="rId9">
                  <a:extLst>
                    <a:ext uri="{A12FA001-AC4F-418D-AE19-62706E023703}">
                      <ahyp:hlinkClr val="tx"/>
                    </a:ext>
                  </a:extLst>
                </a:hlinkClick>
              </a:rPr>
              <a:t>https://drive.google.com/drive/folders/1YycwOUBloh0yunRBYjqynpgEsT2nKVxy</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Slide giới thiệu về Phim Set X : </a:t>
            </a:r>
            <a:r>
              <a:rPr lang="vi" sz="800" u="sng">
                <a:solidFill>
                  <a:srgbClr val="1155CC"/>
                </a:solidFill>
                <a:highlight>
                  <a:srgbClr val="FFFFFF"/>
                </a:highlight>
                <a:hlinkClick r:id="rId10">
                  <a:extLst>
                    <a:ext uri="{A12FA001-AC4F-418D-AE19-62706E023703}">
                      <ahyp:hlinkClr val="tx"/>
                    </a:ext>
                  </a:extLst>
                </a:hlinkClick>
              </a:rPr>
              <a:t>https://docs.google.com/presentation/d/1sMK9EpC94khKW0C9fSn_jgdMLAqtxAT_1bpZTJyFu-w</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Bảng vẽ Phim Set X : </a:t>
            </a:r>
            <a:r>
              <a:rPr lang="vi" sz="800" u="sng">
                <a:solidFill>
                  <a:srgbClr val="1155CC"/>
                </a:solidFill>
                <a:highlight>
                  <a:srgbClr val="FFFFFF"/>
                </a:highlight>
                <a:hlinkClick r:id="rId11">
                  <a:extLst>
                    <a:ext uri="{A12FA001-AC4F-418D-AE19-62706E023703}">
                      <ahyp:hlinkClr val="tx"/>
                    </a:ext>
                  </a:extLst>
                </a:hlinkClick>
              </a:rPr>
              <a:t>https://docs.google.com/drawings/d/1vTkLNOlJmgB1ChELv2JwlnQFnsXtLP6XnwRYYpm16eM</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File quản lý Phim Set X : </a:t>
            </a:r>
            <a:r>
              <a:rPr lang="vi" sz="800" u="sng">
                <a:solidFill>
                  <a:srgbClr val="1155CC"/>
                </a:solidFill>
                <a:highlight>
                  <a:srgbClr val="FFFFFF"/>
                </a:highlight>
                <a:hlinkClick r:id="rId12">
                  <a:extLst>
                    <a:ext uri="{A12FA001-AC4F-418D-AE19-62706E023703}">
                      <ahyp:hlinkClr val="tx"/>
                    </a:ext>
                  </a:extLst>
                </a:hlinkClick>
              </a:rPr>
              <a:t>https://docs.google.com/spreadsheets/d/1fgpmuBtO64NbTjeCyUCu-NQL-nzlNg1kzPbEeL-1q7M</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Google Mymaps : </a:t>
            </a:r>
            <a:r>
              <a:rPr lang="vi" sz="800" u="sng">
                <a:solidFill>
                  <a:srgbClr val="1155CC"/>
                </a:solidFill>
                <a:highlight>
                  <a:srgbClr val="FFFFFF"/>
                </a:highlight>
                <a:hlinkClick r:id="rId13">
                  <a:extLst>
                    <a:ext uri="{A12FA001-AC4F-418D-AE19-62706E023703}">
                      <ahyp:hlinkClr val="tx"/>
                    </a:ext>
                  </a:extLst>
                </a:hlinkClick>
              </a:rPr>
              <a:t>https://www.google.com/maps/d/edit?mid=1_KT1XoqNdQ5q8f7Ms4wB_RUgEQ0s6DE&amp;usp=sharing</a:t>
            </a:r>
            <a:r>
              <a:rPr lang="vi" sz="800">
                <a:solidFill>
                  <a:srgbClr val="202124"/>
                </a:solidFill>
                <a:highlight>
                  <a:srgbClr val="FFFFFF"/>
                </a:highlight>
              </a:rPr>
              <a:t> </a:t>
            </a:r>
            <a:endParaRPr sz="800">
              <a:solidFill>
                <a:srgbClr val="202124"/>
              </a:solidFill>
              <a:highlight>
                <a:srgbClr val="FFFFFF"/>
              </a:highlight>
            </a:endParaRPr>
          </a:p>
          <a:p>
            <a:pPr indent="-279400" lvl="0" marL="457200" rtl="0" algn="l">
              <a:spcBef>
                <a:spcPts val="0"/>
              </a:spcBef>
              <a:spcAft>
                <a:spcPts val="0"/>
              </a:spcAft>
              <a:buClr>
                <a:schemeClr val="dk1"/>
              </a:buClr>
              <a:buSzPts val="800"/>
              <a:buChar char="●"/>
            </a:pPr>
            <a:r>
              <a:rPr lang="vi" sz="800">
                <a:solidFill>
                  <a:srgbClr val="202124"/>
                </a:solidFill>
                <a:highlight>
                  <a:srgbClr val="FFFFFF"/>
                </a:highlight>
              </a:rPr>
              <a:t>Google site : </a:t>
            </a:r>
            <a:r>
              <a:rPr lang="vi" sz="800" u="sng">
                <a:solidFill>
                  <a:srgbClr val="1155CC"/>
                </a:solidFill>
                <a:highlight>
                  <a:srgbClr val="FFFFFF"/>
                </a:highlight>
                <a:hlinkClick r:id="rId14">
                  <a:extLst>
                    <a:ext uri="{A12FA001-AC4F-418D-AE19-62706E023703}">
                      <ahyp:hlinkClr val="tx"/>
                    </a:ext>
                  </a:extLst>
                </a:hlinkClick>
              </a:rPr>
              <a:t>https://sites.google.com/view/phimsetxtop1/home</a:t>
            </a:r>
            <a:r>
              <a:rPr lang="vi" sz="800">
                <a:solidFill>
                  <a:srgbClr val="202124"/>
                </a:solidFill>
                <a:highlight>
                  <a:srgbClr val="FFFFFF"/>
                </a:highlight>
              </a:rPr>
              <a:t> </a:t>
            </a:r>
            <a:endParaRPr sz="500">
              <a:solidFill>
                <a:srgbClr val="202124"/>
              </a:solidFill>
              <a:highlight>
                <a:srgbClr val="FFFFFF"/>
              </a:highlight>
            </a:endParaRPr>
          </a:p>
        </p:txBody>
      </p:sp>
      <p:sp>
        <p:nvSpPr>
          <p:cNvPr id="56" name="Google Shape;56;p13"/>
          <p:cNvSpPr txBox="1"/>
          <p:nvPr/>
        </p:nvSpPr>
        <p:spPr>
          <a:xfrm>
            <a:off x="266425" y="3412025"/>
            <a:ext cx="8844000" cy="1731600"/>
          </a:xfrm>
          <a:prstGeom prst="rect">
            <a:avLst/>
          </a:prstGeom>
          <a:noFill/>
          <a:ln>
            <a:noFill/>
          </a:ln>
        </p:spPr>
        <p:txBody>
          <a:bodyPr anchorCtr="0" anchor="t" bIns="91425" lIns="91425" spcFirstLastPara="1" rIns="91425" wrap="square" tIns="91425">
            <a:noAutofit/>
          </a:bodyPr>
          <a:lstStyle/>
          <a:p>
            <a:pPr indent="0" lvl="0" marL="0" rtl="0" algn="ctr">
              <a:lnSpc>
                <a:spcPct val="121000"/>
              </a:lnSpc>
              <a:spcBef>
                <a:spcPts val="2000"/>
              </a:spcBef>
              <a:spcAft>
                <a:spcPts val="0"/>
              </a:spcAft>
              <a:buClr>
                <a:schemeClr val="dk1"/>
              </a:buClr>
              <a:buSzPts val="1100"/>
              <a:buFont typeface="Arial"/>
              <a:buNone/>
            </a:pPr>
            <a:r>
              <a:t/>
            </a:r>
            <a:endParaRPr b="1" sz="1500">
              <a:solidFill>
                <a:schemeClr val="dk1"/>
              </a:solidFill>
            </a:endParaRPr>
          </a:p>
          <a:p>
            <a:pPr indent="0" lvl="0" marL="0" rtl="0" algn="ctr">
              <a:lnSpc>
                <a:spcPct val="121000"/>
              </a:lnSpc>
              <a:spcBef>
                <a:spcPts val="2000"/>
              </a:spcBef>
              <a:spcAft>
                <a:spcPts val="0"/>
              </a:spcAft>
              <a:buClr>
                <a:schemeClr val="dk1"/>
              </a:buClr>
              <a:buSzPts val="1100"/>
              <a:buFont typeface="Arial"/>
              <a:buNone/>
            </a:pPr>
            <a:r>
              <a:rPr b="1" lang="vi" sz="1700">
                <a:solidFill>
                  <a:schemeClr val="dk1"/>
                </a:solidFill>
              </a:rPr>
              <a:t>Phim Set X – Trải Nghiệm Giải Trí Độc Đáo</a:t>
            </a:r>
            <a:endParaRPr b="1" sz="1700">
              <a:solidFill>
                <a:schemeClr val="dk1"/>
              </a:solidFill>
            </a:endParaRPr>
          </a:p>
          <a:p>
            <a:pPr indent="0" lvl="0" marL="0" rtl="0" algn="ctr">
              <a:lnSpc>
                <a:spcPct val="115000"/>
              </a:lnSpc>
              <a:spcBef>
                <a:spcPts val="0"/>
              </a:spcBef>
              <a:spcAft>
                <a:spcPts val="0"/>
              </a:spcAft>
              <a:buClr>
                <a:schemeClr val="dk1"/>
              </a:buClr>
              <a:buSzPts val="1100"/>
              <a:buFont typeface="Arial"/>
              <a:buNone/>
            </a:pPr>
            <a:r>
              <a:rPr lang="vi" sz="900" u="sng">
                <a:solidFill>
                  <a:srgbClr val="1155CC"/>
                </a:solidFill>
                <a:hlinkClick r:id="rId15">
                  <a:extLst>
                    <a:ext uri="{A12FA001-AC4F-418D-AE19-62706E023703}">
                      <ahyp:hlinkClr val="tx"/>
                    </a:ext>
                  </a:extLst>
                </a:hlinkClick>
              </a:rPr>
              <a:t>Phim Set x</a:t>
            </a:r>
            <a:r>
              <a:rPr lang="vi" sz="900">
                <a:solidFill>
                  <a:schemeClr val="dk1"/>
                </a:solidFill>
              </a:rPr>
              <a:t> là trang web chuyên cung cấp các bộ phim người lớn với chất lượng cao và đa dạng loại hình live cá cược</a:t>
            </a:r>
            <a:endParaRPr b="1" sz="1000">
              <a:solidFill>
                <a:schemeClr val="dk1"/>
              </a:solidFill>
            </a:endParaRPr>
          </a:p>
          <a:p>
            <a:pPr indent="0" lvl="0" marL="0" rtl="0" algn="ctr">
              <a:lnSpc>
                <a:spcPct val="115000"/>
              </a:lnSpc>
              <a:spcBef>
                <a:spcPts val="1600"/>
              </a:spcBef>
              <a:spcAft>
                <a:spcPts val="0"/>
              </a:spcAft>
              <a:buClr>
                <a:schemeClr val="dk1"/>
              </a:buClr>
              <a:buSzPts val="1100"/>
              <a:buFont typeface="Arial"/>
              <a:buNone/>
            </a:pPr>
            <a:r>
              <a:rPr lang="vi" sz="1000">
                <a:solidFill>
                  <a:schemeClr val="dk1"/>
                </a:solidFill>
              </a:rPr>
              <a:t>Website:</a:t>
            </a:r>
            <a:r>
              <a:rPr lang="vi" sz="1000">
                <a:solidFill>
                  <a:schemeClr val="dk1"/>
                </a:solidFill>
                <a:uFill>
                  <a:noFill/>
                </a:uFill>
                <a:hlinkClick r:id="rId16">
                  <a:extLst>
                    <a:ext uri="{A12FA001-AC4F-418D-AE19-62706E023703}">
                      <ahyp:hlinkClr val="tx"/>
                    </a:ext>
                  </a:extLst>
                </a:hlinkClick>
              </a:rPr>
              <a:t> </a:t>
            </a:r>
            <a:r>
              <a:rPr b="1" lang="vi" sz="900" u="sng">
                <a:solidFill>
                  <a:schemeClr val="hlink"/>
                </a:solidFill>
                <a:hlinkClick r:id="rId17"/>
              </a:rPr>
              <a:t>https://phimsetx.top/</a:t>
            </a:r>
            <a:endParaRPr b="1" sz="1000">
              <a:solidFill>
                <a:schemeClr val="dk1"/>
              </a:solidFill>
            </a:endParaRPr>
          </a:p>
          <a:p>
            <a:pPr indent="0" lvl="0" marL="0" rtl="0" algn="l">
              <a:spcBef>
                <a:spcPts val="1600"/>
              </a:spcBef>
              <a:spcAft>
                <a:spcPts val="0"/>
              </a:spcAft>
              <a:buClr>
                <a:schemeClr val="dk1"/>
              </a:buClr>
              <a:buSzPts val="1100"/>
              <a:buFont typeface="Arial"/>
              <a:buNone/>
            </a:pPr>
            <a:r>
              <a:t/>
            </a:r>
            <a:endParaRPr b="1" sz="1850">
              <a:solidFill>
                <a:srgbClr val="ED070B"/>
              </a:solidFill>
              <a:highlight>
                <a:schemeClr val="lt1"/>
              </a:highlight>
              <a:latin typeface="Roboto"/>
              <a:ea typeface="Roboto"/>
              <a:cs typeface="Roboto"/>
              <a:sym typeface="Roboto"/>
            </a:endParaRPr>
          </a:p>
          <a:p>
            <a:pPr indent="0" lvl="0" marL="0" rtl="0" algn="just">
              <a:lnSpc>
                <a:spcPct val="115000"/>
              </a:lnSpc>
              <a:spcBef>
                <a:spcPts val="0"/>
              </a:spcBef>
              <a:spcAft>
                <a:spcPts val="1200"/>
              </a:spcAft>
              <a:buClr>
                <a:schemeClr val="dk1"/>
              </a:buClr>
              <a:buSzPts val="1100"/>
              <a:buFont typeface="Arial"/>
              <a:buNone/>
            </a:pPr>
            <a:r>
              <a:t/>
            </a:r>
            <a:endParaRPr b="1" sz="1850">
              <a:solidFill>
                <a:srgbClr val="ED070B"/>
              </a:solidFill>
              <a:highlight>
                <a:srgbClr val="FFFFFF"/>
              </a:highlight>
              <a:latin typeface="Roboto"/>
              <a:ea typeface="Roboto"/>
              <a:cs typeface="Roboto"/>
              <a:sym typeface="Roboto"/>
            </a:endParaRPr>
          </a:p>
        </p:txBody>
      </p:sp>
      <p:pic>
        <p:nvPicPr>
          <p:cNvPr id="57" name="Google Shape;57;p13"/>
          <p:cNvPicPr preferRelativeResize="0"/>
          <p:nvPr/>
        </p:nvPicPr>
        <p:blipFill rotWithShape="1">
          <a:blip r:embed="rId18">
            <a:alphaModFix/>
          </a:blip>
          <a:srcRect b="0" l="0" r="0" t="0"/>
          <a:stretch/>
        </p:blipFill>
        <p:spPr>
          <a:xfrm>
            <a:off x="4922475" y="825900"/>
            <a:ext cx="3141075" cy="3141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0" y="281225"/>
            <a:ext cx="8520600" cy="939900"/>
          </a:xfrm>
          <a:prstGeom prst="rect">
            <a:avLst/>
          </a:prstGeom>
        </p:spPr>
        <p:txBody>
          <a:bodyPr anchorCtr="0" anchor="b" bIns="91425" lIns="91425" spcFirstLastPara="1" rIns="91425" wrap="square" tIns="91425">
            <a:noAutofit/>
          </a:bodyPr>
          <a:lstStyle/>
          <a:p>
            <a:pPr indent="0" lvl="0" marL="0" rtl="0" algn="ctr">
              <a:lnSpc>
                <a:spcPct val="130000"/>
              </a:lnSpc>
              <a:spcBef>
                <a:spcPts val="0"/>
              </a:spcBef>
              <a:spcAft>
                <a:spcPts val="900"/>
              </a:spcAft>
              <a:buNone/>
            </a:pPr>
            <a:r>
              <a:rPr b="1" lang="vi" sz="2100"/>
              <a:t>Phim Set X – Trải Nghiệm Giải Trí Độc Đáo</a:t>
            </a:r>
            <a:endParaRPr b="1" sz="6300"/>
          </a:p>
        </p:txBody>
      </p:sp>
      <p:sp>
        <p:nvSpPr>
          <p:cNvPr id="63" name="Google Shape;63;p14"/>
          <p:cNvSpPr txBox="1"/>
          <p:nvPr>
            <p:ph idx="1" type="subTitle"/>
          </p:nvPr>
        </p:nvSpPr>
        <p:spPr>
          <a:xfrm>
            <a:off x="311700" y="1221125"/>
            <a:ext cx="8520600" cy="3596700"/>
          </a:xfrm>
          <a:prstGeom prst="rect">
            <a:avLst/>
          </a:prstGeom>
        </p:spPr>
        <p:txBody>
          <a:bodyPr anchorCtr="0" anchor="t" bIns="91425" lIns="91425" spcFirstLastPara="1" rIns="91425" wrap="square" tIns="91425">
            <a:noAutofit/>
          </a:bodyPr>
          <a:lstStyle/>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Phim Set X là một trang web khiêu dâm trực tuyến chuyên cung cấp các video người lớn. website ra đời nhằm đáp ứng nhu cầu của các giáo đồ mê phim đen. Hiện tại, Phim Set X có lượt truy nhập khủng hàng ngày.</a:t>
            </a:r>
            <a:endParaRPr sz="10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Trang phim Phim Set X cung cấp một kho video 18+ đa chủng loại &amp; đa dạng cùng hàng ngàn đoạn Clip tình dục, được bổ sung liên tục. Các thể loài khác biệt mà bạn có thể tìm thấy như sex đồng tính, phụ đề, học sinh, hiếp dâm, v.v….</a:t>
            </a:r>
            <a:endParaRPr sz="10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Ngoài ra, Phim Set X cũng có các tính năng tiên tiến, tân tiến để người tiêu dùng hoàn toàn có thể search và chọn lựa video một cách đơn giản nhất. Cá biệt, website chú trọng đến chất lượng video do đó đảm bảo độ sắc nét cao và âm nhạc sinh động.</a:t>
            </a:r>
            <a:endParaRPr sz="10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Các video được cung cấp trên website thỏa mãn người xem từ Ảnh Ảnh cho đến phong cảnh hệ, làm tình đủ kiểu. Bởi vì vậy, đây là ADD truy cập thưởng thức phim sex quen thuộc của đông đảo tất cả người.</a:t>
            </a:r>
            <a:endParaRPr sz="1000">
              <a:solidFill>
                <a:schemeClr val="dk1"/>
              </a:solidFill>
            </a:endParaRPr>
          </a:p>
          <a:p>
            <a:pPr indent="0" lvl="0" marL="0" rtl="0" algn="ctr">
              <a:spcBef>
                <a:spcPts val="1200"/>
              </a:spcBef>
              <a:spcAft>
                <a:spcPts val="0"/>
              </a:spcAft>
              <a:buNone/>
            </a:pPr>
            <a:r>
              <a:t/>
            </a:r>
            <a:endParaRPr sz="7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259900" y="307925"/>
            <a:ext cx="8520600" cy="720900"/>
          </a:xfrm>
          <a:prstGeom prst="rect">
            <a:avLst/>
          </a:prstGeom>
        </p:spPr>
        <p:txBody>
          <a:bodyPr anchorCtr="0" anchor="b" bIns="91425" lIns="91425" spcFirstLastPara="1" rIns="91425" wrap="square" tIns="91425">
            <a:noAutofit/>
          </a:bodyPr>
          <a:lstStyle/>
          <a:p>
            <a:pPr indent="0" lvl="0" marL="0" rtl="0" algn="ctr">
              <a:lnSpc>
                <a:spcPct val="172800"/>
              </a:lnSpc>
              <a:spcBef>
                <a:spcPts val="1800"/>
              </a:spcBef>
              <a:spcAft>
                <a:spcPts val="400"/>
              </a:spcAft>
              <a:buNone/>
            </a:pPr>
            <a:r>
              <a:rPr b="1" lang="vi" sz="2300">
                <a:solidFill>
                  <a:srgbClr val="333333"/>
                </a:solidFill>
              </a:rPr>
              <a:t>Những ưu điểm nổi trội tại Phim Set X</a:t>
            </a:r>
            <a:endParaRPr b="1" sz="2600">
              <a:highlight>
                <a:srgbClr val="FFFFFF"/>
              </a:highlight>
              <a:latin typeface="Roboto"/>
              <a:ea typeface="Roboto"/>
              <a:cs typeface="Roboto"/>
              <a:sym typeface="Roboto"/>
            </a:endParaRPr>
          </a:p>
        </p:txBody>
      </p:sp>
      <p:sp>
        <p:nvSpPr>
          <p:cNvPr id="69" name="Google Shape;69;p15"/>
          <p:cNvSpPr txBox="1"/>
          <p:nvPr>
            <p:ph idx="1" type="subTitle"/>
          </p:nvPr>
        </p:nvSpPr>
        <p:spPr>
          <a:xfrm>
            <a:off x="311700" y="888075"/>
            <a:ext cx="8520600" cy="3937200"/>
          </a:xfrm>
          <a:prstGeom prst="rect">
            <a:avLst/>
          </a:prstGeom>
        </p:spPr>
        <p:txBody>
          <a:bodyPr anchorCtr="0" anchor="t" bIns="91425" lIns="91425" spcFirstLastPara="1" rIns="91425" wrap="square" tIns="91425">
            <a:noAutofit/>
          </a:bodyPr>
          <a:lstStyle/>
          <a:p>
            <a:pPr indent="0" lvl="0" marL="0" rtl="0" algn="just">
              <a:lnSpc>
                <a:spcPct val="156250"/>
              </a:lnSpc>
              <a:spcBef>
                <a:spcPts val="1000"/>
              </a:spcBef>
              <a:spcAft>
                <a:spcPts val="0"/>
              </a:spcAft>
              <a:buClr>
                <a:schemeClr val="dk1"/>
              </a:buClr>
              <a:buSzPts val="1100"/>
              <a:buFont typeface="Arial"/>
              <a:buNone/>
            </a:pPr>
            <a:r>
              <a:rPr lang="vi" sz="900">
                <a:solidFill>
                  <a:srgbClr val="333333"/>
                </a:solidFill>
              </a:rPr>
              <a:t>hiện nay không khó để bạn có thể tìm thấy các trang phim khiêu dâm. Tuy nhiên, hầu như chúng đều gắn links quảng bá rườm ra, gây cản trở &amp; bí bách cho những người xem. Hơn nữa speed truy nhập chậm chạp khiến cho Trải Nghiệm bị gián đoạn. Do đó, nếu có mong muốn hòa mình phim người lớn tốt nhất người chơi hãy đến cùng Phim Set X.net. Những điểm mạnh của chúng tôi đó là:</a:t>
            </a:r>
            <a:endParaRPr sz="900">
              <a:solidFill>
                <a:srgbClr val="333333"/>
              </a:solidFill>
            </a:endParaRPr>
          </a:p>
          <a:p>
            <a:pPr indent="0" lvl="0" marL="0" rtl="0" algn="just">
              <a:lnSpc>
                <a:spcPct val="120000"/>
              </a:lnSpc>
              <a:spcBef>
                <a:spcPts val="1400"/>
              </a:spcBef>
              <a:spcAft>
                <a:spcPts val="0"/>
              </a:spcAft>
              <a:buClr>
                <a:schemeClr val="dk1"/>
              </a:buClr>
              <a:buSzPts val="1100"/>
              <a:buFont typeface="Arial"/>
              <a:buNone/>
            </a:pPr>
            <a:r>
              <a:rPr i="1" lang="vi" sz="1200">
                <a:solidFill>
                  <a:srgbClr val="333333"/>
                </a:solidFill>
              </a:rPr>
              <a:t>Đa dạng thể loại</a:t>
            </a:r>
            <a:endParaRPr i="1" sz="1200">
              <a:solidFill>
                <a:srgbClr val="333333"/>
              </a:solidFill>
            </a:endParaRPr>
          </a:p>
          <a:p>
            <a:pPr indent="0" lvl="0" marL="0" rtl="0" algn="just">
              <a:lnSpc>
                <a:spcPct val="156250"/>
              </a:lnSpc>
              <a:spcBef>
                <a:spcPts val="1000"/>
              </a:spcBef>
              <a:spcAft>
                <a:spcPts val="0"/>
              </a:spcAft>
              <a:buClr>
                <a:schemeClr val="dk1"/>
              </a:buClr>
              <a:buSzPts val="1100"/>
              <a:buFont typeface="Arial"/>
              <a:buNone/>
            </a:pPr>
            <a:r>
              <a:rPr lang="vi" sz="900">
                <a:solidFill>
                  <a:srgbClr val="333333"/>
                </a:solidFill>
              </a:rPr>
              <a:t>Phim Set X bày bán đa dạng các thể loài phim khiêu dâm, từ phim sex của các nước bên trên địa cầu như nhật bản, Hàn Quốc, Mỹ, Âu Châu. Đến các thể loại phim nóng bỏng như 18+, tình cảm, hiếp dâm, cưỡng dâm, v.v.</a:t>
            </a:r>
            <a:endParaRPr sz="900">
              <a:solidFill>
                <a:srgbClr val="333333"/>
              </a:solidFill>
            </a:endParaRPr>
          </a:p>
          <a:p>
            <a:pPr indent="0" lvl="0" marL="0" rtl="0" algn="just">
              <a:lnSpc>
                <a:spcPct val="156250"/>
              </a:lnSpc>
              <a:spcBef>
                <a:spcPts val="1000"/>
              </a:spcBef>
              <a:spcAft>
                <a:spcPts val="0"/>
              </a:spcAft>
              <a:buClr>
                <a:schemeClr val="dk1"/>
              </a:buClr>
              <a:buSzPts val="1100"/>
              <a:buFont typeface="Arial"/>
              <a:buNone/>
            </a:pPr>
            <a:r>
              <a:rPr lang="vi" sz="900">
                <a:solidFill>
                  <a:srgbClr val="333333"/>
                </a:solidFill>
              </a:rPr>
              <a:t>Thêm vào đó, Phim Set X cũng có nhiều chủ đề như phim đặc biệt như phim sex thú, Phim Set X anime, phim sex nghiệp dư, phim sex gay, lesbian và của bao người nổi tiếng. Nhờ vào sự đa dạng của những thể loài phim, Phim Set X thu hút được sự quan tâm của đông đảo người xem &amp; cung ứng giỏi nhu cầu thư giãn của nhiều đối tượng khác nhau.</a:t>
            </a:r>
            <a:endParaRPr sz="900">
              <a:solidFill>
                <a:srgbClr val="333333"/>
              </a:solidFill>
            </a:endParaRPr>
          </a:p>
          <a:p>
            <a:pPr indent="0" lvl="0" marL="0" rtl="0" algn="just">
              <a:lnSpc>
                <a:spcPct val="120000"/>
              </a:lnSpc>
              <a:spcBef>
                <a:spcPts val="1400"/>
              </a:spcBef>
              <a:spcAft>
                <a:spcPts val="0"/>
              </a:spcAft>
              <a:buClr>
                <a:schemeClr val="dk1"/>
              </a:buClr>
              <a:buSzPts val="1100"/>
              <a:buFont typeface="Arial"/>
              <a:buNone/>
            </a:pPr>
            <a:r>
              <a:rPr i="1" lang="vi" sz="1200">
                <a:solidFill>
                  <a:srgbClr val="333333"/>
                </a:solidFill>
              </a:rPr>
              <a:t>Phim xxx chất lượng cao</a:t>
            </a:r>
            <a:endParaRPr i="1" sz="1200">
              <a:solidFill>
                <a:srgbClr val="333333"/>
              </a:solidFill>
            </a:endParaRPr>
          </a:p>
          <a:p>
            <a:pPr indent="0" lvl="0" marL="0" rtl="0" algn="just">
              <a:lnSpc>
                <a:spcPct val="156250"/>
              </a:lnSpc>
              <a:spcBef>
                <a:spcPts val="1000"/>
              </a:spcBef>
              <a:spcAft>
                <a:spcPts val="0"/>
              </a:spcAft>
              <a:buClr>
                <a:schemeClr val="dk1"/>
              </a:buClr>
              <a:buSzPts val="1100"/>
              <a:buFont typeface="Arial"/>
              <a:buNone/>
            </a:pPr>
            <a:r>
              <a:rPr lang="vi" sz="900">
                <a:solidFill>
                  <a:srgbClr val="333333"/>
                </a:solidFill>
              </a:rPr>
              <a:t>Phim xxx bên trên Phim Set X có chất lượng Ảnh Ảnh &amp; âm thanh giỏi, nhất là các bộ phim bài bản như phim JAV của Japan, phim sex Hàn Quốc, Phim Set X Mỹ, v.v. Điều này bảo đảm mang tới cho bạn Dùng thử xem phim mượt mà, tinh tế. Đặc biệt cảm nhận rõ từng milimet Ảnh hình khoe thân của các nam cô diễn viên, khám phá địa cầu tình dục nhiều Color và đa chiều.</a:t>
            </a:r>
            <a:endParaRPr sz="900">
              <a:solidFill>
                <a:srgbClr val="333333"/>
              </a:solidFill>
            </a:endParaRPr>
          </a:p>
          <a:p>
            <a:pPr indent="0" lvl="0" marL="0" rtl="0" algn="just">
              <a:lnSpc>
                <a:spcPct val="120000"/>
              </a:lnSpc>
              <a:spcBef>
                <a:spcPts val="1400"/>
              </a:spcBef>
              <a:spcAft>
                <a:spcPts val="0"/>
              </a:spcAft>
              <a:buClr>
                <a:schemeClr val="dk1"/>
              </a:buClr>
              <a:buSzPts val="1100"/>
              <a:buFont typeface="Arial"/>
              <a:buNone/>
            </a:pPr>
            <a:r>
              <a:rPr i="1" lang="vi" sz="1200">
                <a:solidFill>
                  <a:srgbClr val="333333"/>
                </a:solidFill>
              </a:rPr>
              <a:t>Miễn phí</a:t>
            </a:r>
            <a:endParaRPr i="1" sz="1200">
              <a:solidFill>
                <a:srgbClr val="333333"/>
              </a:solidFill>
            </a:endParaRPr>
          </a:p>
          <a:p>
            <a:pPr indent="0" lvl="0" marL="0" rtl="0" algn="just">
              <a:lnSpc>
                <a:spcPct val="156250"/>
              </a:lnSpc>
              <a:spcBef>
                <a:spcPts val="1000"/>
              </a:spcBef>
              <a:spcAft>
                <a:spcPts val="0"/>
              </a:spcAft>
              <a:buClr>
                <a:schemeClr val="dk1"/>
              </a:buClr>
              <a:buSzPts val="1100"/>
              <a:buFont typeface="Arial"/>
              <a:buNone/>
            </a:pPr>
            <a:r>
              <a:rPr lang="vi" sz="900">
                <a:solidFill>
                  <a:srgbClr val="333333"/>
                </a:solidFill>
              </a:rPr>
              <a:t>Phim Set X là một trang web khiêu dâm miễn phí trọn vẹn, không yêu cầu trả phí cũng giống như không gắn link quảng cáo liên tiếp làm người xem bí bách. Đó chính là một trong những điểm mạnh đặc biệt của Phim Set X &amp; khiến nhiều anh chị em yêu thích truy nhập. Cùng với đó, tốc độ tải trang và load Clip cực nhanh dù thước phim dài hơn 90 phút, bạn cũng có thể xem một cách mượt mà, ổn định.</a:t>
            </a:r>
            <a:endParaRPr sz="900">
              <a:solidFill>
                <a:srgbClr val="333333"/>
              </a:solidFill>
            </a:endParaRPr>
          </a:p>
          <a:p>
            <a:pPr indent="0" lvl="0" marL="0" rtl="0" algn="just">
              <a:lnSpc>
                <a:spcPct val="120000"/>
              </a:lnSpc>
              <a:spcBef>
                <a:spcPts val="1400"/>
              </a:spcBef>
              <a:spcAft>
                <a:spcPts val="0"/>
              </a:spcAft>
              <a:buClr>
                <a:schemeClr val="dk1"/>
              </a:buClr>
              <a:buSzPts val="1100"/>
              <a:buFont typeface="Arial"/>
              <a:buNone/>
            </a:pPr>
            <a:r>
              <a:rPr i="1" lang="vi" sz="1200">
                <a:solidFill>
                  <a:srgbClr val="333333"/>
                </a:solidFill>
              </a:rPr>
              <a:t>Giao diện dễ chơi &amp; dễ tận dụng</a:t>
            </a:r>
            <a:endParaRPr i="1" sz="1200">
              <a:solidFill>
                <a:srgbClr val="333333"/>
              </a:solidFill>
            </a:endParaRPr>
          </a:p>
          <a:p>
            <a:pPr indent="0" lvl="0" marL="0" rtl="0" algn="just">
              <a:lnSpc>
                <a:spcPct val="156250"/>
              </a:lnSpc>
              <a:spcBef>
                <a:spcPts val="1000"/>
              </a:spcBef>
              <a:spcAft>
                <a:spcPts val="0"/>
              </a:spcAft>
              <a:buClr>
                <a:schemeClr val="dk1"/>
              </a:buClr>
              <a:buSzPts val="1100"/>
              <a:buFont typeface="Arial"/>
              <a:buNone/>
            </a:pPr>
            <a:r>
              <a:rPr lang="vi" sz="900">
                <a:solidFill>
                  <a:srgbClr val="333333"/>
                </a:solidFill>
              </a:rPr>
              <a:t>trang web Phim Set X được kiến thiết với cấu tạo rõ ràng và các công dụng đơn giản. Nên rất đơn giản tìm kiếm và lựa chọn các thể loài phim khiêu dâm muốn xem. Phim Set X cũng có tính năng tiện ích như tìm kiếm nhanh, đề xuất phim liên quan. Bạn chỉ việc search theo từ khóa, tag là hoàn toàn có thể xuất hiện đồng loạt các content, tha hồ mà thưởng thức.</a:t>
            </a:r>
            <a:endParaRPr sz="900">
              <a:solidFill>
                <a:srgbClr val="333333"/>
              </a:solidFill>
            </a:endParaRPr>
          </a:p>
          <a:p>
            <a:pPr indent="0" lvl="0" marL="0" rtl="0" algn="just">
              <a:lnSpc>
                <a:spcPct val="120000"/>
              </a:lnSpc>
              <a:spcBef>
                <a:spcPts val="1400"/>
              </a:spcBef>
              <a:spcAft>
                <a:spcPts val="0"/>
              </a:spcAft>
              <a:buClr>
                <a:schemeClr val="dk1"/>
              </a:buClr>
              <a:buSzPts val="1100"/>
              <a:buFont typeface="Arial"/>
              <a:buNone/>
            </a:pPr>
            <a:r>
              <a:rPr i="1" lang="vi" sz="1200">
                <a:solidFill>
                  <a:srgbClr val="333333"/>
                </a:solidFill>
              </a:rPr>
              <a:t>Bổ sung phim liên tiếp 24/7</a:t>
            </a:r>
            <a:endParaRPr i="1" sz="1200">
              <a:solidFill>
                <a:srgbClr val="333333"/>
              </a:solidFill>
            </a:endParaRPr>
          </a:p>
          <a:p>
            <a:pPr indent="0" lvl="0" marL="0" rtl="0" algn="just">
              <a:lnSpc>
                <a:spcPct val="156250"/>
              </a:lnSpc>
              <a:spcBef>
                <a:spcPts val="1000"/>
              </a:spcBef>
              <a:spcAft>
                <a:spcPts val="0"/>
              </a:spcAft>
              <a:buClr>
                <a:schemeClr val="dk1"/>
              </a:buClr>
              <a:buSzPts val="1100"/>
              <a:buFont typeface="Arial"/>
              <a:buNone/>
            </a:pPr>
            <a:r>
              <a:rPr lang="vi" sz="900">
                <a:solidFill>
                  <a:srgbClr val="333333"/>
                </a:solidFill>
              </a:rPr>
              <a:t>Phim Set X luôn cập nhật những thước phim khiêu dâm, p</a:t>
            </a:r>
            <a:r>
              <a:rPr lang="vi" sz="900">
                <a:solidFill>
                  <a:schemeClr val="dk1"/>
                </a:solidFill>
              </a:rPr>
              <a:t>him heo</a:t>
            </a:r>
            <a:r>
              <a:rPr lang="vi" sz="900">
                <a:solidFill>
                  <a:srgbClr val="333333"/>
                </a:solidFill>
              </a:rPr>
              <a:t> không che mới nhất &amp; hot trên thị trường để đáp ứng cao nhất nhu cầu người xem. Điều này cũng giúp website giữ được sức hấp dẫn &amp; giữ chân những người đã truy cập. Chính vì vậy, truy nhập Phim Set X anh em không lo thiếu phim xem chỉ sợ không có đủ thời hạn để Trải Nghiệm tất tần tật.</a:t>
            </a:r>
            <a:br>
              <a:rPr lang="vi" sz="900">
                <a:solidFill>
                  <a:srgbClr val="333333"/>
                </a:solidFill>
              </a:rPr>
            </a:br>
            <a:r>
              <a:rPr lang="vi" sz="900">
                <a:solidFill>
                  <a:srgbClr val="333333"/>
                </a:solidFill>
              </a:rPr>
              <a:t>nội dung bài viết những thông tin chia sẻ về Phim Set X trên chuyên trang Phim Set X . Lưu ý rằng Phim Set X là một trang web chứa nội dung người lớn vì vậy nếu khách hàng dưới 18 tuổi vui lòng không truy nhập vào website của chúng tôi. Nếu khách hàng đã bên trên 18 tuổi thì bạn phải chịu tất cả hành vi pháp lý liên kết khi xem video Phim Set X sau đây, chúng tôi không chịu trách nhiệm dưới mọi hình thức.</a:t>
            </a:r>
            <a:endParaRPr sz="900">
              <a:solidFill>
                <a:srgbClr val="333333"/>
              </a:solidFill>
            </a:endParaRPr>
          </a:p>
          <a:p>
            <a:pPr indent="0" lvl="0" marL="0" rtl="0" algn="ctr">
              <a:spcBef>
                <a:spcPts val="1000"/>
              </a:spcBef>
              <a:spcAft>
                <a:spcPts val="0"/>
              </a:spcAft>
              <a:buNone/>
            </a:pPr>
            <a:r>
              <a:t/>
            </a:r>
            <a:endParaRPr sz="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0" y="298225"/>
            <a:ext cx="8520600" cy="735600"/>
          </a:xfrm>
          <a:prstGeom prst="rect">
            <a:avLst/>
          </a:prstGeom>
        </p:spPr>
        <p:txBody>
          <a:bodyPr anchorCtr="0" anchor="b" bIns="91425" lIns="91425" spcFirstLastPara="1" rIns="91425" wrap="square" tIns="91425">
            <a:noAutofit/>
          </a:bodyPr>
          <a:lstStyle/>
          <a:p>
            <a:pPr indent="0" lvl="0" marL="0" rtl="0" algn="ctr">
              <a:lnSpc>
                <a:spcPct val="130000"/>
              </a:lnSpc>
              <a:spcBef>
                <a:spcPts val="0"/>
              </a:spcBef>
              <a:spcAft>
                <a:spcPts val="900"/>
              </a:spcAft>
              <a:buNone/>
            </a:pPr>
            <a:r>
              <a:rPr b="1" lang="vi" sz="2700">
                <a:highlight>
                  <a:srgbClr val="FFFFFF"/>
                </a:highlight>
                <a:latin typeface="Roboto"/>
                <a:ea typeface="Roboto"/>
                <a:cs typeface="Roboto"/>
                <a:sym typeface="Roboto"/>
              </a:rPr>
              <a:t>Các sản phẩm nổi bật tại Phim Set X hiện tại</a:t>
            </a:r>
            <a:endParaRPr b="1" sz="2700">
              <a:highlight>
                <a:srgbClr val="FFFFFF"/>
              </a:highlight>
              <a:latin typeface="Roboto"/>
              <a:ea typeface="Roboto"/>
              <a:cs typeface="Roboto"/>
              <a:sym typeface="Roboto"/>
            </a:endParaRPr>
          </a:p>
        </p:txBody>
      </p:sp>
      <p:sp>
        <p:nvSpPr>
          <p:cNvPr id="75" name="Google Shape;75;p16"/>
          <p:cNvSpPr txBox="1"/>
          <p:nvPr>
            <p:ph idx="1" type="subTitle"/>
          </p:nvPr>
        </p:nvSpPr>
        <p:spPr>
          <a:xfrm>
            <a:off x="311700" y="922775"/>
            <a:ext cx="8520600" cy="3596700"/>
          </a:xfrm>
          <a:prstGeom prst="rect">
            <a:avLst/>
          </a:prstGeom>
        </p:spPr>
        <p:txBody>
          <a:bodyPr anchorCtr="0" anchor="t" bIns="91425" lIns="91425" spcFirstLastPara="1" rIns="91425" wrap="square" tIns="91425">
            <a:noAutofit/>
          </a:bodyPr>
          <a:lstStyle/>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Phim Set X cung cấp cho người xem một số lượng lớn các thể loại phim khác nhau để thỏa mãn sở trường của tất cả người. Sau đây là một trong những số chủ để nổi bật trên Phim Set X:</a:t>
            </a:r>
            <a:endParaRPr sz="1000">
              <a:solidFill>
                <a:schemeClr val="dk1"/>
              </a:solidFill>
            </a:endParaRPr>
          </a:p>
          <a:p>
            <a:pPr indent="0" lvl="0" marL="0" rtl="0" algn="just">
              <a:lnSpc>
                <a:spcPct val="120000"/>
              </a:lnSpc>
              <a:spcBef>
                <a:spcPts val="1400"/>
              </a:spcBef>
              <a:spcAft>
                <a:spcPts val="0"/>
              </a:spcAft>
              <a:buClr>
                <a:schemeClr val="dk1"/>
              </a:buClr>
              <a:buSzPts val="1100"/>
              <a:buFont typeface="Arial"/>
              <a:buNone/>
            </a:pPr>
            <a:r>
              <a:rPr i="1" lang="vi" sz="1100">
                <a:solidFill>
                  <a:schemeClr val="dk1"/>
                </a:solidFill>
              </a:rPr>
              <a:t>Phim jav Phim Set X</a:t>
            </a:r>
            <a:endParaRPr i="1" sz="11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Phim jav Phim Set X là thể loại sex người lớn của Japan, được sản xuất chuyên nghiệp &amp; chất lượng cao. Phim Set X bày bán nhiều bộ phim JAV có tiếng của những ngôi sao 5 cánh AV nhật bản. Chẳng hạn như Sora Aoi, Maria Ozawa, Yua Mikami và nhiều người khác.</a:t>
            </a:r>
            <a:endParaRPr sz="10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nội dung của những thước phim này tập trung khai thác truyện tình dục của các nhân vật cùng nhiều cảnh quay Phim Set X không che, bú mút, đụ chịch, nhét cu vào lồn 1 cách táo bạo, đầy hấp dẫn. Các thước phim JAV sẽ là 1 phần trong nền văn hóa giải trí của Japan và trở thành một nhân tố quan trọng trong ngành công nghiệp khiêu dâm toàn cầu.</a:t>
            </a:r>
            <a:endParaRPr sz="1000">
              <a:solidFill>
                <a:schemeClr val="dk1"/>
              </a:solidFill>
            </a:endParaRPr>
          </a:p>
          <a:p>
            <a:pPr indent="0" lvl="0" marL="0" rtl="0" algn="just">
              <a:lnSpc>
                <a:spcPct val="120000"/>
              </a:lnSpc>
              <a:spcBef>
                <a:spcPts val="1400"/>
              </a:spcBef>
              <a:spcAft>
                <a:spcPts val="0"/>
              </a:spcAft>
              <a:buClr>
                <a:schemeClr val="dk1"/>
              </a:buClr>
              <a:buSzPts val="1100"/>
              <a:buFont typeface="Arial"/>
              <a:buNone/>
            </a:pPr>
            <a:r>
              <a:rPr i="1" lang="vi" sz="1100">
                <a:solidFill>
                  <a:schemeClr val="dk1"/>
                </a:solidFill>
              </a:rPr>
              <a:t>Phim xxx Hàn Quốc</a:t>
            </a:r>
            <a:endParaRPr i="1" sz="11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Phim khiêu dâm người lớn của Hàn Quốc cũng được tìm thấy trên Phim Set X. Trong đấy có nhiều đoạn Clip, thước phim sinh động về cảnh địt nhau. Phim sex Hàn Quốc là một thể loài 18+ nổi tiếng được yêu thích tại Phim Set X.</a:t>
            </a:r>
            <a:endParaRPr sz="1000">
              <a:solidFill>
                <a:schemeClr val="dk1"/>
              </a:solidFill>
            </a:endParaRPr>
          </a:p>
          <a:p>
            <a:pPr indent="0" lvl="0" marL="0" rtl="0" algn="just">
              <a:lnSpc>
                <a:spcPct val="120000"/>
              </a:lnSpc>
              <a:spcBef>
                <a:spcPts val="1400"/>
              </a:spcBef>
              <a:spcAft>
                <a:spcPts val="0"/>
              </a:spcAft>
              <a:buClr>
                <a:schemeClr val="dk1"/>
              </a:buClr>
              <a:buSzPts val="1100"/>
              <a:buFont typeface="Arial"/>
              <a:buNone/>
            </a:pPr>
            <a:r>
              <a:rPr i="1" lang="vi" sz="1100">
                <a:solidFill>
                  <a:schemeClr val="dk1"/>
                </a:solidFill>
              </a:rPr>
              <a:t>Phim sex Trung Quốc</a:t>
            </a:r>
            <a:endParaRPr i="1" sz="11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Nhắc đến các đề bài phim xxx China, người chơi không thể bỏ lỡ các tag như massage, Phim Set X 69, cổ trang,… Đây đều là những Clip tình dục trần trụi, táo bạo của các mỹ nữ xứ Trung với Ảnh Ảnh đụ chịch bao phê. Đặc biệt âm nhạc rên rỉ sống động khiến người ta bị kích thích tối cao.</a:t>
            </a:r>
            <a:endParaRPr sz="1000">
              <a:solidFill>
                <a:schemeClr val="dk1"/>
              </a:solidFill>
            </a:endParaRPr>
          </a:p>
          <a:p>
            <a:pPr indent="0" lvl="0" marL="0" rtl="0" algn="just">
              <a:lnSpc>
                <a:spcPct val="120000"/>
              </a:lnSpc>
              <a:spcBef>
                <a:spcPts val="1400"/>
              </a:spcBef>
              <a:spcAft>
                <a:spcPts val="0"/>
              </a:spcAft>
              <a:buClr>
                <a:schemeClr val="dk1"/>
              </a:buClr>
              <a:buSzPts val="1100"/>
              <a:buFont typeface="Arial"/>
              <a:buNone/>
            </a:pPr>
            <a:r>
              <a:rPr i="1" lang="vi" sz="1100">
                <a:solidFill>
                  <a:schemeClr val="dk1"/>
                </a:solidFill>
              </a:rPr>
              <a:t>Phim sex châu âu</a:t>
            </a:r>
            <a:endParaRPr i="1" sz="11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đây là thể loại phim khiêu dâm người lớn sex Phim Set X hd để lại nhiều ấn tượng cho những người xem. Bởi chúng cực kỳ kích nứng cùng các content bạo dâm như gangbang, BDSM, cưỡng hiếp, group sex Phim Set X xx,… bạn sẽ được thưởng thức bữa tiệc tình dục qua màn Ảnh cùng thể loài phim này tại Phim Set X. Trong đấy, các anh Phim Set X vip cu khủng, size ngoại cỡ địt nát lồn em gái, càng xem càng thăng hoa.</a:t>
            </a:r>
            <a:endParaRPr sz="1000">
              <a:solidFill>
                <a:schemeClr val="dk1"/>
              </a:solidFill>
            </a:endParaRPr>
          </a:p>
          <a:p>
            <a:pPr indent="0" lvl="0" marL="0" rtl="0" algn="just">
              <a:lnSpc>
                <a:spcPct val="120000"/>
              </a:lnSpc>
              <a:spcBef>
                <a:spcPts val="1400"/>
              </a:spcBef>
              <a:spcAft>
                <a:spcPts val="0"/>
              </a:spcAft>
              <a:buClr>
                <a:schemeClr val="dk1"/>
              </a:buClr>
              <a:buSzPts val="1100"/>
              <a:buFont typeface="Arial"/>
              <a:buNone/>
            </a:pPr>
            <a:r>
              <a:rPr i="1" lang="vi" sz="1100">
                <a:solidFill>
                  <a:schemeClr val="dk1"/>
                </a:solidFill>
              </a:rPr>
              <a:t>Phim sex Phim Set X nước ta</a:t>
            </a:r>
            <a:endParaRPr i="1" sz="11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đây là thể loại Phim Set X học sinh, sinh viên, quay lén,… Sex Việt thu hút người xem và biến thành thịnh hành lựa chọn của nhiều bạn trẻ hiện tại. Trong đó, chủ đề phim như Phim Set X vn học viên và quay lén được yêu thích hơn cả. Chúng gây sự tò mò bởi những cảnh quay vụng về, non nớt và đầy bé dại của các cô gái mới lớn nhưng không thua phần dâm dục.</a:t>
            </a:r>
            <a:endParaRPr sz="1000">
              <a:solidFill>
                <a:schemeClr val="dk1"/>
              </a:solidFill>
            </a:endParaRPr>
          </a:p>
          <a:p>
            <a:pPr indent="0" lvl="0" marL="0" rtl="0" algn="just">
              <a:lnSpc>
                <a:spcPct val="120000"/>
              </a:lnSpc>
              <a:spcBef>
                <a:spcPts val="1400"/>
              </a:spcBef>
              <a:spcAft>
                <a:spcPts val="0"/>
              </a:spcAft>
              <a:buClr>
                <a:schemeClr val="dk1"/>
              </a:buClr>
              <a:buSzPts val="1100"/>
              <a:buFont typeface="Arial"/>
              <a:buNone/>
            </a:pPr>
            <a:r>
              <a:rPr i="1" lang="vi" sz="1100">
                <a:solidFill>
                  <a:schemeClr val="dk1"/>
                </a:solidFill>
              </a:rPr>
              <a:t>Phim sex Hentai</a:t>
            </a:r>
            <a:endParaRPr i="1" sz="11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Sex hoạt hình hentai, anime, monster đang ngày càng xu hướng &amp; được các tín đồ khiêu dâm thích thú. Đấy là những Clip hoạt họa được sáng tác lấy cảm giác từ tình dục.</a:t>
            </a:r>
            <a:endParaRPr sz="1000">
              <a:solidFill>
                <a:schemeClr val="dk1"/>
              </a:solidFill>
            </a:endParaRPr>
          </a:p>
          <a:p>
            <a:pPr indent="0" lvl="0" marL="0" rtl="0" algn="just">
              <a:lnSpc>
                <a:spcPct val="156250"/>
              </a:lnSpc>
              <a:spcBef>
                <a:spcPts val="1200"/>
              </a:spcBef>
              <a:spcAft>
                <a:spcPts val="0"/>
              </a:spcAft>
              <a:buClr>
                <a:schemeClr val="dk1"/>
              </a:buClr>
              <a:buSzPts val="1100"/>
              <a:buFont typeface="Arial"/>
              <a:buNone/>
            </a:pPr>
            <a:r>
              <a:rPr lang="vi" sz="1000">
                <a:solidFill>
                  <a:schemeClr val="dk1"/>
                </a:solidFill>
              </a:rPr>
              <a:t>tuy nhiên chúng có kiến thiết đồ họa đẹp, tái hiện được các nhân vật nữ nam dâm đãng cùng hàng loạt những quay quan hệ vét máng, thổi đèn đặc sắc,… Thậm chí đụ và quái thú, hiếp tập thể và chưa dừng lại ở đó nữa. Cần nói đề bài 18+ anime sẽ không còn làm người chơi thất vọng.</a:t>
            </a:r>
            <a:endParaRPr sz="1000">
              <a:solidFill>
                <a:schemeClr val="dk1"/>
              </a:solidFill>
            </a:endParaRPr>
          </a:p>
          <a:p>
            <a:pPr indent="0" lvl="0" marL="0" rtl="0" algn="just">
              <a:lnSpc>
                <a:spcPct val="120000"/>
              </a:lnSpc>
              <a:spcBef>
                <a:spcPts val="1400"/>
              </a:spcBef>
              <a:spcAft>
                <a:spcPts val="0"/>
              </a:spcAft>
              <a:buClr>
                <a:schemeClr val="dk1"/>
              </a:buClr>
              <a:buSzPts val="1100"/>
              <a:buFont typeface="Arial"/>
              <a:buNone/>
            </a:pPr>
            <a:r>
              <a:rPr i="1" lang="vi" sz="1100">
                <a:solidFill>
                  <a:schemeClr val="dk1"/>
                </a:solidFill>
              </a:rPr>
              <a:t>Phim sex Vietsub</a:t>
            </a:r>
            <a:endParaRPr i="1" sz="1100">
              <a:solidFill>
                <a:schemeClr val="dk1"/>
              </a:solidFill>
            </a:endParaRPr>
          </a:p>
          <a:p>
            <a:pPr indent="0" lvl="0" marL="0" rtl="0" algn="just">
              <a:lnSpc>
                <a:spcPct val="156250"/>
              </a:lnSpc>
              <a:spcBef>
                <a:spcPts val="1200"/>
              </a:spcBef>
              <a:spcAft>
                <a:spcPts val="1200"/>
              </a:spcAft>
              <a:buClr>
                <a:schemeClr val="dk1"/>
              </a:buClr>
              <a:buSzPts val="1100"/>
              <a:buFont typeface="Arial"/>
              <a:buNone/>
            </a:pPr>
            <a:r>
              <a:rPr lang="vi" sz="1000">
                <a:solidFill>
                  <a:schemeClr val="dk1"/>
                </a:solidFill>
              </a:rPr>
              <a:t>đây là các video phim sex Vietsub hoàn toàn có thể tiếng việt, tiếng anh, tiếng Trung, Nhật giỏi Hàn tùy vương quốc ban hành. Nội dung này cũng khá được bao người chăm chú tại Phim Set X bởi chúng có sub kèm theo cùng ngôn ngữ dâm dục nhưng kích thích.</a:t>
            </a:r>
            <a:endParaRPr sz="7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subTitle"/>
          </p:nvPr>
        </p:nvSpPr>
        <p:spPr>
          <a:xfrm>
            <a:off x="0" y="58775"/>
            <a:ext cx="8520600" cy="792600"/>
          </a:xfrm>
          <a:prstGeom prst="rect">
            <a:avLst/>
          </a:prstGeom>
        </p:spPr>
        <p:txBody>
          <a:bodyPr anchorCtr="0" anchor="t" bIns="91425" lIns="91425" spcFirstLastPara="1" rIns="91425" wrap="square" tIns="91425">
            <a:noAutofit/>
          </a:bodyPr>
          <a:lstStyle/>
          <a:p>
            <a:pPr indent="0" lvl="0" marL="0" rtl="0" algn="l">
              <a:lnSpc>
                <a:spcPct val="121000"/>
              </a:lnSpc>
              <a:spcBef>
                <a:spcPts val="2000"/>
              </a:spcBef>
              <a:spcAft>
                <a:spcPts val="0"/>
              </a:spcAft>
              <a:buClr>
                <a:schemeClr val="dk1"/>
              </a:buClr>
              <a:buSzPts val="1100"/>
              <a:buFont typeface="Arial"/>
              <a:buNone/>
            </a:pPr>
            <a:r>
              <a:rPr lang="vi" sz="1900">
                <a:solidFill>
                  <a:schemeClr val="dk1"/>
                </a:solidFill>
              </a:rPr>
              <a:t>Liên Kết Hữu Ích </a:t>
            </a:r>
            <a:endParaRPr/>
          </a:p>
        </p:txBody>
      </p:sp>
      <p:sp>
        <p:nvSpPr>
          <p:cNvPr id="81" name="Google Shape;81;p17"/>
          <p:cNvSpPr txBox="1"/>
          <p:nvPr/>
        </p:nvSpPr>
        <p:spPr>
          <a:xfrm>
            <a:off x="345750" y="851375"/>
            <a:ext cx="8733300" cy="3361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vi" sz="900" u="sng">
                <a:solidFill>
                  <a:schemeClr val="hlink"/>
                </a:solidFill>
                <a:hlinkClick r:id="rId3"/>
              </a:rPr>
              <a:t>https://www.facebook.com/phimsetxtop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
              </a:rPr>
              <a:t>https://phimsetxtop.bandcamp.com/album/phimsetxtop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
              </a:rPr>
              <a:t>https://www.furaffinity.net/user/phimsetxtop/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
              </a:rPr>
              <a:t>https://www.bandlab.com/phimsetxtop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
              </a:rPr>
              <a:t>https://start.me/p/7PvPrv/phimsetxtop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
              </a:rPr>
              <a:t>https://www.bigoven.com/user/phimsetxtop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
              </a:rPr>
              <a:t>https://lab.quickbox.io/phimsetxtop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
              </a:rPr>
              <a:t>https://git.metabarcoding.org/phimsetxtop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
              </a:rPr>
              <a:t>https://gitlab.pavlovia.org/phimsetxtop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
              </a:rPr>
              <a:t>https://www.akaqa.com/account/profile/19191642513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
              </a:rPr>
              <a:t>https://archive.org/details/@phimsetxtop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
              </a:rPr>
              <a:t>https://code.datasciencedojo.com/phimsetxtop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
              </a:rPr>
              <a:t>https://www.addonface.com/phimsetxtop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
              </a:rPr>
              <a:t>http://genina.com/user/editDone/4308510.page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
              </a:rPr>
              <a:t>https://www.arabnet.me/english/startups/phimsetxtop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
              </a:rPr>
              <a:t>https://x.com/phimsetxtop1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
              </a:rPr>
              <a:t>https://colab.research.google.com/drive/1PhTynu0oInxc_OXOF_vQgMTUDX1r9EvH?usp=sharing</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
              </a:rPr>
              <a:t>https://vimeo.com/phimsetxtop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
              </a:rPr>
              <a:t>https://www.blogger.com/profile/00129969832412760957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
              </a:rPr>
              <a:t>https://gravatar.com/phimsetxtop1</a:t>
            </a:r>
            <a:endParaRPr sz="900" u="sng">
              <a:solidFill>
                <a:schemeClr val="hlink"/>
              </a:solidFill>
            </a:endParaRPr>
          </a:p>
          <a:p>
            <a:pPr indent="0" lvl="0" marL="0" rtl="0" algn="l">
              <a:lnSpc>
                <a:spcPct val="115000"/>
              </a:lnSpc>
              <a:spcBef>
                <a:spcPts val="0"/>
              </a:spcBef>
              <a:spcAft>
                <a:spcPts val="0"/>
              </a:spcAft>
              <a:buNone/>
            </a:pPr>
            <a:r>
              <a:rPr lang="vi" sz="900">
                <a:solidFill>
                  <a:srgbClr val="1155CC"/>
                </a:solidFill>
              </a:rPr>
              <a:t>https://www.tumblr.com/phimsetxtop</a:t>
            </a:r>
            <a:endParaRPr sz="900">
              <a:solidFill>
                <a:srgbClr val="1155CC"/>
              </a:solidFill>
            </a:endParaRPr>
          </a:p>
          <a:p>
            <a:pPr indent="0" lvl="0" marL="0" rtl="0" algn="l">
              <a:lnSpc>
                <a:spcPct val="115000"/>
              </a:lnSpc>
              <a:spcBef>
                <a:spcPts val="0"/>
              </a:spcBef>
              <a:spcAft>
                <a:spcPts val="0"/>
              </a:spcAft>
              <a:buNone/>
            </a:pPr>
            <a:r>
              <a:rPr lang="vi" sz="900" u="sng">
                <a:solidFill>
                  <a:schemeClr val="hlink"/>
                </a:solidFill>
                <a:hlinkClick r:id="rId23"/>
              </a:rPr>
              <a:t>https://www.openstreetmap.org/user/phimsetxtop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
              </a:rPr>
              <a:t>https://profile.hatena.ne.jp/phimsetxtop/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
              </a:rPr>
              <a:t>https://issuu.com/phimsetxtop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
              </a:rPr>
              <a:t>https://disqus.com/by/phimsetxtop/about/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
              </a:rPr>
              <a:t>https://about.me/phimsetxtop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
              </a:rPr>
              <a:t>https://www.mixcloud.com/phimsetxtop/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
              </a:rPr>
              <a:t>https://hub.docker.com/u/phimsetxtop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
              </a:rPr>
              <a:t>https://500px.com/p/phimsetxtop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
              </a:rPr>
              <a:t>https://vws.vektor-inc.co.jp/forums/users/phimsetxtop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
              </a:rPr>
              <a:t>https://www.producthunt.com/@phimsetxtop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3"/>
              </a:rPr>
              <a:t>https://phimsetxtop.gitbook.io/phimsetxtop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4"/>
              </a:rPr>
              <a:t>https://gitee.com/phimsetxtop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5"/>
              </a:rPr>
              <a:t>https://sketchfab.com/phimsetxtop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6"/>
              </a:rPr>
              <a:t>https://www.discogs.com/fr/user/phimsetxtop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7"/>
              </a:rPr>
              <a:t>https://www.reverbnation.com/phimsetxtop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8"/>
              </a:rPr>
              <a:t>https://fliphtml5.com/homepage/izoou</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9"/>
              </a:rPr>
              <a:t>https://public.tableau.com/app/profile/phim.set.x.tr.i.nghi.m.gi.i.tr.c.o/vizzes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0"/>
              </a:rPr>
              <a:t>https://www.nicovideo.jp/user/133102194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1"/>
              </a:rPr>
              <a:t>https://www.credly.com/users/phimsetxtop/badges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2"/>
              </a:rPr>
              <a:t>https://band.us/band/95042262/intro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3"/>
              </a:rPr>
              <a:t>https://heylink.me/phimsetxtop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4"/>
              </a:rPr>
              <a:t>https://jsfiddle.net/6sdmgftj/</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5"/>
              </a:rPr>
              <a:t>https://community.fabric.microsoft.com/t5/user/viewprofilepage/user-id/749749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6"/>
              </a:rPr>
              <a:t>https://www.walkscore.com/people/200697930818/phimsetxtop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7"/>
              </a:rPr>
              <a:t>https://www.diigo.com/profile/phimsetxtop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8"/>
              </a:rPr>
              <a:t>https://telegra.ph/phimsetxtop-05-26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9"/>
              </a:rPr>
              <a:t>https://qiita.com/phimsetxtop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0"/>
              </a:rPr>
              <a:t>https://wakelet.com/@phimsetxtop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1"/>
              </a:rPr>
              <a:t>https://forum.acronis.com/it/user/662879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2"/>
              </a:rPr>
              <a:t>https://www.magcloud.com/user/phimsetxtop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3"/>
              </a:rPr>
              <a:t>https://hashnode.com/@phimsetxtop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4"/>
              </a:rPr>
              <a:t>https://hubpages.com/@phimsetxtop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5"/>
              </a:rPr>
              <a:t>https://www.beatstars.com/phimsetxtop/about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6"/>
              </a:rPr>
              <a:t>https://pubhtml5.com/homepage/iahik/</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7"/>
              </a:rPr>
              <a:t>https://myanimelist.net/profile/phimsetxtop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8"/>
              </a:rPr>
              <a:t>https://hackmd.io/@phimsetxtop/Hy4sdClE0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9"/>
              </a:rPr>
              <a:t>https://www.elephantjournal.com/profile/phimsetxtop/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0"/>
              </a:rPr>
              <a:t>https://pxhere.com/en/photographer-me/4267700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1"/>
              </a:rPr>
              <a:t>https://www.kfz-betrieb.vogel.de/community/user/phimsetxtop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2"/>
              </a:rPr>
              <a:t>https://www.spigotmc.org/members/phimsetxtop.2035007/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3"/>
              </a:rPr>
              <a:t>https://newspicks.com/user/10312015</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4"/>
              </a:rPr>
              <a:t>https://files.fm/phimsetxtop/info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5"/>
              </a:rPr>
              <a:t>https://socialtrain.stage.lithium.com/t5/user/viewprofilepage/user-id/64999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6"/>
              </a:rPr>
              <a:t>https://www.wpgmaps.com/forums/users/phimsetxtop/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7"/>
              </a:rPr>
              <a:t>https://gifyu.com/phimsetxtop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8"/>
              </a:rPr>
              <a:t>https://app.scholasticahq.com/scholars/290744-phim-set-x-tr-i-nghi-m-gi-i-tri-d-c-dao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9"/>
              </a:rPr>
              <a:t>https://community.alteryx.com/t5/user/viewprofilepage/user-id/585607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0"/>
              </a:rPr>
              <a:t>https://stocktwits.com/phimsetxtop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1"/>
              </a:rPr>
              <a:t>https://varecha.pravda.sk/profil/phimsetxtop/o-mne/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2"/>
              </a:rPr>
              <a:t>https://app.net/profile/phimsetxtop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3"/>
              </a:rPr>
              <a:t>https://app.roll20.net/users/13378234/phimsetxtop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4"/>
              </a:rPr>
              <a:t>https://hypothes.is/users/phimsetxtop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5"/>
              </a:rPr>
              <a:t>https://www.fundable.com/phim-set-x-trai-nghiem-giai-tri-doc-dao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6"/>
              </a:rPr>
              <a:t>https://community.arlo.com/t5/user/viewprofilepage/user-id/969587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7"/>
              </a:rPr>
              <a:t>https://www.renderosity.com/users/id:1500710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8"/>
              </a:rPr>
              <a:t>https://www.speedrun.com/users/phimsetxtop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9"/>
              </a:rPr>
              <a:t>https://www.longisland.com/profile/phimsetxtop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0"/>
              </a:rPr>
              <a:t>https://photoclub.canadiangeographic.ca/profile/21271956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1"/>
              </a:rPr>
              <a:t>https://pastelink.net/httpsphimsetxtop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2"/>
              </a:rPr>
              <a:t>https://www.gta5-mods.com/users/phimsetxtop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3"/>
              </a:rPr>
              <a:t>https://www.divephotoguide.com/user/phimsetxtop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4"/>
              </a:rPr>
              <a:t>https://fileforum.com/profile/phimsetxtop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5"/>
              </a:rPr>
              <a:t>https://my.desktopnexus.com/phimsetxtop/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6"/>
              </a:rPr>
              <a:t>https://experiment.com/users/pphimsetxtop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7"/>
              </a:rPr>
              <a:t>https://www.gaiaonline.com/profiles/phimsetxtop/46696914/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8"/>
              </a:rPr>
              <a:t>https://www.anobii.com/en/01b54698cc2a653989/profile/activity</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9"/>
              </a:rPr>
              <a:t>https://forums.alliedmods.net/member.php?u=371707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0"/>
              </a:rPr>
              <a:t>https://ioby.org/users/smhlcmb842123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1"/>
              </a:rPr>
              <a:t>https://www.giveawayoftheday.com/forums/profile/190659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2"/>
              </a:rPr>
              <a:t>http://www.rohitab.com/discuss/user/2195835-phimsetxtop/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3"/>
              </a:rPr>
              <a:t>https://wperp.com/users/phimsetxtop/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4"/>
              </a:rPr>
              <a:t>https://www.bitsdujour.com/profiles/xRdhAi</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5"/>
              </a:rPr>
              <a:t>https://notabug.org/phimsetxtop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6"/>
              </a:rPr>
              <a:t>https://worldcosplay.net/member/1770725</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7"/>
              </a:rPr>
              <a:t>https://phimsetxtop.gallery.ru/</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8"/>
              </a:rPr>
              <a:t>https://git.qoto.org/phimsetxtop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9"/>
              </a:rPr>
              <a:t>http://hawkee.com/profile/6958204/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0"/>
              </a:rPr>
              <a:t>https://www.fimfiction.net/user/746504/phimsetxtop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1"/>
              </a:rPr>
              <a:t>http://www.askmap.net/location/6923511/bahrain/phimsetxtop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2"/>
              </a:rPr>
              <a:t>https://doodleordie.com/profile/phimsetxtop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3"/>
              </a:rPr>
              <a:t>https://portfolium.com/phimsetxtop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4"/>
              </a:rPr>
              <a:t>https://www.curioos.com/phimsetxtop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5"/>
              </a:rPr>
              <a:t>https://www.dermandar.com/user/phimsetxtop/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6"/>
              </a:rPr>
              <a:t>https://www.mapleprimes.com/users/phimsetxtop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7"/>
              </a:rPr>
              <a:t>https://www.chordie.com/forum/profile.php?id=1964043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8"/>
              </a:rPr>
              <a:t>https://qooh.me/phimsetxtop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9"/>
              </a:rPr>
              <a:t>https://community.m5stack.com/user/phimsetxtop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0"/>
              </a:rPr>
              <a:t>https://allmyfaves.com/phimsetxtop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1"/>
              </a:rPr>
              <a:t>https://starity.hu/profil/451732-phimsetxtop/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2"/>
              </a:rPr>
              <a:t>https://bikeindex.org/users/phimsetxtop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3"/>
              </a:rPr>
              <a:t>https://www.facer.io/u/phimsetxtop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4"/>
              </a:rPr>
              <a:t>https://zumvu.com/phimsetxtop/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5"/>
              </a:rPr>
              <a:t>http://molbiol.ru/forums/index.php?showuser=1351849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6"/>
              </a:rPr>
              <a:t>https://filmow.com/usuario/phimsetxtop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7"/>
              </a:rPr>
              <a:t>https://kktix.com/user/6055709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8"/>
              </a:rPr>
              <a:t>https://tuvan.bestmua.vn/dwqa-question/phimsetxtop2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9"/>
              </a:rPr>
              <a:t>https://glose.com/u/phimsetxtop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0"/>
              </a:rPr>
              <a:t>https://www.dibiz.com/smhlcmb</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1"/>
              </a:rPr>
              <a:t>https://able2know.org/user/phimsetxtop/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2"/>
              </a:rPr>
              <a:t>https://inkbunny.net/phimsetxtop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3"/>
              </a:rPr>
              <a:t>https://roomstyler.com/users/phimsetxtop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4"/>
              </a:rPr>
              <a:t>https://www.balatarin.com/users/phimsetxtop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5"/>
              </a:rPr>
              <a:t>https://www.jqwidgets.com/community/users/phimsetxtop/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6"/>
              </a:rPr>
              <a:t>https://community.stencyl.com/index.php?action=profile;u=1224514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7"/>
              </a:rPr>
              <a:t>https://www.bestadsontv.com/profile/468518/Phim-Set-X-Tri-Nghim-Gii-Tr-c-o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8"/>
              </a:rPr>
              <a:t>https://www.flyingsolo.com.au/members/phimsetxtop/profile/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9"/>
              </a:rPr>
              <a:t>https://www.hebergementweb.org/members/phimsetxtop.650259/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0"/>
              </a:rPr>
              <a:t>http://www.travelful.net/location/5452299/vietnam/phimsetxtop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1"/>
              </a:rPr>
              <a:t>https://www.proarti.fr/account/phimsetxtop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2"/>
              </a:rPr>
              <a:t>https://ourairports.com/members/phimsetxtop/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3"/>
              </a:rPr>
              <a:t>https://www.babelcube.com/user/phim-set-x-trai-nghiem-giai-tri-doc-dao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4"/>
              </a:rPr>
              <a:t>https://www.huntingnet.com/forum/members/phimsetxtop.html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5"/>
              </a:rPr>
              <a:t>https://www.rcuniverse.com/forum/members/phimsetxtop.html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6"/>
              </a:rPr>
              <a:t>https://py.checkio.org/class/demo-class-phimsetxtop/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7"/>
              </a:rPr>
              <a:t>https://js.checkio.org/class/demo-class-phimsetxtop/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8"/>
              </a:rPr>
              <a:t>https://myapple.pl/users/449931-phimsetxtop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9"/>
              </a:rPr>
              <a:t>https://nhattao.com/members/phimsetxtop.6534466/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0"/>
              </a:rPr>
              <a:t>https://www.rctech.net/forum/members/phimsetxtop-374269.html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1"/>
              </a:rPr>
              <a:t>https://graphcommons.com/u/phimsetxtop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2"/>
              </a:rPr>
              <a:t>https://www.beamng.com/members/phimsetxtop.609418/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3"/>
              </a:rPr>
              <a:t>https://demo.wowonder.com/phimsetxtop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4"/>
              </a:rPr>
              <a:t>https://www.fz.se/medlem/347928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5"/>
              </a:rPr>
              <a:t>https://forum.trackandfieldnews.com/member/493331-phimsetxtop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6"/>
              </a:rPr>
              <a:t>https://lwccareers.lindsey.edu/profiles/4730252-phim-set-x-tr-i-nghi-m-gi-i-tri-d-c-dao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7"/>
              </a:rPr>
              <a:t>https://manylink.co/@phimsetxtop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8"/>
              </a:rPr>
              <a:t>http://www.video-bookmark.com/user/phimsetxtop/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9"/>
              </a:rPr>
              <a:t>https://nextion.tech/forums/users/phimsetxtop/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0"/>
              </a:rPr>
              <a:t>https://pairup.makers.tech/en/phimsetxt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1"/>
              </a:rPr>
              <a:t>https://easyzoom.com/profile/205221/about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2"/>
              </a:rPr>
              <a:t>https://kitsu.io/users/1492619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3"/>
              </a:rPr>
              <a:t>https://www.funddreamer.com/users/phimsetxtop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4"/>
              </a:rPr>
              <a:t>https://www.clickasnap.com/profile/phimsetxtop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5"/>
              </a:rPr>
              <a:t>https://answerpail.com/index.php/user/phimsetxtop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6"/>
              </a:rPr>
              <a:t>https://vnvista.com/hi/151256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7"/>
              </a:rPr>
              <a:t>https://makeprojects.com/profile/phimsetxtop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8"/>
              </a:rPr>
              <a:t>https://muare.vn/shop/phimsetxtop/823364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9"/>
              </a:rPr>
              <a:t>https://f319.com/members/phimsetxtop.845777/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0"/>
              </a:rPr>
              <a:t>https://lifeinsys.com/user/phimsetxtop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1"/>
              </a:rPr>
              <a:t>https://opentutorials.org/profile/165669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2"/>
              </a:rPr>
              <a:t>https://www.utherverse.com/Net/profile/view_profile.aspx?MemberId=104977549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3"/>
              </a:rPr>
              <a:t>https://www.ohay.tv/profile/phimsetxtop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4"/>
              </a:rPr>
              <a:t>https://samkey.org/forum/member.php?289761-phimsetxtop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5"/>
              </a:rPr>
              <a:t>https://www.yabookscentral.com/members/phimsetxtop/profile/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6"/>
              </a:rPr>
              <a:t>https://musziq.com/community/profile/phimsetxtop/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7"/>
              </a:rPr>
              <a:t>https://www.angrybirdsnest.com/members/phimsetxtop/profile/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8"/>
              </a:rPr>
              <a:t>https://www.riptapparel.com/pages/member?phimsetxtop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9"/>
              </a:rPr>
              <a:t>https://www.fantasyplanet.cz/diskuzni-fora/users/phimsetxtop/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0"/>
              </a:rPr>
              <a:t>http://phimsetxtop.minitokyo.net/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1"/>
              </a:rPr>
              <a:t>https://careers.gita.org/profiles/4735452-phimsetx-top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2"/>
              </a:rPr>
              <a:t>https://www.notebook.ai/@phimsetxtop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3"/>
              </a:rPr>
              <a:t>https://help.orrs.de/user/phimsetxtop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4"/>
              </a:rPr>
              <a:t>https://www.circleme.com/phimsetxtop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5"/>
              </a:rPr>
              <a:t>https://www.nintendo-master.com/profil/phimsetxtop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6"/>
              </a:rPr>
              <a:t>https://www.iniuria.us/forum/member.php?422366-go88vipro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7"/>
              </a:rPr>
              <a:t>https://www.babyweb.cz/uzivatele/s6656b10b7e4f6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8"/>
              </a:rPr>
              <a:t>http://www.fanart-central.net/user/phimsetxtop/profile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9"/>
              </a:rPr>
              <a:t>https://dreevoo.com/profile.php?pid=642638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0"/>
              </a:rPr>
              <a:t>https://circleten.org/a/292147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1"/>
              </a:rPr>
              <a:t>https://tudomuaban.com/chi-tiet-rao-vat/2106974/phimsetxtop.html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2"/>
              </a:rPr>
              <a:t>https://velopiter.spb.ru/profile/115019-phimsetxtop/?tab=field_core_pfield_1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3"/>
              </a:rPr>
              <a:t>https://rotorbuilds.com/profile/42538/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4"/>
              </a:rPr>
              <a:t>https://connect.gt/user/phimsetxtop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5"/>
              </a:rPr>
              <a:t>https://agoracom.com/members/phimsetxtop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6"/>
              </a:rPr>
              <a:t>http://www.trainingpages.com/author/phimsetxtop/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7"/>
              </a:rPr>
              <a:t>https://because-gus.com/forums/participants/phimsetxtop/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8"/>
              </a:rPr>
              <a:t>https://liulo.fm/phimsetxtop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9"/>
              </a:rPr>
              <a:t>https://www.chaloke.com/forums/users/phimsetxtop/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0"/>
              </a:rPr>
              <a:t>https://iszene.com/user-226322.html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1"/>
              </a:rPr>
              <a:t>https://www.foroatletismo.com/foro/members/phimsetxtop.html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2"/>
              </a:rPr>
              <a:t>https://forum.dmec.vn/index.php?members/phimsetxtop.61180/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3"/>
              </a:rPr>
              <a:t>https://www.robot-forum.com/user/160445-phimsetxtop/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4"/>
              </a:rPr>
              <a:t>https://biiut.com/phimsetxtop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5"/>
              </a:rPr>
              <a:t>https://mecabricks.com/en/user/phimsetxtop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6"/>
              </a:rPr>
              <a:t>https://6giay.vn/members/phimsetxtop.73601/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7"/>
              </a:rPr>
              <a:t>https://vietfones.vn/forum/members/phimsetxtop.246874/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8"/>
              </a:rPr>
              <a:t>https://raovat.nhadat.vn/members/phimsetxtop-108094.html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9"/>
              </a:rPr>
              <a:t>http://test.sozapag.ru/forum/user/239986/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0"/>
              </a:rPr>
              <a:t>https://forum.liquidbounce.net/user/phimsetxtop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1"/>
              </a:rPr>
              <a:t>https://electrodb.ro/forums/users/phimsetxtop/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2"/>
              </a:rPr>
              <a:t>https://zb3.org/phimsetxtop/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3"/>
              </a:rPr>
              <a:t>https://glamorouslengths.com/author/phimsetxtop/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4"/>
              </a:rPr>
              <a:t>https://www.ilcirotano.it/annunci/author/phimsetxtop/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5"/>
              </a:rPr>
              <a:t>https://nguoiquangbinh.net/forum/diendan/member.php?u=138190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6"/>
              </a:rPr>
              <a:t>https://chimcanhviet.vn/forum/members/phimsetxtop.170190/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7"/>
              </a:rPr>
              <a:t>https://www.homepokergames.com/vbforum/member.php?u=99961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8"/>
              </a:rPr>
              <a:t>https://hukukevi.net/user/phimsetxtop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9"/>
              </a:rPr>
              <a:t>https://hangoutshelp.net/user/phimsetxtop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0"/>
              </a:rPr>
              <a:t>https://web.ggather.com/phimsetxtop</a:t>
            </a:r>
            <a:endParaRPr sz="900" u="sng">
              <a:solidFill>
                <a:schemeClr val="hlink"/>
              </a:solidFill>
            </a:endParaRPr>
          </a:p>
          <a:p>
            <a:pPr indent="0" lvl="0" marL="0" rtl="0" algn="l">
              <a:spcBef>
                <a:spcPts val="0"/>
              </a:spcBef>
              <a:spcAft>
                <a:spcPts val="0"/>
              </a:spcAft>
              <a:buNone/>
            </a:pPr>
            <a:r>
              <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ctrTitle"/>
          </p:nvPr>
        </p:nvSpPr>
        <p:spPr>
          <a:xfrm>
            <a:off x="311700" y="226525"/>
            <a:ext cx="8520600" cy="792600"/>
          </a:xfrm>
          <a:prstGeom prst="rect">
            <a:avLst/>
          </a:prstGeom>
        </p:spPr>
        <p:txBody>
          <a:bodyPr anchorCtr="0" anchor="b" bIns="91425" lIns="91425" spcFirstLastPara="1" rIns="91425" wrap="square" tIns="91425">
            <a:noAutofit/>
          </a:bodyPr>
          <a:lstStyle/>
          <a:p>
            <a:pPr indent="0" lvl="0" marL="0" rtl="0" algn="l">
              <a:lnSpc>
                <a:spcPct val="121000"/>
              </a:lnSpc>
              <a:spcBef>
                <a:spcPts val="2000"/>
              </a:spcBef>
              <a:spcAft>
                <a:spcPts val="0"/>
              </a:spcAft>
              <a:buNone/>
            </a:pPr>
            <a:r>
              <a:rPr lang="vi" sz="1900"/>
              <a:t>Liên Kết Hữu Ích</a:t>
            </a:r>
            <a:endParaRPr/>
          </a:p>
        </p:txBody>
      </p:sp>
      <p:sp>
        <p:nvSpPr>
          <p:cNvPr id="87" name="Google Shape;87;p18"/>
          <p:cNvSpPr txBox="1"/>
          <p:nvPr>
            <p:ph idx="1" type="subTitle"/>
          </p:nvPr>
        </p:nvSpPr>
        <p:spPr>
          <a:xfrm>
            <a:off x="901050" y="1074625"/>
            <a:ext cx="7317900" cy="3989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 sz="900" u="sng">
                <a:solidFill>
                  <a:schemeClr val="hlink"/>
                </a:solidFill>
                <a:hlinkClick r:id="rId3"/>
              </a:rPr>
              <a:t>https://sites.google.com/view/phimsetxtop/trang-chu</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
              </a:rPr>
              <a:t>https://www.liveinternet.ru/users/phimsetxtop1/post505577604//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
              </a:rPr>
              <a:t>https://phimsetxtop.webflow.io/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
              </a:rPr>
              <a:t>https://phimsetxtop.gitbook.io/phimsetxtop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
              </a:rPr>
              <a:t>https://phimsetxtop.amebaownd.com/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
              </a:rPr>
              <a:t>https://phimsetxtop.pixnet.net/blog/post/152440546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
              </a:rPr>
              <a:t>https://665befaa000e3.site123.me/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
              </a:rPr>
              <a:t>https://telegra.ph/Phim-Set-X--Tr%E1%BA%A1i-Nghi%C3%AAm-Giai-Tri-%C4%90%E1%BB%91c-%C4%90%E1%BA%A1o-06-02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
              </a:rPr>
              <a:t>https://phimsetxtop.threadless.com/about?preview=true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
              </a:rPr>
              <a:t>https://phimsetxtop.godaddysites.com/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
              </a:rPr>
              <a:t>https://phimsetxtop.hashnode.dev/phim-set-x-trai-nghiem-giai-tri-doc-dao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
              </a:rPr>
              <a:t>https://phimsetxtop.studio.site/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
              </a:rPr>
              <a:t>https://phimsetxtop.mypixieset.com/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
              </a:rPr>
              <a:t>https://phimsetxtop.shopinfo.jp/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
              </a:rPr>
              <a:t>https://phimsetxtop.blogspot.com/2024/06/phim-set-x-trai-nghiem-giai-tri-oc-ao.html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
              </a:rPr>
              <a:t>https://phimsetxtop.doorkeeper.jp/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
              </a:rPr>
              <a:t>https://magic.ly/phimsetxtop/Phim-Set-X---Trai-Nghiem-Giai-Tri-DJoc-DJao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
              </a:rPr>
              <a:t>https://www.keepandshare.com/discuss3/13743/phim-set-x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
              </a:rPr>
              <a:t>https://phimsetxtop.storeinfo.jp/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
              </a:rPr>
              <a:t>https://www.storeboard.com/blogs/crowdfunding/phimsetxtop/5779961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
              </a:rPr>
              <a:t>https://postheaven.net/3rld5h3jef</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
              </a:rPr>
              <a:t>https://writeablog.net/gg84llotey</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
              </a:rPr>
              <a:t>https://blogfreely.net/phimsetxtop/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
              </a:rPr>
              <a:t>https://zenwriting.net/esewhsfzz0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
              </a:rPr>
              <a:t>https://phimsetxtop.theblog.me/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
              </a:rPr>
              <a:t>https://phimsetxtop.kktix.cc/</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
              </a:rPr>
              <a:t>https://uxfol.io/p/c85d3d8f/02eee151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
              </a:rPr>
              <a:t>https://phimsetxtop.onlc.fr/</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
              </a:rPr>
              <a:t>https://phimsetxtop.therestaurant.jp/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
              </a:rPr>
              <a:t>https://all4webs.com/phimsetxtop/home.htm?37374=12773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3"/>
              </a:rPr>
              <a:t>https://telescope.ac/phimsetxtop/uykmajqtkpgvldiozl14ms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4"/>
              </a:rPr>
              <a:t>https://phimsetxtop.websites.co.in/pages/phim-set-x/362170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5"/>
              </a:rPr>
              <a:t>https://jobhop.co.uk/blog/369132/phim-set-x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6"/>
              </a:rPr>
              <a:t>https://phimsetxtop.exblog.jp/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7"/>
              </a:rPr>
              <a:t>https://phimsetxtop1.onlc.eu/</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8"/>
              </a:rPr>
              <a:t>https://youdontneedwp.com/phimsetxtop/phimsetxtop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9"/>
              </a:rPr>
              <a:t>https://personaljournal.ca/phimsetxtop1/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0"/>
              </a:rPr>
              <a:t>https://phimsetxtop.onlc.be/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1"/>
              </a:rPr>
              <a:t>https://zb3.org/phimsetxtop1/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2"/>
              </a:rPr>
              <a:t>https://phimsetxtop.onlc.ml/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3"/>
              </a:rPr>
              <a:t>https://rant.li/phimsetxtop/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4"/>
              </a:rPr>
              <a:t>http://www.truck-business.cz/profile/phimsetxtop/blog/2892-phim-set-x.html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5"/>
              </a:rPr>
              <a:t>https://click4r.com/posts/g/16974321/phim-set-x</a:t>
            </a:r>
            <a:endParaRPr sz="900" u="sng">
              <a:solidFill>
                <a:schemeClr val="hlink"/>
              </a:solidFill>
            </a:endParaRPr>
          </a:p>
          <a:p>
            <a:pPr indent="0" lvl="0" marL="0" rtl="0" algn="l">
              <a:spcBef>
                <a:spcPts val="0"/>
              </a:spcBef>
              <a:spcAft>
                <a:spcPts val="0"/>
              </a:spcAft>
              <a:buNone/>
            </a:pPr>
            <a:r>
              <a:t/>
            </a:r>
            <a:endParaRPr sz="900" u="sng">
              <a:solidFill>
                <a:srgbClr val="1155CC"/>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