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61" r:id="rId3"/>
    <p:sldId id="257" r:id="rId4"/>
    <p:sldId id="258" r:id="rId5"/>
    <p:sldId id="259" r:id="rId6"/>
    <p:sldId id="260" r:id="rId7"/>
    <p:sldId id="262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34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CC272-F738-4575-BCB6-0AFCCA209D3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0256D98-9832-4ED4-A6FE-48A766347CA7}">
      <dgm:prSet/>
      <dgm:spPr/>
      <dgm:t>
        <a:bodyPr/>
        <a:lstStyle/>
        <a:p>
          <a:r>
            <a:rPr lang="en-US" dirty="0"/>
            <a:t>Emergence of SEM</a:t>
          </a:r>
        </a:p>
      </dgm:t>
    </dgm:pt>
    <dgm:pt modelId="{A7AAC9E7-CDCC-4769-B65F-9E961BF9261D}" type="parTrans" cxnId="{087CE6AE-27F1-4F83-A19D-04336F0C60FC}">
      <dgm:prSet/>
      <dgm:spPr/>
      <dgm:t>
        <a:bodyPr/>
        <a:lstStyle/>
        <a:p>
          <a:endParaRPr lang="en-US"/>
        </a:p>
      </dgm:t>
    </dgm:pt>
    <dgm:pt modelId="{299B7AD9-0D94-40F4-9E67-133FCE3D3F50}" type="sibTrans" cxnId="{087CE6AE-27F1-4F83-A19D-04336F0C60FC}">
      <dgm:prSet/>
      <dgm:spPr/>
      <dgm:t>
        <a:bodyPr/>
        <a:lstStyle/>
        <a:p>
          <a:endParaRPr lang="en-US"/>
        </a:p>
      </dgm:t>
    </dgm:pt>
    <dgm:pt modelId="{574790A4-A10B-4C2C-AC00-AE1F975BB8C7}">
      <dgm:prSet/>
      <dgm:spPr/>
      <dgm:t>
        <a:bodyPr/>
        <a:lstStyle/>
        <a:p>
          <a:r>
            <a:rPr lang="en-US"/>
            <a:t>Focus on dual enrollment</a:t>
          </a:r>
        </a:p>
      </dgm:t>
    </dgm:pt>
    <dgm:pt modelId="{A673EC00-9027-4528-94F9-BB13CA8C6C22}" type="parTrans" cxnId="{5A0F1545-A352-44FF-8E14-57414D55CFA7}">
      <dgm:prSet/>
      <dgm:spPr/>
      <dgm:t>
        <a:bodyPr/>
        <a:lstStyle/>
        <a:p>
          <a:endParaRPr lang="en-US"/>
        </a:p>
      </dgm:t>
    </dgm:pt>
    <dgm:pt modelId="{A6B84B41-E8F0-4861-A9FC-A2BFFDBB9D5C}" type="sibTrans" cxnId="{5A0F1545-A352-44FF-8E14-57414D55CFA7}">
      <dgm:prSet/>
      <dgm:spPr/>
      <dgm:t>
        <a:bodyPr/>
        <a:lstStyle/>
        <a:p>
          <a:endParaRPr lang="en-US"/>
        </a:p>
      </dgm:t>
    </dgm:pt>
    <dgm:pt modelId="{6DDB2FC1-3955-499A-BEA6-A65EFF9B3BB8}">
      <dgm:prSet/>
      <dgm:spPr/>
      <dgm:t>
        <a:bodyPr/>
        <a:lstStyle/>
        <a:p>
          <a:r>
            <a:rPr lang="en-US" dirty="0"/>
            <a:t>Focus on special pops: (veterans, adults, parents, stopouts and/or dropouts)</a:t>
          </a:r>
        </a:p>
      </dgm:t>
    </dgm:pt>
    <dgm:pt modelId="{CDA3D362-AD4D-4619-AF3A-619ADCD7867D}" type="parTrans" cxnId="{9F530517-E941-4029-A654-C9EEB6F2E3DB}">
      <dgm:prSet/>
      <dgm:spPr/>
      <dgm:t>
        <a:bodyPr/>
        <a:lstStyle/>
        <a:p>
          <a:endParaRPr lang="en-US"/>
        </a:p>
      </dgm:t>
    </dgm:pt>
    <dgm:pt modelId="{D591C651-7696-4A4B-BE99-5C3AF75EBE55}" type="sibTrans" cxnId="{9F530517-E941-4029-A654-C9EEB6F2E3DB}">
      <dgm:prSet/>
      <dgm:spPr/>
      <dgm:t>
        <a:bodyPr/>
        <a:lstStyle/>
        <a:p>
          <a:endParaRPr lang="en-US"/>
        </a:p>
      </dgm:t>
    </dgm:pt>
    <dgm:pt modelId="{2711E3E5-50A7-4E26-A6A4-AE6F8B46A031}">
      <dgm:prSet/>
      <dgm:spPr/>
      <dgm:t>
        <a:bodyPr/>
        <a:lstStyle/>
        <a:p>
          <a:r>
            <a:rPr lang="en-US" dirty="0"/>
            <a:t>Strong high school partnerships (senior nights, POS1041)</a:t>
          </a:r>
        </a:p>
      </dgm:t>
    </dgm:pt>
    <dgm:pt modelId="{A4BAEBBB-6E5D-4BDB-A123-2776FC5A83A1}" type="parTrans" cxnId="{1EECC953-B312-4B83-BABE-073A1FB04FD1}">
      <dgm:prSet/>
      <dgm:spPr/>
      <dgm:t>
        <a:bodyPr/>
        <a:lstStyle/>
        <a:p>
          <a:endParaRPr lang="en-US"/>
        </a:p>
      </dgm:t>
    </dgm:pt>
    <dgm:pt modelId="{DB235F1D-0633-4D65-89B4-E4EEFB70C462}" type="sibTrans" cxnId="{1EECC953-B312-4B83-BABE-073A1FB04FD1}">
      <dgm:prSet/>
      <dgm:spPr/>
      <dgm:t>
        <a:bodyPr/>
        <a:lstStyle/>
        <a:p>
          <a:endParaRPr lang="en-US"/>
        </a:p>
      </dgm:t>
    </dgm:pt>
    <dgm:pt modelId="{DA799909-05AC-4F5C-93F2-29467AE5D9F5}">
      <dgm:prSet/>
      <dgm:spPr/>
      <dgm:t>
        <a:bodyPr/>
        <a:lstStyle/>
        <a:p>
          <a:r>
            <a:rPr lang="en-US" dirty="0"/>
            <a:t>Assigned academic and/or admissions advisors</a:t>
          </a:r>
        </a:p>
      </dgm:t>
    </dgm:pt>
    <dgm:pt modelId="{2ABA5F77-ADF1-46E0-A293-1EC4CF428985}" type="parTrans" cxnId="{1E73105A-893D-421D-8FE7-09D2B004C0FC}">
      <dgm:prSet/>
      <dgm:spPr/>
      <dgm:t>
        <a:bodyPr/>
        <a:lstStyle/>
        <a:p>
          <a:endParaRPr lang="en-US"/>
        </a:p>
      </dgm:t>
    </dgm:pt>
    <dgm:pt modelId="{3BFFE1EA-E971-4D9A-BF33-4FF51235B3BC}" type="sibTrans" cxnId="{1E73105A-893D-421D-8FE7-09D2B004C0FC}">
      <dgm:prSet/>
      <dgm:spPr/>
      <dgm:t>
        <a:bodyPr/>
        <a:lstStyle/>
        <a:p>
          <a:endParaRPr lang="en-US"/>
        </a:p>
      </dgm:t>
    </dgm:pt>
    <dgm:pt modelId="{FA39C5D8-92ED-497F-9E2E-28D7220B77ED}">
      <dgm:prSet/>
      <dgm:spPr/>
      <dgm:t>
        <a:bodyPr/>
        <a:lstStyle/>
        <a:p>
          <a:r>
            <a:rPr lang="en-US" dirty="0"/>
            <a:t>Targeted recruitment events</a:t>
          </a:r>
        </a:p>
      </dgm:t>
    </dgm:pt>
    <dgm:pt modelId="{5A97D1E0-2A87-458C-9E58-AA7ECA44CF7F}" type="parTrans" cxnId="{4DD40573-2B71-4B61-8637-C68C9737A0C9}">
      <dgm:prSet/>
      <dgm:spPr/>
      <dgm:t>
        <a:bodyPr/>
        <a:lstStyle/>
        <a:p>
          <a:endParaRPr lang="en-US"/>
        </a:p>
      </dgm:t>
    </dgm:pt>
    <dgm:pt modelId="{BF3FED50-414E-42BB-8CF8-28D8968AEF40}" type="sibTrans" cxnId="{4DD40573-2B71-4B61-8637-C68C9737A0C9}">
      <dgm:prSet/>
      <dgm:spPr/>
      <dgm:t>
        <a:bodyPr/>
        <a:lstStyle/>
        <a:p>
          <a:endParaRPr lang="en-US"/>
        </a:p>
      </dgm:t>
    </dgm:pt>
    <dgm:pt modelId="{D4C90F63-0762-4550-93E4-783346BF0FAE}" type="pres">
      <dgm:prSet presAssocID="{82CCC272-F738-4575-BCB6-0AFCCA209D3C}" presName="root" presStyleCnt="0">
        <dgm:presLayoutVars>
          <dgm:dir/>
          <dgm:resizeHandles val="exact"/>
        </dgm:presLayoutVars>
      </dgm:prSet>
      <dgm:spPr/>
    </dgm:pt>
    <dgm:pt modelId="{CF60D21B-D7D2-426D-B38D-863F10436398}" type="pres">
      <dgm:prSet presAssocID="{82CCC272-F738-4575-BCB6-0AFCCA209D3C}" presName="container" presStyleCnt="0">
        <dgm:presLayoutVars>
          <dgm:dir/>
          <dgm:resizeHandles val="exact"/>
        </dgm:presLayoutVars>
      </dgm:prSet>
      <dgm:spPr/>
    </dgm:pt>
    <dgm:pt modelId="{C3D0AC61-8AF1-4128-9F08-91B41398325F}" type="pres">
      <dgm:prSet presAssocID="{B0256D98-9832-4ED4-A6FE-48A766347CA7}" presName="compNode" presStyleCnt="0"/>
      <dgm:spPr/>
    </dgm:pt>
    <dgm:pt modelId="{18517238-DAD1-4CC2-87EA-2D7DEA529684}" type="pres">
      <dgm:prSet presAssocID="{B0256D98-9832-4ED4-A6FE-48A766347CA7}" presName="iconBgRect" presStyleLbl="bgShp" presStyleIdx="0" presStyleCnt="6"/>
      <dgm:spPr/>
    </dgm:pt>
    <dgm:pt modelId="{DB8309FA-F89E-45B1-9D1E-9EA7B9A8B61D}" type="pres">
      <dgm:prSet presAssocID="{B0256D98-9832-4ED4-A6FE-48A766347CA7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E92B906-D2B4-4157-83D9-C2EB4F0EF5D7}" type="pres">
      <dgm:prSet presAssocID="{B0256D98-9832-4ED4-A6FE-48A766347CA7}" presName="spaceRect" presStyleCnt="0"/>
      <dgm:spPr/>
    </dgm:pt>
    <dgm:pt modelId="{C12A7E26-B9A7-4DC9-A8F6-D352EA6A4A04}" type="pres">
      <dgm:prSet presAssocID="{B0256D98-9832-4ED4-A6FE-48A766347CA7}" presName="textRect" presStyleLbl="revTx" presStyleIdx="0" presStyleCnt="6">
        <dgm:presLayoutVars>
          <dgm:chMax val="1"/>
          <dgm:chPref val="1"/>
        </dgm:presLayoutVars>
      </dgm:prSet>
      <dgm:spPr/>
    </dgm:pt>
    <dgm:pt modelId="{168C6B93-B494-476F-9A01-E2F3D0C65473}" type="pres">
      <dgm:prSet presAssocID="{299B7AD9-0D94-40F4-9E67-133FCE3D3F50}" presName="sibTrans" presStyleLbl="sibTrans2D1" presStyleIdx="0" presStyleCnt="0"/>
      <dgm:spPr/>
    </dgm:pt>
    <dgm:pt modelId="{0E730BE6-76DB-4C46-89C9-420E2310EB76}" type="pres">
      <dgm:prSet presAssocID="{574790A4-A10B-4C2C-AC00-AE1F975BB8C7}" presName="compNode" presStyleCnt="0"/>
      <dgm:spPr/>
    </dgm:pt>
    <dgm:pt modelId="{69BA025F-ACAC-448F-845A-5F6EB1B1D059}" type="pres">
      <dgm:prSet presAssocID="{574790A4-A10B-4C2C-AC00-AE1F975BB8C7}" presName="iconBgRect" presStyleLbl="bgShp" presStyleIdx="1" presStyleCnt="6"/>
      <dgm:spPr/>
    </dgm:pt>
    <dgm:pt modelId="{6A7D2A91-2021-4F16-A797-5CB42BE76C07}" type="pres">
      <dgm:prSet presAssocID="{574790A4-A10B-4C2C-AC00-AE1F975BB8C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E1FEB17-648C-4348-AF04-38EAC5543C21}" type="pres">
      <dgm:prSet presAssocID="{574790A4-A10B-4C2C-AC00-AE1F975BB8C7}" presName="spaceRect" presStyleCnt="0"/>
      <dgm:spPr/>
    </dgm:pt>
    <dgm:pt modelId="{AB215374-7535-4A39-AFA2-77F857E4F86C}" type="pres">
      <dgm:prSet presAssocID="{574790A4-A10B-4C2C-AC00-AE1F975BB8C7}" presName="textRect" presStyleLbl="revTx" presStyleIdx="1" presStyleCnt="6">
        <dgm:presLayoutVars>
          <dgm:chMax val="1"/>
          <dgm:chPref val="1"/>
        </dgm:presLayoutVars>
      </dgm:prSet>
      <dgm:spPr/>
    </dgm:pt>
    <dgm:pt modelId="{CB4F4F01-BF8A-4AE8-8A76-C3C321D65030}" type="pres">
      <dgm:prSet presAssocID="{A6B84B41-E8F0-4861-A9FC-A2BFFDBB9D5C}" presName="sibTrans" presStyleLbl="sibTrans2D1" presStyleIdx="0" presStyleCnt="0"/>
      <dgm:spPr/>
    </dgm:pt>
    <dgm:pt modelId="{BE2BB759-6188-4DD4-A5D9-2884455A1C08}" type="pres">
      <dgm:prSet presAssocID="{6DDB2FC1-3955-499A-BEA6-A65EFF9B3BB8}" presName="compNode" presStyleCnt="0"/>
      <dgm:spPr/>
    </dgm:pt>
    <dgm:pt modelId="{64455C58-0B16-4CC1-958E-75410F71B00E}" type="pres">
      <dgm:prSet presAssocID="{6DDB2FC1-3955-499A-BEA6-A65EFF9B3BB8}" presName="iconBgRect" presStyleLbl="bgShp" presStyleIdx="2" presStyleCnt="6"/>
      <dgm:spPr/>
    </dgm:pt>
    <dgm:pt modelId="{E309A410-8DE1-474C-BB4A-49160D4EEB59}" type="pres">
      <dgm:prSet presAssocID="{6DDB2FC1-3955-499A-BEA6-A65EFF9B3BB8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tune Cookie"/>
        </a:ext>
      </dgm:extLst>
    </dgm:pt>
    <dgm:pt modelId="{18610221-83AD-4E26-A268-BB5E4E1516F3}" type="pres">
      <dgm:prSet presAssocID="{6DDB2FC1-3955-499A-BEA6-A65EFF9B3BB8}" presName="spaceRect" presStyleCnt="0"/>
      <dgm:spPr/>
    </dgm:pt>
    <dgm:pt modelId="{C7B12362-309B-4181-A326-459C1A71B223}" type="pres">
      <dgm:prSet presAssocID="{6DDB2FC1-3955-499A-BEA6-A65EFF9B3BB8}" presName="textRect" presStyleLbl="revTx" presStyleIdx="2" presStyleCnt="6">
        <dgm:presLayoutVars>
          <dgm:chMax val="1"/>
          <dgm:chPref val="1"/>
        </dgm:presLayoutVars>
      </dgm:prSet>
      <dgm:spPr/>
    </dgm:pt>
    <dgm:pt modelId="{17F1F7DA-1149-41F3-8323-C5F625918484}" type="pres">
      <dgm:prSet presAssocID="{D591C651-7696-4A4B-BE99-5C3AF75EBE55}" presName="sibTrans" presStyleLbl="sibTrans2D1" presStyleIdx="0" presStyleCnt="0"/>
      <dgm:spPr/>
    </dgm:pt>
    <dgm:pt modelId="{EC325700-316C-4ABC-AC0C-DA7BFBF075AD}" type="pres">
      <dgm:prSet presAssocID="{2711E3E5-50A7-4E26-A6A4-AE6F8B46A031}" presName="compNode" presStyleCnt="0"/>
      <dgm:spPr/>
    </dgm:pt>
    <dgm:pt modelId="{C977C33B-6932-43AA-96D9-B9E85AF77C1F}" type="pres">
      <dgm:prSet presAssocID="{2711E3E5-50A7-4E26-A6A4-AE6F8B46A031}" presName="iconBgRect" presStyleLbl="bgShp" presStyleIdx="3" presStyleCnt="6"/>
      <dgm:spPr/>
    </dgm:pt>
    <dgm:pt modelId="{66A3C706-8C2B-48EA-8C0E-07B93C7BF5BD}" type="pres">
      <dgm:prSet presAssocID="{2711E3E5-50A7-4E26-A6A4-AE6F8B46A03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EF78A7EF-6062-4E5C-956A-259CC8F34193}" type="pres">
      <dgm:prSet presAssocID="{2711E3E5-50A7-4E26-A6A4-AE6F8B46A031}" presName="spaceRect" presStyleCnt="0"/>
      <dgm:spPr/>
    </dgm:pt>
    <dgm:pt modelId="{91C45488-F0D3-494A-9169-F26924DDFA58}" type="pres">
      <dgm:prSet presAssocID="{2711E3E5-50A7-4E26-A6A4-AE6F8B46A031}" presName="textRect" presStyleLbl="revTx" presStyleIdx="3" presStyleCnt="6">
        <dgm:presLayoutVars>
          <dgm:chMax val="1"/>
          <dgm:chPref val="1"/>
        </dgm:presLayoutVars>
      </dgm:prSet>
      <dgm:spPr/>
    </dgm:pt>
    <dgm:pt modelId="{BCC1E73D-7AE6-4453-833B-0A71C627DBB0}" type="pres">
      <dgm:prSet presAssocID="{DB235F1D-0633-4D65-89B4-E4EEFB70C462}" presName="sibTrans" presStyleLbl="sibTrans2D1" presStyleIdx="0" presStyleCnt="0"/>
      <dgm:spPr/>
    </dgm:pt>
    <dgm:pt modelId="{D69958DF-6FD2-4032-A104-7F88CA753995}" type="pres">
      <dgm:prSet presAssocID="{DA799909-05AC-4F5C-93F2-29467AE5D9F5}" presName="compNode" presStyleCnt="0"/>
      <dgm:spPr/>
    </dgm:pt>
    <dgm:pt modelId="{C87D096B-C7DC-4F5D-8A58-ECA3CAC9B80D}" type="pres">
      <dgm:prSet presAssocID="{DA799909-05AC-4F5C-93F2-29467AE5D9F5}" presName="iconBgRect" presStyleLbl="bgShp" presStyleIdx="4" presStyleCnt="6"/>
      <dgm:spPr/>
    </dgm:pt>
    <dgm:pt modelId="{D66EC41D-59C7-414C-BBD9-E9EF623B60E2}" type="pres">
      <dgm:prSet presAssocID="{DA799909-05AC-4F5C-93F2-29467AE5D9F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31DBB4F5-74B6-4D8F-8C78-DD9D2FE1000B}" type="pres">
      <dgm:prSet presAssocID="{DA799909-05AC-4F5C-93F2-29467AE5D9F5}" presName="spaceRect" presStyleCnt="0"/>
      <dgm:spPr/>
    </dgm:pt>
    <dgm:pt modelId="{34FC227F-B1FC-41EA-9391-542D0EE2B850}" type="pres">
      <dgm:prSet presAssocID="{DA799909-05AC-4F5C-93F2-29467AE5D9F5}" presName="textRect" presStyleLbl="revTx" presStyleIdx="4" presStyleCnt="6">
        <dgm:presLayoutVars>
          <dgm:chMax val="1"/>
          <dgm:chPref val="1"/>
        </dgm:presLayoutVars>
      </dgm:prSet>
      <dgm:spPr/>
    </dgm:pt>
    <dgm:pt modelId="{138DB718-2BF7-435D-8A41-AF83D9282A5A}" type="pres">
      <dgm:prSet presAssocID="{3BFFE1EA-E971-4D9A-BF33-4FF51235B3BC}" presName="sibTrans" presStyleLbl="sibTrans2D1" presStyleIdx="0" presStyleCnt="0"/>
      <dgm:spPr/>
    </dgm:pt>
    <dgm:pt modelId="{584C9071-0779-4100-BCD0-0896979A00CA}" type="pres">
      <dgm:prSet presAssocID="{FA39C5D8-92ED-497F-9E2E-28D7220B77ED}" presName="compNode" presStyleCnt="0"/>
      <dgm:spPr/>
    </dgm:pt>
    <dgm:pt modelId="{91BDAB41-73E2-47DC-9BE3-8C1587B6B201}" type="pres">
      <dgm:prSet presAssocID="{FA39C5D8-92ED-497F-9E2E-28D7220B77ED}" presName="iconBgRect" presStyleLbl="bgShp" presStyleIdx="5" presStyleCnt="6"/>
      <dgm:spPr/>
    </dgm:pt>
    <dgm:pt modelId="{4BDC536E-F90D-4DAA-8077-FAEDAA1DE217}" type="pres">
      <dgm:prSet presAssocID="{FA39C5D8-92ED-497F-9E2E-28D7220B77E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2933B2F-B5D2-4087-B2E7-06E6CD4D9E1D}" type="pres">
      <dgm:prSet presAssocID="{FA39C5D8-92ED-497F-9E2E-28D7220B77ED}" presName="spaceRect" presStyleCnt="0"/>
      <dgm:spPr/>
    </dgm:pt>
    <dgm:pt modelId="{1AFEB1CA-AF88-4265-BB79-B03CB276DCE1}" type="pres">
      <dgm:prSet presAssocID="{FA39C5D8-92ED-497F-9E2E-28D7220B77ED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E98D113-CEA7-45E7-A437-8635ADDD9C8D}" type="presOf" srcId="{B0256D98-9832-4ED4-A6FE-48A766347CA7}" destId="{C12A7E26-B9A7-4DC9-A8F6-D352EA6A4A04}" srcOrd="0" destOrd="0" presId="urn:microsoft.com/office/officeart/2018/2/layout/IconCircleList"/>
    <dgm:cxn modelId="{9F530517-E941-4029-A654-C9EEB6F2E3DB}" srcId="{82CCC272-F738-4575-BCB6-0AFCCA209D3C}" destId="{6DDB2FC1-3955-499A-BEA6-A65EFF9B3BB8}" srcOrd="2" destOrd="0" parTransId="{CDA3D362-AD4D-4619-AF3A-619ADCD7867D}" sibTransId="{D591C651-7696-4A4B-BE99-5C3AF75EBE55}"/>
    <dgm:cxn modelId="{55BA6125-59EC-4EDB-A386-562E61D95788}" type="presOf" srcId="{FA39C5D8-92ED-497F-9E2E-28D7220B77ED}" destId="{1AFEB1CA-AF88-4265-BB79-B03CB276DCE1}" srcOrd="0" destOrd="0" presId="urn:microsoft.com/office/officeart/2018/2/layout/IconCircleList"/>
    <dgm:cxn modelId="{BDF7F327-DE25-4198-891E-A0D45589F55D}" type="presOf" srcId="{6DDB2FC1-3955-499A-BEA6-A65EFF9B3BB8}" destId="{C7B12362-309B-4181-A326-459C1A71B223}" srcOrd="0" destOrd="0" presId="urn:microsoft.com/office/officeart/2018/2/layout/IconCircleList"/>
    <dgm:cxn modelId="{D6149034-950C-4891-A579-4946CDDC1A19}" type="presOf" srcId="{299B7AD9-0D94-40F4-9E67-133FCE3D3F50}" destId="{168C6B93-B494-476F-9A01-E2F3D0C65473}" srcOrd="0" destOrd="0" presId="urn:microsoft.com/office/officeart/2018/2/layout/IconCircleList"/>
    <dgm:cxn modelId="{DC14E136-78DC-4C05-A443-11F45EC41F2B}" type="presOf" srcId="{DB235F1D-0633-4D65-89B4-E4EEFB70C462}" destId="{BCC1E73D-7AE6-4453-833B-0A71C627DBB0}" srcOrd="0" destOrd="0" presId="urn:microsoft.com/office/officeart/2018/2/layout/IconCircleList"/>
    <dgm:cxn modelId="{8A4F8C3F-ACB1-4158-A1C7-F9344577EBAC}" type="presOf" srcId="{A6B84B41-E8F0-4861-A9FC-A2BFFDBB9D5C}" destId="{CB4F4F01-BF8A-4AE8-8A76-C3C321D65030}" srcOrd="0" destOrd="0" presId="urn:microsoft.com/office/officeart/2018/2/layout/IconCircleList"/>
    <dgm:cxn modelId="{36C5355E-4A58-47AB-85A8-D6F97245147B}" type="presOf" srcId="{3BFFE1EA-E971-4D9A-BF33-4FF51235B3BC}" destId="{138DB718-2BF7-435D-8A41-AF83D9282A5A}" srcOrd="0" destOrd="0" presId="urn:microsoft.com/office/officeart/2018/2/layout/IconCircleList"/>
    <dgm:cxn modelId="{9E900844-730E-4F1D-8903-16C1914CE090}" type="presOf" srcId="{DA799909-05AC-4F5C-93F2-29467AE5D9F5}" destId="{34FC227F-B1FC-41EA-9391-542D0EE2B850}" srcOrd="0" destOrd="0" presId="urn:microsoft.com/office/officeart/2018/2/layout/IconCircleList"/>
    <dgm:cxn modelId="{5A0F1545-A352-44FF-8E14-57414D55CFA7}" srcId="{82CCC272-F738-4575-BCB6-0AFCCA209D3C}" destId="{574790A4-A10B-4C2C-AC00-AE1F975BB8C7}" srcOrd="1" destOrd="0" parTransId="{A673EC00-9027-4528-94F9-BB13CA8C6C22}" sibTransId="{A6B84B41-E8F0-4861-A9FC-A2BFFDBB9D5C}"/>
    <dgm:cxn modelId="{4DD40573-2B71-4B61-8637-C68C9737A0C9}" srcId="{82CCC272-F738-4575-BCB6-0AFCCA209D3C}" destId="{FA39C5D8-92ED-497F-9E2E-28D7220B77ED}" srcOrd="5" destOrd="0" parTransId="{5A97D1E0-2A87-458C-9E58-AA7ECA44CF7F}" sibTransId="{BF3FED50-414E-42BB-8CF8-28D8968AEF40}"/>
    <dgm:cxn modelId="{1EECC953-B312-4B83-BABE-073A1FB04FD1}" srcId="{82CCC272-F738-4575-BCB6-0AFCCA209D3C}" destId="{2711E3E5-50A7-4E26-A6A4-AE6F8B46A031}" srcOrd="3" destOrd="0" parTransId="{A4BAEBBB-6E5D-4BDB-A123-2776FC5A83A1}" sibTransId="{DB235F1D-0633-4D65-89B4-E4EEFB70C462}"/>
    <dgm:cxn modelId="{1E73105A-893D-421D-8FE7-09D2B004C0FC}" srcId="{82CCC272-F738-4575-BCB6-0AFCCA209D3C}" destId="{DA799909-05AC-4F5C-93F2-29467AE5D9F5}" srcOrd="4" destOrd="0" parTransId="{2ABA5F77-ADF1-46E0-A293-1EC4CF428985}" sibTransId="{3BFFE1EA-E971-4D9A-BF33-4FF51235B3BC}"/>
    <dgm:cxn modelId="{66A85B7C-B022-4368-AE51-54584D87B3EC}" type="presOf" srcId="{82CCC272-F738-4575-BCB6-0AFCCA209D3C}" destId="{D4C90F63-0762-4550-93E4-783346BF0FAE}" srcOrd="0" destOrd="0" presId="urn:microsoft.com/office/officeart/2018/2/layout/IconCircleList"/>
    <dgm:cxn modelId="{977DB9A8-CCF4-4FD3-98D3-B14A851E7559}" type="presOf" srcId="{D591C651-7696-4A4B-BE99-5C3AF75EBE55}" destId="{17F1F7DA-1149-41F3-8323-C5F625918484}" srcOrd="0" destOrd="0" presId="urn:microsoft.com/office/officeart/2018/2/layout/IconCircleList"/>
    <dgm:cxn modelId="{087CE6AE-27F1-4F83-A19D-04336F0C60FC}" srcId="{82CCC272-F738-4575-BCB6-0AFCCA209D3C}" destId="{B0256D98-9832-4ED4-A6FE-48A766347CA7}" srcOrd="0" destOrd="0" parTransId="{A7AAC9E7-CDCC-4769-B65F-9E961BF9261D}" sibTransId="{299B7AD9-0D94-40F4-9E67-133FCE3D3F50}"/>
    <dgm:cxn modelId="{1BD775E8-7942-4FBB-A141-B58E7FAE6E09}" type="presOf" srcId="{574790A4-A10B-4C2C-AC00-AE1F975BB8C7}" destId="{AB215374-7535-4A39-AFA2-77F857E4F86C}" srcOrd="0" destOrd="0" presId="urn:microsoft.com/office/officeart/2018/2/layout/IconCircleList"/>
    <dgm:cxn modelId="{9FE352ED-7BD9-4DC9-BC08-B87A6D354347}" type="presOf" srcId="{2711E3E5-50A7-4E26-A6A4-AE6F8B46A031}" destId="{91C45488-F0D3-494A-9169-F26924DDFA58}" srcOrd="0" destOrd="0" presId="urn:microsoft.com/office/officeart/2018/2/layout/IconCircleList"/>
    <dgm:cxn modelId="{35C38F90-A62E-44AF-B2B6-2ACDE9620213}" type="presParOf" srcId="{D4C90F63-0762-4550-93E4-783346BF0FAE}" destId="{CF60D21B-D7D2-426D-B38D-863F10436398}" srcOrd="0" destOrd="0" presId="urn:microsoft.com/office/officeart/2018/2/layout/IconCircleList"/>
    <dgm:cxn modelId="{B58B2881-3077-48E8-9D02-F42B4BE03AFB}" type="presParOf" srcId="{CF60D21B-D7D2-426D-B38D-863F10436398}" destId="{C3D0AC61-8AF1-4128-9F08-91B41398325F}" srcOrd="0" destOrd="0" presId="urn:microsoft.com/office/officeart/2018/2/layout/IconCircleList"/>
    <dgm:cxn modelId="{46DBB739-4D12-49EC-A711-C4D61850CAB2}" type="presParOf" srcId="{C3D0AC61-8AF1-4128-9F08-91B41398325F}" destId="{18517238-DAD1-4CC2-87EA-2D7DEA529684}" srcOrd="0" destOrd="0" presId="urn:microsoft.com/office/officeart/2018/2/layout/IconCircleList"/>
    <dgm:cxn modelId="{3BCF3193-3AFA-40CF-97F9-71C2F5982EE4}" type="presParOf" srcId="{C3D0AC61-8AF1-4128-9F08-91B41398325F}" destId="{DB8309FA-F89E-45B1-9D1E-9EA7B9A8B61D}" srcOrd="1" destOrd="0" presId="urn:microsoft.com/office/officeart/2018/2/layout/IconCircleList"/>
    <dgm:cxn modelId="{968F66F5-2D60-4283-A399-541410A1F998}" type="presParOf" srcId="{C3D0AC61-8AF1-4128-9F08-91B41398325F}" destId="{8E92B906-D2B4-4157-83D9-C2EB4F0EF5D7}" srcOrd="2" destOrd="0" presId="urn:microsoft.com/office/officeart/2018/2/layout/IconCircleList"/>
    <dgm:cxn modelId="{43504CBA-7257-4E6D-A010-37F17B188EDC}" type="presParOf" srcId="{C3D0AC61-8AF1-4128-9F08-91B41398325F}" destId="{C12A7E26-B9A7-4DC9-A8F6-D352EA6A4A04}" srcOrd="3" destOrd="0" presId="urn:microsoft.com/office/officeart/2018/2/layout/IconCircleList"/>
    <dgm:cxn modelId="{0F086738-8D24-4675-8D1F-AB71B3C9475C}" type="presParOf" srcId="{CF60D21B-D7D2-426D-B38D-863F10436398}" destId="{168C6B93-B494-476F-9A01-E2F3D0C65473}" srcOrd="1" destOrd="0" presId="urn:microsoft.com/office/officeart/2018/2/layout/IconCircleList"/>
    <dgm:cxn modelId="{60C278C4-DB8F-4DB2-BD32-3EE890A716CD}" type="presParOf" srcId="{CF60D21B-D7D2-426D-B38D-863F10436398}" destId="{0E730BE6-76DB-4C46-89C9-420E2310EB76}" srcOrd="2" destOrd="0" presId="urn:microsoft.com/office/officeart/2018/2/layout/IconCircleList"/>
    <dgm:cxn modelId="{52033421-6ABE-4F78-9382-843814B16B0F}" type="presParOf" srcId="{0E730BE6-76DB-4C46-89C9-420E2310EB76}" destId="{69BA025F-ACAC-448F-845A-5F6EB1B1D059}" srcOrd="0" destOrd="0" presId="urn:microsoft.com/office/officeart/2018/2/layout/IconCircleList"/>
    <dgm:cxn modelId="{AA0BEC46-367D-456A-A0EE-B454281018F5}" type="presParOf" srcId="{0E730BE6-76DB-4C46-89C9-420E2310EB76}" destId="{6A7D2A91-2021-4F16-A797-5CB42BE76C07}" srcOrd="1" destOrd="0" presId="urn:microsoft.com/office/officeart/2018/2/layout/IconCircleList"/>
    <dgm:cxn modelId="{FD63AB92-CB1C-46A9-AADA-59F2CCB77D9E}" type="presParOf" srcId="{0E730BE6-76DB-4C46-89C9-420E2310EB76}" destId="{BE1FEB17-648C-4348-AF04-38EAC5543C21}" srcOrd="2" destOrd="0" presId="urn:microsoft.com/office/officeart/2018/2/layout/IconCircleList"/>
    <dgm:cxn modelId="{1832B00C-CABF-4417-97B5-127AEDD21EE7}" type="presParOf" srcId="{0E730BE6-76DB-4C46-89C9-420E2310EB76}" destId="{AB215374-7535-4A39-AFA2-77F857E4F86C}" srcOrd="3" destOrd="0" presId="urn:microsoft.com/office/officeart/2018/2/layout/IconCircleList"/>
    <dgm:cxn modelId="{FBAD290D-FD79-4186-A7F0-2EE5E101182A}" type="presParOf" srcId="{CF60D21B-D7D2-426D-B38D-863F10436398}" destId="{CB4F4F01-BF8A-4AE8-8A76-C3C321D65030}" srcOrd="3" destOrd="0" presId="urn:microsoft.com/office/officeart/2018/2/layout/IconCircleList"/>
    <dgm:cxn modelId="{F0CB5DD9-A120-4048-82B4-2EB1802DE973}" type="presParOf" srcId="{CF60D21B-D7D2-426D-B38D-863F10436398}" destId="{BE2BB759-6188-4DD4-A5D9-2884455A1C08}" srcOrd="4" destOrd="0" presId="urn:microsoft.com/office/officeart/2018/2/layout/IconCircleList"/>
    <dgm:cxn modelId="{5AD4729E-BF00-47CE-8056-28AD68A965E8}" type="presParOf" srcId="{BE2BB759-6188-4DD4-A5D9-2884455A1C08}" destId="{64455C58-0B16-4CC1-958E-75410F71B00E}" srcOrd="0" destOrd="0" presId="urn:microsoft.com/office/officeart/2018/2/layout/IconCircleList"/>
    <dgm:cxn modelId="{B78BE686-3CA6-4DDE-8EE1-E490B8A43DD5}" type="presParOf" srcId="{BE2BB759-6188-4DD4-A5D9-2884455A1C08}" destId="{E309A410-8DE1-474C-BB4A-49160D4EEB59}" srcOrd="1" destOrd="0" presId="urn:microsoft.com/office/officeart/2018/2/layout/IconCircleList"/>
    <dgm:cxn modelId="{5BC3CAC0-6B7B-42FA-8689-DEE9E4A2C90A}" type="presParOf" srcId="{BE2BB759-6188-4DD4-A5D9-2884455A1C08}" destId="{18610221-83AD-4E26-A268-BB5E4E1516F3}" srcOrd="2" destOrd="0" presId="urn:microsoft.com/office/officeart/2018/2/layout/IconCircleList"/>
    <dgm:cxn modelId="{CCEFFB3E-0208-4D69-9EB2-B8E2991440B4}" type="presParOf" srcId="{BE2BB759-6188-4DD4-A5D9-2884455A1C08}" destId="{C7B12362-309B-4181-A326-459C1A71B223}" srcOrd="3" destOrd="0" presId="urn:microsoft.com/office/officeart/2018/2/layout/IconCircleList"/>
    <dgm:cxn modelId="{DA524069-A8BE-4484-AADA-FCA4EBEB161B}" type="presParOf" srcId="{CF60D21B-D7D2-426D-B38D-863F10436398}" destId="{17F1F7DA-1149-41F3-8323-C5F625918484}" srcOrd="5" destOrd="0" presId="urn:microsoft.com/office/officeart/2018/2/layout/IconCircleList"/>
    <dgm:cxn modelId="{2BD5B6E6-AAD0-4248-ABDE-7285CFCC1B01}" type="presParOf" srcId="{CF60D21B-D7D2-426D-B38D-863F10436398}" destId="{EC325700-316C-4ABC-AC0C-DA7BFBF075AD}" srcOrd="6" destOrd="0" presId="urn:microsoft.com/office/officeart/2018/2/layout/IconCircleList"/>
    <dgm:cxn modelId="{1CD75847-C44C-4EB8-BAFE-B6C425230561}" type="presParOf" srcId="{EC325700-316C-4ABC-AC0C-DA7BFBF075AD}" destId="{C977C33B-6932-43AA-96D9-B9E85AF77C1F}" srcOrd="0" destOrd="0" presId="urn:microsoft.com/office/officeart/2018/2/layout/IconCircleList"/>
    <dgm:cxn modelId="{BB406EB1-8CE6-4A3E-8BC9-56568327869E}" type="presParOf" srcId="{EC325700-316C-4ABC-AC0C-DA7BFBF075AD}" destId="{66A3C706-8C2B-48EA-8C0E-07B93C7BF5BD}" srcOrd="1" destOrd="0" presId="urn:microsoft.com/office/officeart/2018/2/layout/IconCircleList"/>
    <dgm:cxn modelId="{0171A243-AD13-4D50-9596-01521FA47355}" type="presParOf" srcId="{EC325700-316C-4ABC-AC0C-DA7BFBF075AD}" destId="{EF78A7EF-6062-4E5C-956A-259CC8F34193}" srcOrd="2" destOrd="0" presId="urn:microsoft.com/office/officeart/2018/2/layout/IconCircleList"/>
    <dgm:cxn modelId="{D9D928F4-91C1-4B17-9774-1E75A17C15EE}" type="presParOf" srcId="{EC325700-316C-4ABC-AC0C-DA7BFBF075AD}" destId="{91C45488-F0D3-494A-9169-F26924DDFA58}" srcOrd="3" destOrd="0" presId="urn:microsoft.com/office/officeart/2018/2/layout/IconCircleList"/>
    <dgm:cxn modelId="{6250DAB6-B44D-481A-8275-495428CC3093}" type="presParOf" srcId="{CF60D21B-D7D2-426D-B38D-863F10436398}" destId="{BCC1E73D-7AE6-4453-833B-0A71C627DBB0}" srcOrd="7" destOrd="0" presId="urn:microsoft.com/office/officeart/2018/2/layout/IconCircleList"/>
    <dgm:cxn modelId="{ECDCA6C7-7D02-422B-A1B8-31E6D9A50137}" type="presParOf" srcId="{CF60D21B-D7D2-426D-B38D-863F10436398}" destId="{D69958DF-6FD2-4032-A104-7F88CA753995}" srcOrd="8" destOrd="0" presId="urn:microsoft.com/office/officeart/2018/2/layout/IconCircleList"/>
    <dgm:cxn modelId="{EE023969-1C9E-45E9-9DEC-7D67A70766EB}" type="presParOf" srcId="{D69958DF-6FD2-4032-A104-7F88CA753995}" destId="{C87D096B-C7DC-4F5D-8A58-ECA3CAC9B80D}" srcOrd="0" destOrd="0" presId="urn:microsoft.com/office/officeart/2018/2/layout/IconCircleList"/>
    <dgm:cxn modelId="{CE184625-9886-415D-807B-F3988C2EA549}" type="presParOf" srcId="{D69958DF-6FD2-4032-A104-7F88CA753995}" destId="{D66EC41D-59C7-414C-BBD9-E9EF623B60E2}" srcOrd="1" destOrd="0" presId="urn:microsoft.com/office/officeart/2018/2/layout/IconCircleList"/>
    <dgm:cxn modelId="{A833E488-0DE1-4888-9925-903BBC942A26}" type="presParOf" srcId="{D69958DF-6FD2-4032-A104-7F88CA753995}" destId="{31DBB4F5-74B6-4D8F-8C78-DD9D2FE1000B}" srcOrd="2" destOrd="0" presId="urn:microsoft.com/office/officeart/2018/2/layout/IconCircleList"/>
    <dgm:cxn modelId="{3871A1AA-0AD3-49EF-87A9-55DC5E8259B2}" type="presParOf" srcId="{D69958DF-6FD2-4032-A104-7F88CA753995}" destId="{34FC227F-B1FC-41EA-9391-542D0EE2B850}" srcOrd="3" destOrd="0" presId="urn:microsoft.com/office/officeart/2018/2/layout/IconCircleList"/>
    <dgm:cxn modelId="{309E55BA-9FC7-4FCB-9759-864061B653A3}" type="presParOf" srcId="{CF60D21B-D7D2-426D-B38D-863F10436398}" destId="{138DB718-2BF7-435D-8A41-AF83D9282A5A}" srcOrd="9" destOrd="0" presId="urn:microsoft.com/office/officeart/2018/2/layout/IconCircleList"/>
    <dgm:cxn modelId="{9242135A-9C14-4BA9-92D5-F72D1FA89143}" type="presParOf" srcId="{CF60D21B-D7D2-426D-B38D-863F10436398}" destId="{584C9071-0779-4100-BCD0-0896979A00CA}" srcOrd="10" destOrd="0" presId="urn:microsoft.com/office/officeart/2018/2/layout/IconCircleList"/>
    <dgm:cxn modelId="{85A26D9D-D268-4E8C-9555-593A83A1783D}" type="presParOf" srcId="{584C9071-0779-4100-BCD0-0896979A00CA}" destId="{91BDAB41-73E2-47DC-9BE3-8C1587B6B201}" srcOrd="0" destOrd="0" presId="urn:microsoft.com/office/officeart/2018/2/layout/IconCircleList"/>
    <dgm:cxn modelId="{FB3336D0-0557-433E-90A7-841A9420482F}" type="presParOf" srcId="{584C9071-0779-4100-BCD0-0896979A00CA}" destId="{4BDC536E-F90D-4DAA-8077-FAEDAA1DE217}" srcOrd="1" destOrd="0" presId="urn:microsoft.com/office/officeart/2018/2/layout/IconCircleList"/>
    <dgm:cxn modelId="{ED39A06D-AA08-44B0-BB53-45B13462ADD8}" type="presParOf" srcId="{584C9071-0779-4100-BCD0-0896979A00CA}" destId="{82933B2F-B5D2-4087-B2E7-06E6CD4D9E1D}" srcOrd="2" destOrd="0" presId="urn:microsoft.com/office/officeart/2018/2/layout/IconCircleList"/>
    <dgm:cxn modelId="{1406D380-28C7-463C-9EDD-D7D307D00333}" type="presParOf" srcId="{584C9071-0779-4100-BCD0-0896979A00CA}" destId="{1AFEB1CA-AF88-4265-BB79-B03CB276DCE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304780-51BC-4E61-9405-B05CBE94BDCF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CDBB3E59-5217-4615-BF9C-56DF59813509}">
      <dgm:prSet/>
      <dgm:spPr/>
      <dgm:t>
        <a:bodyPr/>
        <a:lstStyle/>
        <a:p>
          <a:r>
            <a:rPr lang="en-US"/>
            <a:t>Chatbots</a:t>
          </a:r>
        </a:p>
      </dgm:t>
    </dgm:pt>
    <dgm:pt modelId="{B47DFACF-48F0-4B6D-A563-C72696755DFC}" type="parTrans" cxnId="{DAE24D62-B23D-4F70-92ED-60F22090572B}">
      <dgm:prSet/>
      <dgm:spPr/>
      <dgm:t>
        <a:bodyPr/>
        <a:lstStyle/>
        <a:p>
          <a:endParaRPr lang="en-US"/>
        </a:p>
      </dgm:t>
    </dgm:pt>
    <dgm:pt modelId="{DAE46985-13C2-4D2F-BC1A-B39F2C442235}" type="sibTrans" cxnId="{DAE24D62-B23D-4F70-92ED-60F22090572B}">
      <dgm:prSet/>
      <dgm:spPr/>
      <dgm:t>
        <a:bodyPr/>
        <a:lstStyle/>
        <a:p>
          <a:endParaRPr lang="en-US"/>
        </a:p>
      </dgm:t>
    </dgm:pt>
    <dgm:pt modelId="{7516BED7-1DCD-427C-8382-6B405F01A351}">
      <dgm:prSet/>
      <dgm:spPr/>
      <dgm:t>
        <a:bodyPr/>
        <a:lstStyle/>
        <a:p>
          <a:r>
            <a:rPr lang="en-US"/>
            <a:t>CRM</a:t>
          </a:r>
        </a:p>
      </dgm:t>
    </dgm:pt>
    <dgm:pt modelId="{7EA0D653-FED5-441E-B3EA-6FB28D333A3B}" type="parTrans" cxnId="{706D4A9A-496D-4325-B77E-AF48F0630B37}">
      <dgm:prSet/>
      <dgm:spPr/>
      <dgm:t>
        <a:bodyPr/>
        <a:lstStyle/>
        <a:p>
          <a:endParaRPr lang="en-US"/>
        </a:p>
      </dgm:t>
    </dgm:pt>
    <dgm:pt modelId="{ADE3938A-ED06-4D54-BAC3-D369B4EA07D7}" type="sibTrans" cxnId="{706D4A9A-496D-4325-B77E-AF48F0630B37}">
      <dgm:prSet/>
      <dgm:spPr/>
      <dgm:t>
        <a:bodyPr/>
        <a:lstStyle/>
        <a:p>
          <a:endParaRPr lang="en-US"/>
        </a:p>
      </dgm:t>
    </dgm:pt>
    <dgm:pt modelId="{929412DC-09FE-4A4D-8D38-23DEB322FB40}">
      <dgm:prSet/>
      <dgm:spPr/>
      <dgm:t>
        <a:bodyPr/>
        <a:lstStyle/>
        <a:p>
          <a:r>
            <a:rPr lang="en-US"/>
            <a:t>LMS </a:t>
          </a:r>
        </a:p>
      </dgm:t>
    </dgm:pt>
    <dgm:pt modelId="{664A49E9-95BB-4821-84B3-DE9502F6DD1C}" type="parTrans" cxnId="{5BA8EEFD-C7D8-4716-BB94-854EC2DE9F93}">
      <dgm:prSet/>
      <dgm:spPr/>
      <dgm:t>
        <a:bodyPr/>
        <a:lstStyle/>
        <a:p>
          <a:endParaRPr lang="en-US"/>
        </a:p>
      </dgm:t>
    </dgm:pt>
    <dgm:pt modelId="{F51AD057-1FD6-481A-82F8-96CED6DDBD92}" type="sibTrans" cxnId="{5BA8EEFD-C7D8-4716-BB94-854EC2DE9F93}">
      <dgm:prSet/>
      <dgm:spPr/>
      <dgm:t>
        <a:bodyPr/>
        <a:lstStyle/>
        <a:p>
          <a:endParaRPr lang="en-US"/>
        </a:p>
      </dgm:t>
    </dgm:pt>
    <dgm:pt modelId="{5E9D91BF-7992-4235-A1A2-9923AE0F1919}" type="pres">
      <dgm:prSet presAssocID="{C9304780-51BC-4E61-9405-B05CBE94BD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A21126-F565-4E15-860D-7A24A907934A}" type="pres">
      <dgm:prSet presAssocID="{CDBB3E59-5217-4615-BF9C-56DF59813509}" presName="hierRoot1" presStyleCnt="0"/>
      <dgm:spPr/>
    </dgm:pt>
    <dgm:pt modelId="{D13AB3EF-7D14-414E-A31B-CAF7A33A2F03}" type="pres">
      <dgm:prSet presAssocID="{CDBB3E59-5217-4615-BF9C-56DF59813509}" presName="composite" presStyleCnt="0"/>
      <dgm:spPr/>
    </dgm:pt>
    <dgm:pt modelId="{AF9D2A2B-C9A3-4AFF-B4C5-1648AB18F56B}" type="pres">
      <dgm:prSet presAssocID="{CDBB3E59-5217-4615-BF9C-56DF59813509}" presName="background" presStyleLbl="node0" presStyleIdx="0" presStyleCnt="3"/>
      <dgm:spPr/>
    </dgm:pt>
    <dgm:pt modelId="{0E05A2BF-1557-4250-B114-8D05C7618812}" type="pres">
      <dgm:prSet presAssocID="{CDBB3E59-5217-4615-BF9C-56DF59813509}" presName="text" presStyleLbl="fgAcc0" presStyleIdx="0" presStyleCnt="3">
        <dgm:presLayoutVars>
          <dgm:chPref val="3"/>
        </dgm:presLayoutVars>
      </dgm:prSet>
      <dgm:spPr/>
    </dgm:pt>
    <dgm:pt modelId="{BAB6442F-8CC7-4348-BA68-A67DD5A04F34}" type="pres">
      <dgm:prSet presAssocID="{CDBB3E59-5217-4615-BF9C-56DF59813509}" presName="hierChild2" presStyleCnt="0"/>
      <dgm:spPr/>
    </dgm:pt>
    <dgm:pt modelId="{1E1EE0C0-2F0B-4F2C-8DD1-5C14E6F7A0D3}" type="pres">
      <dgm:prSet presAssocID="{7516BED7-1DCD-427C-8382-6B405F01A351}" presName="hierRoot1" presStyleCnt="0"/>
      <dgm:spPr/>
    </dgm:pt>
    <dgm:pt modelId="{FA0EA21C-C3BE-4DDF-9551-CAAACFE96C3E}" type="pres">
      <dgm:prSet presAssocID="{7516BED7-1DCD-427C-8382-6B405F01A351}" presName="composite" presStyleCnt="0"/>
      <dgm:spPr/>
    </dgm:pt>
    <dgm:pt modelId="{BF5CC224-C8AC-430F-9471-3F16438234F4}" type="pres">
      <dgm:prSet presAssocID="{7516BED7-1DCD-427C-8382-6B405F01A351}" presName="background" presStyleLbl="node0" presStyleIdx="1" presStyleCnt="3"/>
      <dgm:spPr/>
    </dgm:pt>
    <dgm:pt modelId="{F8088F18-FB36-4BCC-B51C-4D4ED3380B3F}" type="pres">
      <dgm:prSet presAssocID="{7516BED7-1DCD-427C-8382-6B405F01A351}" presName="text" presStyleLbl="fgAcc0" presStyleIdx="1" presStyleCnt="3">
        <dgm:presLayoutVars>
          <dgm:chPref val="3"/>
        </dgm:presLayoutVars>
      </dgm:prSet>
      <dgm:spPr/>
    </dgm:pt>
    <dgm:pt modelId="{15A496D3-8498-4FB5-84C8-39BF8DCC9503}" type="pres">
      <dgm:prSet presAssocID="{7516BED7-1DCD-427C-8382-6B405F01A351}" presName="hierChild2" presStyleCnt="0"/>
      <dgm:spPr/>
    </dgm:pt>
    <dgm:pt modelId="{A19CC3E3-5DEC-43B9-9CC0-2EB5E1C4802F}" type="pres">
      <dgm:prSet presAssocID="{929412DC-09FE-4A4D-8D38-23DEB322FB40}" presName="hierRoot1" presStyleCnt="0"/>
      <dgm:spPr/>
    </dgm:pt>
    <dgm:pt modelId="{D42090B5-13FD-4E48-8644-20695C43C6BC}" type="pres">
      <dgm:prSet presAssocID="{929412DC-09FE-4A4D-8D38-23DEB322FB40}" presName="composite" presStyleCnt="0"/>
      <dgm:spPr/>
    </dgm:pt>
    <dgm:pt modelId="{CEA6DD9C-CBCD-4C39-9169-8FCF27441488}" type="pres">
      <dgm:prSet presAssocID="{929412DC-09FE-4A4D-8D38-23DEB322FB40}" presName="background" presStyleLbl="node0" presStyleIdx="2" presStyleCnt="3"/>
      <dgm:spPr/>
    </dgm:pt>
    <dgm:pt modelId="{928B8EBF-BA98-419B-8E04-26723BD635C4}" type="pres">
      <dgm:prSet presAssocID="{929412DC-09FE-4A4D-8D38-23DEB322FB40}" presName="text" presStyleLbl="fgAcc0" presStyleIdx="2" presStyleCnt="3">
        <dgm:presLayoutVars>
          <dgm:chPref val="3"/>
        </dgm:presLayoutVars>
      </dgm:prSet>
      <dgm:spPr/>
    </dgm:pt>
    <dgm:pt modelId="{37313A2F-CCCF-41B2-A1A5-CFAFDD289BBF}" type="pres">
      <dgm:prSet presAssocID="{929412DC-09FE-4A4D-8D38-23DEB322FB40}" presName="hierChild2" presStyleCnt="0"/>
      <dgm:spPr/>
    </dgm:pt>
  </dgm:ptLst>
  <dgm:cxnLst>
    <dgm:cxn modelId="{02E5C533-0557-482F-B5F5-D4E6ABAFA8BA}" type="presOf" srcId="{929412DC-09FE-4A4D-8D38-23DEB322FB40}" destId="{928B8EBF-BA98-419B-8E04-26723BD635C4}" srcOrd="0" destOrd="0" presId="urn:microsoft.com/office/officeart/2005/8/layout/hierarchy1"/>
    <dgm:cxn modelId="{DAE24D62-B23D-4F70-92ED-60F22090572B}" srcId="{C9304780-51BC-4E61-9405-B05CBE94BDCF}" destId="{CDBB3E59-5217-4615-BF9C-56DF59813509}" srcOrd="0" destOrd="0" parTransId="{B47DFACF-48F0-4B6D-A563-C72696755DFC}" sibTransId="{DAE46985-13C2-4D2F-BC1A-B39F2C442235}"/>
    <dgm:cxn modelId="{7CA2E196-465F-4148-86A6-6C927721A13B}" type="presOf" srcId="{CDBB3E59-5217-4615-BF9C-56DF59813509}" destId="{0E05A2BF-1557-4250-B114-8D05C7618812}" srcOrd="0" destOrd="0" presId="urn:microsoft.com/office/officeart/2005/8/layout/hierarchy1"/>
    <dgm:cxn modelId="{706D4A9A-496D-4325-B77E-AF48F0630B37}" srcId="{C9304780-51BC-4E61-9405-B05CBE94BDCF}" destId="{7516BED7-1DCD-427C-8382-6B405F01A351}" srcOrd="1" destOrd="0" parTransId="{7EA0D653-FED5-441E-B3EA-6FB28D333A3B}" sibTransId="{ADE3938A-ED06-4D54-BAC3-D369B4EA07D7}"/>
    <dgm:cxn modelId="{539B1EF1-AC02-4B3F-8BE9-98923F756422}" type="presOf" srcId="{7516BED7-1DCD-427C-8382-6B405F01A351}" destId="{F8088F18-FB36-4BCC-B51C-4D4ED3380B3F}" srcOrd="0" destOrd="0" presId="urn:microsoft.com/office/officeart/2005/8/layout/hierarchy1"/>
    <dgm:cxn modelId="{1B9515FB-49B1-4EF1-AD40-4481FC0894A7}" type="presOf" srcId="{C9304780-51BC-4E61-9405-B05CBE94BDCF}" destId="{5E9D91BF-7992-4235-A1A2-9923AE0F1919}" srcOrd="0" destOrd="0" presId="urn:microsoft.com/office/officeart/2005/8/layout/hierarchy1"/>
    <dgm:cxn modelId="{5BA8EEFD-C7D8-4716-BB94-854EC2DE9F93}" srcId="{C9304780-51BC-4E61-9405-B05CBE94BDCF}" destId="{929412DC-09FE-4A4D-8D38-23DEB322FB40}" srcOrd="2" destOrd="0" parTransId="{664A49E9-95BB-4821-84B3-DE9502F6DD1C}" sibTransId="{F51AD057-1FD6-481A-82F8-96CED6DDBD92}"/>
    <dgm:cxn modelId="{D493D343-425B-485F-999D-826C6A10E344}" type="presParOf" srcId="{5E9D91BF-7992-4235-A1A2-9923AE0F1919}" destId="{14A21126-F565-4E15-860D-7A24A907934A}" srcOrd="0" destOrd="0" presId="urn:microsoft.com/office/officeart/2005/8/layout/hierarchy1"/>
    <dgm:cxn modelId="{6E99723E-7B2C-4F6C-8B1D-F1DD76F38A3B}" type="presParOf" srcId="{14A21126-F565-4E15-860D-7A24A907934A}" destId="{D13AB3EF-7D14-414E-A31B-CAF7A33A2F03}" srcOrd="0" destOrd="0" presId="urn:microsoft.com/office/officeart/2005/8/layout/hierarchy1"/>
    <dgm:cxn modelId="{83D567DA-3E21-4153-9B8C-4B1E48E85DAC}" type="presParOf" srcId="{D13AB3EF-7D14-414E-A31B-CAF7A33A2F03}" destId="{AF9D2A2B-C9A3-4AFF-B4C5-1648AB18F56B}" srcOrd="0" destOrd="0" presId="urn:microsoft.com/office/officeart/2005/8/layout/hierarchy1"/>
    <dgm:cxn modelId="{1B6CACC1-F5D1-4C16-A7E9-A599AA446283}" type="presParOf" srcId="{D13AB3EF-7D14-414E-A31B-CAF7A33A2F03}" destId="{0E05A2BF-1557-4250-B114-8D05C7618812}" srcOrd="1" destOrd="0" presId="urn:microsoft.com/office/officeart/2005/8/layout/hierarchy1"/>
    <dgm:cxn modelId="{BBEC668C-338C-4728-BA2D-C4B27EAEF584}" type="presParOf" srcId="{14A21126-F565-4E15-860D-7A24A907934A}" destId="{BAB6442F-8CC7-4348-BA68-A67DD5A04F34}" srcOrd="1" destOrd="0" presId="urn:microsoft.com/office/officeart/2005/8/layout/hierarchy1"/>
    <dgm:cxn modelId="{5700988B-66F6-4EAC-A553-74F4255106DA}" type="presParOf" srcId="{5E9D91BF-7992-4235-A1A2-9923AE0F1919}" destId="{1E1EE0C0-2F0B-4F2C-8DD1-5C14E6F7A0D3}" srcOrd="1" destOrd="0" presId="urn:microsoft.com/office/officeart/2005/8/layout/hierarchy1"/>
    <dgm:cxn modelId="{1AB007E2-B0C7-4314-AF16-FB566F245957}" type="presParOf" srcId="{1E1EE0C0-2F0B-4F2C-8DD1-5C14E6F7A0D3}" destId="{FA0EA21C-C3BE-4DDF-9551-CAAACFE96C3E}" srcOrd="0" destOrd="0" presId="urn:microsoft.com/office/officeart/2005/8/layout/hierarchy1"/>
    <dgm:cxn modelId="{476CFF16-E32E-4674-BF52-417D5F2CFD89}" type="presParOf" srcId="{FA0EA21C-C3BE-4DDF-9551-CAAACFE96C3E}" destId="{BF5CC224-C8AC-430F-9471-3F16438234F4}" srcOrd="0" destOrd="0" presId="urn:microsoft.com/office/officeart/2005/8/layout/hierarchy1"/>
    <dgm:cxn modelId="{9460100C-7A4D-45EE-BEDF-D9620A7D3D91}" type="presParOf" srcId="{FA0EA21C-C3BE-4DDF-9551-CAAACFE96C3E}" destId="{F8088F18-FB36-4BCC-B51C-4D4ED3380B3F}" srcOrd="1" destOrd="0" presId="urn:microsoft.com/office/officeart/2005/8/layout/hierarchy1"/>
    <dgm:cxn modelId="{919516BB-DFF4-43C2-89A6-6FE6D9D20405}" type="presParOf" srcId="{1E1EE0C0-2F0B-4F2C-8DD1-5C14E6F7A0D3}" destId="{15A496D3-8498-4FB5-84C8-39BF8DCC9503}" srcOrd="1" destOrd="0" presId="urn:microsoft.com/office/officeart/2005/8/layout/hierarchy1"/>
    <dgm:cxn modelId="{B3630244-6028-43C6-8131-D5A971229DBC}" type="presParOf" srcId="{5E9D91BF-7992-4235-A1A2-9923AE0F1919}" destId="{A19CC3E3-5DEC-43B9-9CC0-2EB5E1C4802F}" srcOrd="2" destOrd="0" presId="urn:microsoft.com/office/officeart/2005/8/layout/hierarchy1"/>
    <dgm:cxn modelId="{A353C440-D1F1-418F-A5EC-D17CC6E90159}" type="presParOf" srcId="{A19CC3E3-5DEC-43B9-9CC0-2EB5E1C4802F}" destId="{D42090B5-13FD-4E48-8644-20695C43C6BC}" srcOrd="0" destOrd="0" presId="urn:microsoft.com/office/officeart/2005/8/layout/hierarchy1"/>
    <dgm:cxn modelId="{337B4216-F3EA-495E-BFEB-2543516CED8C}" type="presParOf" srcId="{D42090B5-13FD-4E48-8644-20695C43C6BC}" destId="{CEA6DD9C-CBCD-4C39-9169-8FCF27441488}" srcOrd="0" destOrd="0" presId="urn:microsoft.com/office/officeart/2005/8/layout/hierarchy1"/>
    <dgm:cxn modelId="{DC0567E4-DD88-4C3A-A602-3AB52B6E3930}" type="presParOf" srcId="{D42090B5-13FD-4E48-8644-20695C43C6BC}" destId="{928B8EBF-BA98-419B-8E04-26723BD635C4}" srcOrd="1" destOrd="0" presId="urn:microsoft.com/office/officeart/2005/8/layout/hierarchy1"/>
    <dgm:cxn modelId="{9781F1B4-AA0D-4B69-9BA4-C65C79F4D8C0}" type="presParOf" srcId="{A19CC3E3-5DEC-43B9-9CC0-2EB5E1C4802F}" destId="{37313A2F-CCCF-41B2-A1A5-CFAFDD289BB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4F7D8F2-7B53-4E3F-8753-5B94452E05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BD449AC-AA98-4077-B70E-F91F8B389BFC}">
      <dgm:prSet/>
      <dgm:spPr/>
      <dgm:t>
        <a:bodyPr/>
        <a:lstStyle/>
        <a:p>
          <a:r>
            <a:rPr lang="en-US" dirty="0"/>
            <a:t>Tuition-free associate’s degree</a:t>
          </a:r>
        </a:p>
      </dgm:t>
    </dgm:pt>
    <dgm:pt modelId="{317515B4-1E30-40D5-87A5-75E981E75D45}" type="parTrans" cxnId="{7E7344C9-28A3-44ED-A417-AF1720B009DE}">
      <dgm:prSet/>
      <dgm:spPr/>
      <dgm:t>
        <a:bodyPr/>
        <a:lstStyle/>
        <a:p>
          <a:endParaRPr lang="en-US"/>
        </a:p>
      </dgm:t>
    </dgm:pt>
    <dgm:pt modelId="{ED339E53-677B-460A-B9E9-DC431B5E50D6}" type="sibTrans" cxnId="{7E7344C9-28A3-44ED-A417-AF1720B009DE}">
      <dgm:prSet/>
      <dgm:spPr/>
      <dgm:t>
        <a:bodyPr/>
        <a:lstStyle/>
        <a:p>
          <a:endParaRPr lang="en-US"/>
        </a:p>
      </dgm:t>
    </dgm:pt>
    <dgm:pt modelId="{52BA80B2-078F-43BD-8016-19608BBC1258}">
      <dgm:prSet/>
      <dgm:spPr/>
      <dgm:t>
        <a:bodyPr/>
        <a:lstStyle/>
        <a:p>
          <a:r>
            <a:rPr lang="en-US"/>
            <a:t>Scholarships </a:t>
          </a:r>
        </a:p>
      </dgm:t>
    </dgm:pt>
    <dgm:pt modelId="{79822271-9A9D-425A-A043-4919E2630B11}" type="parTrans" cxnId="{F8D742D7-57DA-4FBF-B5A2-CEDD16A6F6B4}">
      <dgm:prSet/>
      <dgm:spPr/>
      <dgm:t>
        <a:bodyPr/>
        <a:lstStyle/>
        <a:p>
          <a:endParaRPr lang="en-US"/>
        </a:p>
      </dgm:t>
    </dgm:pt>
    <dgm:pt modelId="{2A531222-503C-4EEF-9DC1-9E844CE1707A}" type="sibTrans" cxnId="{F8D742D7-57DA-4FBF-B5A2-CEDD16A6F6B4}">
      <dgm:prSet/>
      <dgm:spPr/>
      <dgm:t>
        <a:bodyPr/>
        <a:lstStyle/>
        <a:p>
          <a:endParaRPr lang="en-US"/>
        </a:p>
      </dgm:t>
    </dgm:pt>
    <dgm:pt modelId="{126AE0E5-DAF2-48F5-8C20-EE9D47707B05}">
      <dgm:prSet/>
      <dgm:spPr/>
      <dgm:t>
        <a:bodyPr/>
        <a:lstStyle/>
        <a:p>
          <a:r>
            <a:rPr lang="en-US" dirty="0"/>
            <a:t>Grants (Open Door, Promise, etc.)</a:t>
          </a:r>
        </a:p>
      </dgm:t>
    </dgm:pt>
    <dgm:pt modelId="{FFBA1395-A148-4B72-B2D0-49F67A19BD71}" type="parTrans" cxnId="{D78129B2-B83A-4A07-AE9F-866DA614D8F5}">
      <dgm:prSet/>
      <dgm:spPr/>
      <dgm:t>
        <a:bodyPr/>
        <a:lstStyle/>
        <a:p>
          <a:endParaRPr lang="en-US"/>
        </a:p>
      </dgm:t>
    </dgm:pt>
    <dgm:pt modelId="{CB534FDD-63E1-4F4B-8FBC-5E9760E7D358}" type="sibTrans" cxnId="{D78129B2-B83A-4A07-AE9F-866DA614D8F5}">
      <dgm:prSet/>
      <dgm:spPr/>
      <dgm:t>
        <a:bodyPr/>
        <a:lstStyle/>
        <a:p>
          <a:endParaRPr lang="en-US"/>
        </a:p>
      </dgm:t>
    </dgm:pt>
    <dgm:pt modelId="{D93ED976-0F26-4266-8095-61A3ED460EC2}">
      <dgm:prSet/>
      <dgm:spPr/>
      <dgm:t>
        <a:bodyPr/>
        <a:lstStyle/>
        <a:p>
          <a:r>
            <a:rPr lang="en-US"/>
            <a:t>Free admissions application</a:t>
          </a:r>
        </a:p>
      </dgm:t>
    </dgm:pt>
    <dgm:pt modelId="{73F43F73-EBC1-406C-9A13-B8A252ACB13E}" type="parTrans" cxnId="{89A7A3EF-E9D6-4913-AFB5-2F428177AA38}">
      <dgm:prSet/>
      <dgm:spPr/>
      <dgm:t>
        <a:bodyPr/>
        <a:lstStyle/>
        <a:p>
          <a:endParaRPr lang="en-US"/>
        </a:p>
      </dgm:t>
    </dgm:pt>
    <dgm:pt modelId="{EA455297-4072-442F-81CF-FE459D98BB22}" type="sibTrans" cxnId="{89A7A3EF-E9D6-4913-AFB5-2F428177AA38}">
      <dgm:prSet/>
      <dgm:spPr/>
      <dgm:t>
        <a:bodyPr/>
        <a:lstStyle/>
        <a:p>
          <a:endParaRPr lang="en-US"/>
        </a:p>
      </dgm:t>
    </dgm:pt>
    <dgm:pt modelId="{81829020-4294-463C-9DC8-527149FF7B5F}" type="pres">
      <dgm:prSet presAssocID="{E4F7D8F2-7B53-4E3F-8753-5B94452E0590}" presName="root" presStyleCnt="0">
        <dgm:presLayoutVars>
          <dgm:dir/>
          <dgm:resizeHandles val="exact"/>
        </dgm:presLayoutVars>
      </dgm:prSet>
      <dgm:spPr/>
    </dgm:pt>
    <dgm:pt modelId="{A820A83D-A289-43FC-AA68-0419F1DFC491}" type="pres">
      <dgm:prSet presAssocID="{0BD449AC-AA98-4077-B70E-F91F8B389BFC}" presName="compNode" presStyleCnt="0"/>
      <dgm:spPr/>
    </dgm:pt>
    <dgm:pt modelId="{53F07511-BAE7-457D-A51F-08844E277EA0}" type="pres">
      <dgm:prSet presAssocID="{0BD449AC-AA98-4077-B70E-F91F8B389BFC}" presName="bgRect" presStyleLbl="bgShp" presStyleIdx="0" presStyleCnt="4"/>
      <dgm:spPr/>
    </dgm:pt>
    <dgm:pt modelId="{E7E7D9BC-ED4F-4CE9-BD4E-4893D79F6102}" type="pres">
      <dgm:prSet presAssocID="{0BD449AC-AA98-4077-B70E-F91F8B389B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6748E84D-7E47-4DC4-8754-B91E4C026E9B}" type="pres">
      <dgm:prSet presAssocID="{0BD449AC-AA98-4077-B70E-F91F8B389BFC}" presName="spaceRect" presStyleCnt="0"/>
      <dgm:spPr/>
    </dgm:pt>
    <dgm:pt modelId="{D447DA62-2588-4210-8E36-7EF5A87AFEBD}" type="pres">
      <dgm:prSet presAssocID="{0BD449AC-AA98-4077-B70E-F91F8B389BFC}" presName="parTx" presStyleLbl="revTx" presStyleIdx="0" presStyleCnt="4">
        <dgm:presLayoutVars>
          <dgm:chMax val="0"/>
          <dgm:chPref val="0"/>
        </dgm:presLayoutVars>
      </dgm:prSet>
      <dgm:spPr/>
    </dgm:pt>
    <dgm:pt modelId="{E579BC62-9489-409C-932A-FD0585A71895}" type="pres">
      <dgm:prSet presAssocID="{ED339E53-677B-460A-B9E9-DC431B5E50D6}" presName="sibTrans" presStyleCnt="0"/>
      <dgm:spPr/>
    </dgm:pt>
    <dgm:pt modelId="{E04F6B58-7416-48B4-8A12-624994F7CACD}" type="pres">
      <dgm:prSet presAssocID="{52BA80B2-078F-43BD-8016-19608BBC1258}" presName="compNode" presStyleCnt="0"/>
      <dgm:spPr/>
    </dgm:pt>
    <dgm:pt modelId="{DB2C5399-8D24-4252-B565-5B22946E5E43}" type="pres">
      <dgm:prSet presAssocID="{52BA80B2-078F-43BD-8016-19608BBC1258}" presName="bgRect" presStyleLbl="bgShp" presStyleIdx="1" presStyleCnt="4"/>
      <dgm:spPr/>
    </dgm:pt>
    <dgm:pt modelId="{FB699989-FB79-49F3-A7CA-20F17A398765}" type="pres">
      <dgm:prSet presAssocID="{52BA80B2-078F-43BD-8016-19608BBC125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0B52D66-1A74-4D43-B8BE-AD324A21113D}" type="pres">
      <dgm:prSet presAssocID="{52BA80B2-078F-43BD-8016-19608BBC1258}" presName="spaceRect" presStyleCnt="0"/>
      <dgm:spPr/>
    </dgm:pt>
    <dgm:pt modelId="{6EE1BDBB-8D76-44C6-B867-8E61388B1140}" type="pres">
      <dgm:prSet presAssocID="{52BA80B2-078F-43BD-8016-19608BBC1258}" presName="parTx" presStyleLbl="revTx" presStyleIdx="1" presStyleCnt="4">
        <dgm:presLayoutVars>
          <dgm:chMax val="0"/>
          <dgm:chPref val="0"/>
        </dgm:presLayoutVars>
      </dgm:prSet>
      <dgm:spPr/>
    </dgm:pt>
    <dgm:pt modelId="{4D27ABDF-BC66-4E6B-A41C-A1E58222448E}" type="pres">
      <dgm:prSet presAssocID="{2A531222-503C-4EEF-9DC1-9E844CE1707A}" presName="sibTrans" presStyleCnt="0"/>
      <dgm:spPr/>
    </dgm:pt>
    <dgm:pt modelId="{7CEE677A-BD26-4F4E-9D23-511BF195AD55}" type="pres">
      <dgm:prSet presAssocID="{126AE0E5-DAF2-48F5-8C20-EE9D47707B05}" presName="compNode" presStyleCnt="0"/>
      <dgm:spPr/>
    </dgm:pt>
    <dgm:pt modelId="{FB9FA80E-636A-43BF-A4B6-DE8C9697FE51}" type="pres">
      <dgm:prSet presAssocID="{126AE0E5-DAF2-48F5-8C20-EE9D47707B05}" presName="bgRect" presStyleLbl="bgShp" presStyleIdx="2" presStyleCnt="4"/>
      <dgm:spPr/>
    </dgm:pt>
    <dgm:pt modelId="{A8C1840A-029F-4758-9B5B-E4DEC3A66517}" type="pres">
      <dgm:prSet presAssocID="{126AE0E5-DAF2-48F5-8C20-EE9D47707B0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5C27F9A-6AC6-4EC8-8C01-87A59A68BAD8}" type="pres">
      <dgm:prSet presAssocID="{126AE0E5-DAF2-48F5-8C20-EE9D47707B05}" presName="spaceRect" presStyleCnt="0"/>
      <dgm:spPr/>
    </dgm:pt>
    <dgm:pt modelId="{9C1AD42B-8ABB-4235-85E3-31FFBDAA6E35}" type="pres">
      <dgm:prSet presAssocID="{126AE0E5-DAF2-48F5-8C20-EE9D47707B05}" presName="parTx" presStyleLbl="revTx" presStyleIdx="2" presStyleCnt="4">
        <dgm:presLayoutVars>
          <dgm:chMax val="0"/>
          <dgm:chPref val="0"/>
        </dgm:presLayoutVars>
      </dgm:prSet>
      <dgm:spPr/>
    </dgm:pt>
    <dgm:pt modelId="{1A434B3E-5436-4516-BB84-4291AE51F68E}" type="pres">
      <dgm:prSet presAssocID="{CB534FDD-63E1-4F4B-8FBC-5E9760E7D358}" presName="sibTrans" presStyleCnt="0"/>
      <dgm:spPr/>
    </dgm:pt>
    <dgm:pt modelId="{78C351E6-85AD-4051-A85E-93FB0C70B313}" type="pres">
      <dgm:prSet presAssocID="{D93ED976-0F26-4266-8095-61A3ED460EC2}" presName="compNode" presStyleCnt="0"/>
      <dgm:spPr/>
    </dgm:pt>
    <dgm:pt modelId="{F53A421C-78FF-4316-BD15-543539F06D8B}" type="pres">
      <dgm:prSet presAssocID="{D93ED976-0F26-4266-8095-61A3ED460EC2}" presName="bgRect" presStyleLbl="bgShp" presStyleIdx="3" presStyleCnt="4"/>
      <dgm:spPr/>
    </dgm:pt>
    <dgm:pt modelId="{1D887610-4FE6-447A-BC03-8CD741018D93}" type="pres">
      <dgm:prSet presAssocID="{D93ED976-0F26-4266-8095-61A3ED460EC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A9A6AF6-2331-43C7-B39C-B89FC4D7D56D}" type="pres">
      <dgm:prSet presAssocID="{D93ED976-0F26-4266-8095-61A3ED460EC2}" presName="spaceRect" presStyleCnt="0"/>
      <dgm:spPr/>
    </dgm:pt>
    <dgm:pt modelId="{1586181B-A76C-4774-AF3C-2A3923AC1760}" type="pres">
      <dgm:prSet presAssocID="{D93ED976-0F26-4266-8095-61A3ED460E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C42E912-A3D3-4A08-AEFF-E0884E837C46}" type="presOf" srcId="{E4F7D8F2-7B53-4E3F-8753-5B94452E0590}" destId="{81829020-4294-463C-9DC8-527149FF7B5F}" srcOrd="0" destOrd="0" presId="urn:microsoft.com/office/officeart/2018/2/layout/IconVerticalSolidList"/>
    <dgm:cxn modelId="{8ACB7D27-CB7C-4B44-B0F2-2F696CDCB551}" type="presOf" srcId="{D93ED976-0F26-4266-8095-61A3ED460EC2}" destId="{1586181B-A76C-4774-AF3C-2A3923AC1760}" srcOrd="0" destOrd="0" presId="urn:microsoft.com/office/officeart/2018/2/layout/IconVerticalSolidList"/>
    <dgm:cxn modelId="{5F0B418B-2983-4D46-A57E-414647158640}" type="presOf" srcId="{126AE0E5-DAF2-48F5-8C20-EE9D47707B05}" destId="{9C1AD42B-8ABB-4235-85E3-31FFBDAA6E35}" srcOrd="0" destOrd="0" presId="urn:microsoft.com/office/officeart/2018/2/layout/IconVerticalSolidList"/>
    <dgm:cxn modelId="{9065CC8D-1B89-4F27-B950-19E925B06BDE}" type="presOf" srcId="{0BD449AC-AA98-4077-B70E-F91F8B389BFC}" destId="{D447DA62-2588-4210-8E36-7EF5A87AFEBD}" srcOrd="0" destOrd="0" presId="urn:microsoft.com/office/officeart/2018/2/layout/IconVerticalSolidList"/>
    <dgm:cxn modelId="{D78129B2-B83A-4A07-AE9F-866DA614D8F5}" srcId="{E4F7D8F2-7B53-4E3F-8753-5B94452E0590}" destId="{126AE0E5-DAF2-48F5-8C20-EE9D47707B05}" srcOrd="2" destOrd="0" parTransId="{FFBA1395-A148-4B72-B2D0-49F67A19BD71}" sibTransId="{CB534FDD-63E1-4F4B-8FBC-5E9760E7D358}"/>
    <dgm:cxn modelId="{7E7344C9-28A3-44ED-A417-AF1720B009DE}" srcId="{E4F7D8F2-7B53-4E3F-8753-5B94452E0590}" destId="{0BD449AC-AA98-4077-B70E-F91F8B389BFC}" srcOrd="0" destOrd="0" parTransId="{317515B4-1E30-40D5-87A5-75E981E75D45}" sibTransId="{ED339E53-677B-460A-B9E9-DC431B5E50D6}"/>
    <dgm:cxn modelId="{F8D742D7-57DA-4FBF-B5A2-CEDD16A6F6B4}" srcId="{E4F7D8F2-7B53-4E3F-8753-5B94452E0590}" destId="{52BA80B2-078F-43BD-8016-19608BBC1258}" srcOrd="1" destOrd="0" parTransId="{79822271-9A9D-425A-A043-4919E2630B11}" sibTransId="{2A531222-503C-4EEF-9DC1-9E844CE1707A}"/>
    <dgm:cxn modelId="{9B98B5EB-C6F8-4519-B4DF-948EA168EACD}" type="presOf" srcId="{52BA80B2-078F-43BD-8016-19608BBC1258}" destId="{6EE1BDBB-8D76-44C6-B867-8E61388B1140}" srcOrd="0" destOrd="0" presId="urn:microsoft.com/office/officeart/2018/2/layout/IconVerticalSolidList"/>
    <dgm:cxn modelId="{89A7A3EF-E9D6-4913-AFB5-2F428177AA38}" srcId="{E4F7D8F2-7B53-4E3F-8753-5B94452E0590}" destId="{D93ED976-0F26-4266-8095-61A3ED460EC2}" srcOrd="3" destOrd="0" parTransId="{73F43F73-EBC1-406C-9A13-B8A252ACB13E}" sibTransId="{EA455297-4072-442F-81CF-FE459D98BB22}"/>
    <dgm:cxn modelId="{B48501BF-5105-4F6E-B956-87A17E389DC9}" type="presParOf" srcId="{81829020-4294-463C-9DC8-527149FF7B5F}" destId="{A820A83D-A289-43FC-AA68-0419F1DFC491}" srcOrd="0" destOrd="0" presId="urn:microsoft.com/office/officeart/2018/2/layout/IconVerticalSolidList"/>
    <dgm:cxn modelId="{333B3C38-A98F-41A0-9FCE-785AA3316957}" type="presParOf" srcId="{A820A83D-A289-43FC-AA68-0419F1DFC491}" destId="{53F07511-BAE7-457D-A51F-08844E277EA0}" srcOrd="0" destOrd="0" presId="urn:microsoft.com/office/officeart/2018/2/layout/IconVerticalSolidList"/>
    <dgm:cxn modelId="{16EAB5AD-F73E-4019-9F0D-FE4A1F259F15}" type="presParOf" srcId="{A820A83D-A289-43FC-AA68-0419F1DFC491}" destId="{E7E7D9BC-ED4F-4CE9-BD4E-4893D79F6102}" srcOrd="1" destOrd="0" presId="urn:microsoft.com/office/officeart/2018/2/layout/IconVerticalSolidList"/>
    <dgm:cxn modelId="{9BB1A232-B5D2-42E6-9B26-C384372D0EFF}" type="presParOf" srcId="{A820A83D-A289-43FC-AA68-0419F1DFC491}" destId="{6748E84D-7E47-4DC4-8754-B91E4C026E9B}" srcOrd="2" destOrd="0" presId="urn:microsoft.com/office/officeart/2018/2/layout/IconVerticalSolidList"/>
    <dgm:cxn modelId="{BFDD314B-D49E-4C36-B342-021E4BB87A99}" type="presParOf" srcId="{A820A83D-A289-43FC-AA68-0419F1DFC491}" destId="{D447DA62-2588-4210-8E36-7EF5A87AFEBD}" srcOrd="3" destOrd="0" presId="urn:microsoft.com/office/officeart/2018/2/layout/IconVerticalSolidList"/>
    <dgm:cxn modelId="{F5DA34E1-FBDB-4789-867F-219CFD1E7CAD}" type="presParOf" srcId="{81829020-4294-463C-9DC8-527149FF7B5F}" destId="{E579BC62-9489-409C-932A-FD0585A71895}" srcOrd="1" destOrd="0" presId="urn:microsoft.com/office/officeart/2018/2/layout/IconVerticalSolidList"/>
    <dgm:cxn modelId="{44691C84-6ADB-4FA0-9352-061E1A868AEE}" type="presParOf" srcId="{81829020-4294-463C-9DC8-527149FF7B5F}" destId="{E04F6B58-7416-48B4-8A12-624994F7CACD}" srcOrd="2" destOrd="0" presId="urn:microsoft.com/office/officeart/2018/2/layout/IconVerticalSolidList"/>
    <dgm:cxn modelId="{852FD56B-A7C1-4366-BE51-58619A74332B}" type="presParOf" srcId="{E04F6B58-7416-48B4-8A12-624994F7CACD}" destId="{DB2C5399-8D24-4252-B565-5B22946E5E43}" srcOrd="0" destOrd="0" presId="urn:microsoft.com/office/officeart/2018/2/layout/IconVerticalSolidList"/>
    <dgm:cxn modelId="{EE026A9D-026D-43D1-8EE7-32C1ADF8674D}" type="presParOf" srcId="{E04F6B58-7416-48B4-8A12-624994F7CACD}" destId="{FB699989-FB79-49F3-A7CA-20F17A398765}" srcOrd="1" destOrd="0" presId="urn:microsoft.com/office/officeart/2018/2/layout/IconVerticalSolidList"/>
    <dgm:cxn modelId="{5442D954-BD9F-4462-B3A6-7873B4951B8C}" type="presParOf" srcId="{E04F6B58-7416-48B4-8A12-624994F7CACD}" destId="{A0B52D66-1A74-4D43-B8BE-AD324A21113D}" srcOrd="2" destOrd="0" presId="urn:microsoft.com/office/officeart/2018/2/layout/IconVerticalSolidList"/>
    <dgm:cxn modelId="{B72E7B20-9DF9-4BB2-BA60-33C3874445C3}" type="presParOf" srcId="{E04F6B58-7416-48B4-8A12-624994F7CACD}" destId="{6EE1BDBB-8D76-44C6-B867-8E61388B1140}" srcOrd="3" destOrd="0" presId="urn:microsoft.com/office/officeart/2018/2/layout/IconVerticalSolidList"/>
    <dgm:cxn modelId="{08EE8BB0-3B44-4EA7-A82F-632525E247B9}" type="presParOf" srcId="{81829020-4294-463C-9DC8-527149FF7B5F}" destId="{4D27ABDF-BC66-4E6B-A41C-A1E58222448E}" srcOrd="3" destOrd="0" presId="urn:microsoft.com/office/officeart/2018/2/layout/IconVerticalSolidList"/>
    <dgm:cxn modelId="{B1F77897-87DE-48FE-B543-3B3E8EBCE679}" type="presParOf" srcId="{81829020-4294-463C-9DC8-527149FF7B5F}" destId="{7CEE677A-BD26-4F4E-9D23-511BF195AD55}" srcOrd="4" destOrd="0" presId="urn:microsoft.com/office/officeart/2018/2/layout/IconVerticalSolidList"/>
    <dgm:cxn modelId="{CD5B72D9-08EE-4D33-A98E-BBCFA9841E34}" type="presParOf" srcId="{7CEE677A-BD26-4F4E-9D23-511BF195AD55}" destId="{FB9FA80E-636A-43BF-A4B6-DE8C9697FE51}" srcOrd="0" destOrd="0" presId="urn:microsoft.com/office/officeart/2018/2/layout/IconVerticalSolidList"/>
    <dgm:cxn modelId="{F3B5E1EE-51AA-4B08-AA60-492EE106C97C}" type="presParOf" srcId="{7CEE677A-BD26-4F4E-9D23-511BF195AD55}" destId="{A8C1840A-029F-4758-9B5B-E4DEC3A66517}" srcOrd="1" destOrd="0" presId="urn:microsoft.com/office/officeart/2018/2/layout/IconVerticalSolidList"/>
    <dgm:cxn modelId="{A580A984-7B41-424C-B9FA-8904FBEAB104}" type="presParOf" srcId="{7CEE677A-BD26-4F4E-9D23-511BF195AD55}" destId="{15C27F9A-6AC6-4EC8-8C01-87A59A68BAD8}" srcOrd="2" destOrd="0" presId="urn:microsoft.com/office/officeart/2018/2/layout/IconVerticalSolidList"/>
    <dgm:cxn modelId="{B5725F44-EEAD-4282-9F23-4D852D48968F}" type="presParOf" srcId="{7CEE677A-BD26-4F4E-9D23-511BF195AD55}" destId="{9C1AD42B-8ABB-4235-85E3-31FFBDAA6E35}" srcOrd="3" destOrd="0" presId="urn:microsoft.com/office/officeart/2018/2/layout/IconVerticalSolidList"/>
    <dgm:cxn modelId="{9D4A7980-2EA9-41D8-B97F-920763781EEB}" type="presParOf" srcId="{81829020-4294-463C-9DC8-527149FF7B5F}" destId="{1A434B3E-5436-4516-BB84-4291AE51F68E}" srcOrd="5" destOrd="0" presId="urn:microsoft.com/office/officeart/2018/2/layout/IconVerticalSolidList"/>
    <dgm:cxn modelId="{F5F0155E-1C57-44F0-AAE5-8BA35D2F7F5E}" type="presParOf" srcId="{81829020-4294-463C-9DC8-527149FF7B5F}" destId="{78C351E6-85AD-4051-A85E-93FB0C70B313}" srcOrd="6" destOrd="0" presId="urn:microsoft.com/office/officeart/2018/2/layout/IconVerticalSolidList"/>
    <dgm:cxn modelId="{EFF0A04C-B41B-4F03-8A61-C6E8894A2057}" type="presParOf" srcId="{78C351E6-85AD-4051-A85E-93FB0C70B313}" destId="{F53A421C-78FF-4316-BD15-543539F06D8B}" srcOrd="0" destOrd="0" presId="urn:microsoft.com/office/officeart/2018/2/layout/IconVerticalSolidList"/>
    <dgm:cxn modelId="{A8CF8A13-81CA-445D-8A3F-BC803F44BF7C}" type="presParOf" srcId="{78C351E6-85AD-4051-A85E-93FB0C70B313}" destId="{1D887610-4FE6-447A-BC03-8CD741018D93}" srcOrd="1" destOrd="0" presId="urn:microsoft.com/office/officeart/2018/2/layout/IconVerticalSolidList"/>
    <dgm:cxn modelId="{C38E8EF0-28CF-4ED7-AF30-DD9EFCDED06D}" type="presParOf" srcId="{78C351E6-85AD-4051-A85E-93FB0C70B313}" destId="{6A9A6AF6-2331-43C7-B39C-B89FC4D7D56D}" srcOrd="2" destOrd="0" presId="urn:microsoft.com/office/officeart/2018/2/layout/IconVerticalSolidList"/>
    <dgm:cxn modelId="{0CF3FF79-5253-4DDC-806F-E57E56BFCAEC}" type="presParOf" srcId="{78C351E6-85AD-4051-A85E-93FB0C70B313}" destId="{1586181B-A76C-4774-AF3C-2A3923AC17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10A9D77-A691-4E4B-844D-78E6958AC7C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02F0D4A-D9AC-4BBE-A4D1-90661128B2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Social media</a:t>
          </a:r>
        </a:p>
      </dgm:t>
    </dgm:pt>
    <dgm:pt modelId="{C833AF10-F888-4AA9-87A9-3DE9FDCBDAFF}" type="parTrans" cxnId="{C34EABE5-1027-4791-A2E6-3765AEF61B8C}">
      <dgm:prSet/>
      <dgm:spPr/>
      <dgm:t>
        <a:bodyPr/>
        <a:lstStyle/>
        <a:p>
          <a:endParaRPr lang="en-US"/>
        </a:p>
      </dgm:t>
    </dgm:pt>
    <dgm:pt modelId="{C8188EF1-683B-472C-8268-546C2CBDE39D}" type="sibTrans" cxnId="{C34EABE5-1027-4791-A2E6-3765AEF61B8C}">
      <dgm:prSet/>
      <dgm:spPr/>
      <dgm:t>
        <a:bodyPr/>
        <a:lstStyle/>
        <a:p>
          <a:endParaRPr lang="en-US"/>
        </a:p>
      </dgm:t>
    </dgm:pt>
    <dgm:pt modelId="{8B6D7E99-D492-4C29-8CF9-E715799023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Landing pages</a:t>
          </a:r>
        </a:p>
      </dgm:t>
    </dgm:pt>
    <dgm:pt modelId="{CC4EDD01-06C4-4237-A2A1-60AACB88EF5A}" type="parTrans" cxnId="{E9BFD0F0-AC41-46CD-9827-1FA398AFE593}">
      <dgm:prSet/>
      <dgm:spPr/>
      <dgm:t>
        <a:bodyPr/>
        <a:lstStyle/>
        <a:p>
          <a:endParaRPr lang="en-US"/>
        </a:p>
      </dgm:t>
    </dgm:pt>
    <dgm:pt modelId="{19D1D8AF-BC55-4AA6-AD6E-861A5630CCDC}" type="sibTrans" cxnId="{E9BFD0F0-AC41-46CD-9827-1FA398AFE593}">
      <dgm:prSet/>
      <dgm:spPr/>
      <dgm:t>
        <a:bodyPr/>
        <a:lstStyle/>
        <a:p>
          <a:endParaRPr lang="en-US"/>
        </a:p>
      </dgm:t>
    </dgm:pt>
    <dgm:pt modelId="{5C890AEF-EA9E-467C-A419-87A6D3193E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Texting</a:t>
          </a:r>
        </a:p>
      </dgm:t>
    </dgm:pt>
    <dgm:pt modelId="{778A909D-9D36-4862-A0D4-28EA0B694AD6}" type="parTrans" cxnId="{20311EBB-6FDD-45D4-A632-4821D8207132}">
      <dgm:prSet/>
      <dgm:spPr/>
      <dgm:t>
        <a:bodyPr/>
        <a:lstStyle/>
        <a:p>
          <a:endParaRPr lang="en-US"/>
        </a:p>
      </dgm:t>
    </dgm:pt>
    <dgm:pt modelId="{C1F92115-83B6-4F57-8A6F-44F963391AE2}" type="sibTrans" cxnId="{20311EBB-6FDD-45D4-A632-4821D8207132}">
      <dgm:prSet/>
      <dgm:spPr/>
      <dgm:t>
        <a:bodyPr/>
        <a:lstStyle/>
        <a:p>
          <a:endParaRPr lang="en-US"/>
        </a:p>
      </dgm:t>
    </dgm:pt>
    <dgm:pt modelId="{DB4539D9-A382-49A8-AAC7-EEE4D5FE26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Emails</a:t>
          </a:r>
        </a:p>
      </dgm:t>
    </dgm:pt>
    <dgm:pt modelId="{AB70E28A-576C-4ABE-B461-CBC9889DE36A}" type="parTrans" cxnId="{807C924D-940E-4DEE-B375-E240A89C216E}">
      <dgm:prSet/>
      <dgm:spPr/>
      <dgm:t>
        <a:bodyPr/>
        <a:lstStyle/>
        <a:p>
          <a:endParaRPr lang="en-US"/>
        </a:p>
      </dgm:t>
    </dgm:pt>
    <dgm:pt modelId="{273BA31C-904E-4D65-B330-5590C0FAD5BA}" type="sibTrans" cxnId="{807C924D-940E-4DEE-B375-E240A89C216E}">
      <dgm:prSet/>
      <dgm:spPr/>
      <dgm:t>
        <a:bodyPr/>
        <a:lstStyle/>
        <a:p>
          <a:endParaRPr lang="en-US"/>
        </a:p>
      </dgm:t>
    </dgm:pt>
    <dgm:pt modelId="{D40F6BDA-0FF9-4CF4-953E-3326B64588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Print</a:t>
          </a:r>
        </a:p>
      </dgm:t>
    </dgm:pt>
    <dgm:pt modelId="{264DF4D9-29D2-4E1F-B1F1-08BB7C0234AD}" type="parTrans" cxnId="{3A1CF037-10D0-485C-9AFB-7D4FA6230EAB}">
      <dgm:prSet/>
      <dgm:spPr/>
      <dgm:t>
        <a:bodyPr/>
        <a:lstStyle/>
        <a:p>
          <a:endParaRPr lang="en-US"/>
        </a:p>
      </dgm:t>
    </dgm:pt>
    <dgm:pt modelId="{3DADB5A4-22AA-4100-B934-A31B13FA4932}" type="sibTrans" cxnId="{3A1CF037-10D0-485C-9AFB-7D4FA6230EAB}">
      <dgm:prSet/>
      <dgm:spPr/>
      <dgm:t>
        <a:bodyPr/>
        <a:lstStyle/>
        <a:p>
          <a:endParaRPr lang="en-US"/>
        </a:p>
      </dgm:t>
    </dgm:pt>
    <dgm:pt modelId="{65DDDA90-1AB8-40CD-8612-B10BDE3A0E0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QR codes</a:t>
          </a:r>
        </a:p>
      </dgm:t>
    </dgm:pt>
    <dgm:pt modelId="{F5CF0858-968E-4962-98CB-47637371F6BB}" type="parTrans" cxnId="{8694B976-B13C-46BF-9025-E922480A591F}">
      <dgm:prSet/>
      <dgm:spPr/>
      <dgm:t>
        <a:bodyPr/>
        <a:lstStyle/>
        <a:p>
          <a:endParaRPr lang="en-US"/>
        </a:p>
      </dgm:t>
    </dgm:pt>
    <dgm:pt modelId="{62A7EF35-1D3C-4751-94E4-2BB6A369C77E}" type="sibTrans" cxnId="{8694B976-B13C-46BF-9025-E922480A591F}">
      <dgm:prSet/>
      <dgm:spPr/>
      <dgm:t>
        <a:bodyPr/>
        <a:lstStyle/>
        <a:p>
          <a:endParaRPr lang="en-US"/>
        </a:p>
      </dgm:t>
    </dgm:pt>
    <dgm:pt modelId="{6640C76A-828A-4760-B32C-2CFB92248E5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E-Newsletters</a:t>
          </a:r>
        </a:p>
      </dgm:t>
    </dgm:pt>
    <dgm:pt modelId="{A5818AB5-DE18-4204-94C4-DEC9AA18233B}" type="parTrans" cxnId="{8E0B66C0-BAF0-4525-8781-207E8C9B121B}">
      <dgm:prSet/>
      <dgm:spPr/>
      <dgm:t>
        <a:bodyPr/>
        <a:lstStyle/>
        <a:p>
          <a:endParaRPr lang="en-US"/>
        </a:p>
      </dgm:t>
    </dgm:pt>
    <dgm:pt modelId="{A7E1C87C-EC94-4B03-B6D2-3DA1C021ECB1}" type="sibTrans" cxnId="{8E0B66C0-BAF0-4525-8781-207E8C9B121B}">
      <dgm:prSet/>
      <dgm:spPr/>
      <dgm:t>
        <a:bodyPr/>
        <a:lstStyle/>
        <a:p>
          <a:endParaRPr lang="en-US"/>
        </a:p>
      </dgm:t>
    </dgm:pt>
    <dgm:pt modelId="{FB1788AE-08DA-4FAF-B0FD-C77E9A1056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Phone calls</a:t>
          </a:r>
        </a:p>
      </dgm:t>
    </dgm:pt>
    <dgm:pt modelId="{2789D93D-7768-48F4-ABD8-5BC3034987AE}" type="parTrans" cxnId="{3E9BF0E4-540D-4E2B-9303-D740AC479631}">
      <dgm:prSet/>
      <dgm:spPr/>
      <dgm:t>
        <a:bodyPr/>
        <a:lstStyle/>
        <a:p>
          <a:endParaRPr lang="en-US"/>
        </a:p>
      </dgm:t>
    </dgm:pt>
    <dgm:pt modelId="{60D608EC-A3BB-42FA-9B19-BAEEA5C36DA2}" type="sibTrans" cxnId="{3E9BF0E4-540D-4E2B-9303-D740AC479631}">
      <dgm:prSet/>
      <dgm:spPr/>
      <dgm:t>
        <a:bodyPr/>
        <a:lstStyle/>
        <a:p>
          <a:endParaRPr lang="en-US"/>
        </a:p>
      </dgm:t>
    </dgm:pt>
    <dgm:pt modelId="{EE44633D-CDE4-468E-8DA7-14C8E040BD4C}" type="pres">
      <dgm:prSet presAssocID="{210A9D77-A691-4E4B-844D-78E6958AC7C3}" presName="root" presStyleCnt="0">
        <dgm:presLayoutVars>
          <dgm:dir/>
          <dgm:resizeHandles val="exact"/>
        </dgm:presLayoutVars>
      </dgm:prSet>
      <dgm:spPr/>
    </dgm:pt>
    <dgm:pt modelId="{A56BFCBA-38C7-491D-82D4-3053AC9303AF}" type="pres">
      <dgm:prSet presAssocID="{302F0D4A-D9AC-4BBE-A4D1-90661128B255}" presName="compNode" presStyleCnt="0"/>
      <dgm:spPr/>
    </dgm:pt>
    <dgm:pt modelId="{66A796CE-73BD-44A4-AD9D-CD420D2720EF}" type="pres">
      <dgm:prSet presAssocID="{302F0D4A-D9AC-4BBE-A4D1-90661128B255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2A33806-F305-4F99-9B85-4CA03D732D6D}" type="pres">
      <dgm:prSet presAssocID="{302F0D4A-D9AC-4BBE-A4D1-90661128B255}" presName="spaceRect" presStyleCnt="0"/>
      <dgm:spPr/>
    </dgm:pt>
    <dgm:pt modelId="{FC56D045-7EA2-41D9-A718-1CEA2B1080DA}" type="pres">
      <dgm:prSet presAssocID="{302F0D4A-D9AC-4BBE-A4D1-90661128B255}" presName="textRect" presStyleLbl="revTx" presStyleIdx="0" presStyleCnt="8">
        <dgm:presLayoutVars>
          <dgm:chMax val="1"/>
          <dgm:chPref val="1"/>
        </dgm:presLayoutVars>
      </dgm:prSet>
      <dgm:spPr/>
    </dgm:pt>
    <dgm:pt modelId="{D0316F19-EAC6-4E1E-906A-3E23FC8295F1}" type="pres">
      <dgm:prSet presAssocID="{C8188EF1-683B-472C-8268-546C2CBDE39D}" presName="sibTrans" presStyleCnt="0"/>
      <dgm:spPr/>
    </dgm:pt>
    <dgm:pt modelId="{0141F60E-15BF-4B2F-B6BA-3BE32EE3507A}" type="pres">
      <dgm:prSet presAssocID="{8B6D7E99-D492-4C29-8CF9-E71579902306}" presName="compNode" presStyleCnt="0"/>
      <dgm:spPr/>
    </dgm:pt>
    <dgm:pt modelId="{699F678A-37CD-4B6A-AEED-C04B3583F43C}" type="pres">
      <dgm:prSet presAssocID="{8B6D7E99-D492-4C29-8CF9-E71579902306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9DAA31D-6D04-49D0-BCD4-137F37625BA4}" type="pres">
      <dgm:prSet presAssocID="{8B6D7E99-D492-4C29-8CF9-E71579902306}" presName="spaceRect" presStyleCnt="0"/>
      <dgm:spPr/>
    </dgm:pt>
    <dgm:pt modelId="{AEEC62C6-A4A4-4DE6-8EFB-CF641C162780}" type="pres">
      <dgm:prSet presAssocID="{8B6D7E99-D492-4C29-8CF9-E71579902306}" presName="textRect" presStyleLbl="revTx" presStyleIdx="1" presStyleCnt="8">
        <dgm:presLayoutVars>
          <dgm:chMax val="1"/>
          <dgm:chPref val="1"/>
        </dgm:presLayoutVars>
      </dgm:prSet>
      <dgm:spPr/>
    </dgm:pt>
    <dgm:pt modelId="{F955BBBB-CC22-4A13-89EA-C1BEA1279407}" type="pres">
      <dgm:prSet presAssocID="{19D1D8AF-BC55-4AA6-AD6E-861A5630CCDC}" presName="sibTrans" presStyleCnt="0"/>
      <dgm:spPr/>
    </dgm:pt>
    <dgm:pt modelId="{58540B9B-9FD1-4C28-A494-DC99B6F25D58}" type="pres">
      <dgm:prSet presAssocID="{5C890AEF-EA9E-467C-A419-87A6D3193E91}" presName="compNode" presStyleCnt="0"/>
      <dgm:spPr/>
    </dgm:pt>
    <dgm:pt modelId="{214BF1AE-24BC-47B5-8EEA-EACED8EF46CF}" type="pres">
      <dgm:prSet presAssocID="{5C890AEF-EA9E-467C-A419-87A6D3193E9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2C4AB8EE-15D8-4255-A072-D4EC5BCEFB00}" type="pres">
      <dgm:prSet presAssocID="{5C890AEF-EA9E-467C-A419-87A6D3193E91}" presName="spaceRect" presStyleCnt="0"/>
      <dgm:spPr/>
    </dgm:pt>
    <dgm:pt modelId="{0C4F4268-DE3A-48D1-B9AC-6DE2F6BEA0F3}" type="pres">
      <dgm:prSet presAssocID="{5C890AEF-EA9E-467C-A419-87A6D3193E91}" presName="textRect" presStyleLbl="revTx" presStyleIdx="2" presStyleCnt="8">
        <dgm:presLayoutVars>
          <dgm:chMax val="1"/>
          <dgm:chPref val="1"/>
        </dgm:presLayoutVars>
      </dgm:prSet>
      <dgm:spPr/>
    </dgm:pt>
    <dgm:pt modelId="{BBF46899-4497-413B-93AE-F5B16F166751}" type="pres">
      <dgm:prSet presAssocID="{C1F92115-83B6-4F57-8A6F-44F963391AE2}" presName="sibTrans" presStyleCnt="0"/>
      <dgm:spPr/>
    </dgm:pt>
    <dgm:pt modelId="{5BE73699-843C-4119-B030-4D15BDBE835D}" type="pres">
      <dgm:prSet presAssocID="{DB4539D9-A382-49A8-AAC7-EEE4D5FE2620}" presName="compNode" presStyleCnt="0"/>
      <dgm:spPr/>
    </dgm:pt>
    <dgm:pt modelId="{069AE1F8-E66C-4436-A30C-88CF1B85E3D6}" type="pres">
      <dgm:prSet presAssocID="{DB4539D9-A382-49A8-AAC7-EEE4D5FE2620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630788F-5EF7-4931-B395-9010795F21D0}" type="pres">
      <dgm:prSet presAssocID="{DB4539D9-A382-49A8-AAC7-EEE4D5FE2620}" presName="spaceRect" presStyleCnt="0"/>
      <dgm:spPr/>
    </dgm:pt>
    <dgm:pt modelId="{EB43DC10-8633-40A8-A4A7-6EA3F2CD1FE2}" type="pres">
      <dgm:prSet presAssocID="{DB4539D9-A382-49A8-AAC7-EEE4D5FE2620}" presName="textRect" presStyleLbl="revTx" presStyleIdx="3" presStyleCnt="8">
        <dgm:presLayoutVars>
          <dgm:chMax val="1"/>
          <dgm:chPref val="1"/>
        </dgm:presLayoutVars>
      </dgm:prSet>
      <dgm:spPr/>
    </dgm:pt>
    <dgm:pt modelId="{B417297D-37B0-4CD1-B36D-E2B3478D7C23}" type="pres">
      <dgm:prSet presAssocID="{273BA31C-904E-4D65-B330-5590C0FAD5BA}" presName="sibTrans" presStyleCnt="0"/>
      <dgm:spPr/>
    </dgm:pt>
    <dgm:pt modelId="{585BBDA9-C920-4092-B1EE-F53CA3B6161D}" type="pres">
      <dgm:prSet presAssocID="{D40F6BDA-0FF9-4CF4-953E-3326B64588D3}" presName="compNode" presStyleCnt="0"/>
      <dgm:spPr/>
    </dgm:pt>
    <dgm:pt modelId="{F24EDAB8-94BC-408C-9EE9-1FCB11AFDC2B}" type="pres">
      <dgm:prSet presAssocID="{D40F6BDA-0FF9-4CF4-953E-3326B64588D3}" presName="iconRect" presStyleLbl="node1" presStyleIdx="4" presStyleCnt="8"/>
      <dgm:spPr>
        <a:ln>
          <a:noFill/>
        </a:ln>
      </dgm:spPr>
    </dgm:pt>
    <dgm:pt modelId="{6601A2B9-7F78-494C-8124-029062C82E14}" type="pres">
      <dgm:prSet presAssocID="{D40F6BDA-0FF9-4CF4-953E-3326B64588D3}" presName="spaceRect" presStyleCnt="0"/>
      <dgm:spPr/>
    </dgm:pt>
    <dgm:pt modelId="{6CF9ED1B-3EB7-4013-A86B-60D209DE51DA}" type="pres">
      <dgm:prSet presAssocID="{D40F6BDA-0FF9-4CF4-953E-3326B64588D3}" presName="textRect" presStyleLbl="revTx" presStyleIdx="4" presStyleCnt="8">
        <dgm:presLayoutVars>
          <dgm:chMax val="1"/>
          <dgm:chPref val="1"/>
        </dgm:presLayoutVars>
      </dgm:prSet>
      <dgm:spPr/>
    </dgm:pt>
    <dgm:pt modelId="{09422AD3-93F8-4C3B-9D0E-0292B99FCE53}" type="pres">
      <dgm:prSet presAssocID="{3DADB5A4-22AA-4100-B934-A31B13FA4932}" presName="sibTrans" presStyleCnt="0"/>
      <dgm:spPr/>
    </dgm:pt>
    <dgm:pt modelId="{04286475-A5BD-49EA-A8B0-937221C89237}" type="pres">
      <dgm:prSet presAssocID="{65DDDA90-1AB8-40CD-8612-B10BDE3A0E0B}" presName="compNode" presStyleCnt="0"/>
      <dgm:spPr/>
    </dgm:pt>
    <dgm:pt modelId="{EA9FEE50-870C-45A7-A007-093AA6C68D4E}" type="pres">
      <dgm:prSet presAssocID="{65DDDA90-1AB8-40CD-8612-B10BDE3A0E0B}" presName="iconRect" presStyleLbl="node1" presStyleIdx="5" presStyleCnt="8"/>
      <dgm:spPr>
        <a:blipFill rotWithShape="1">
          <a:blip xmlns:r="http://schemas.openxmlformats.org/officeDocument/2006/relationships" r:embed="rId9"/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ECA22066-4FF5-40FF-B29F-EAF299A81054}" type="pres">
      <dgm:prSet presAssocID="{65DDDA90-1AB8-40CD-8612-B10BDE3A0E0B}" presName="spaceRect" presStyleCnt="0"/>
      <dgm:spPr/>
    </dgm:pt>
    <dgm:pt modelId="{69E50A7C-1035-4829-A55C-57B5E2D47941}" type="pres">
      <dgm:prSet presAssocID="{65DDDA90-1AB8-40CD-8612-B10BDE3A0E0B}" presName="textRect" presStyleLbl="revTx" presStyleIdx="5" presStyleCnt="8">
        <dgm:presLayoutVars>
          <dgm:chMax val="1"/>
          <dgm:chPref val="1"/>
        </dgm:presLayoutVars>
      </dgm:prSet>
      <dgm:spPr/>
    </dgm:pt>
    <dgm:pt modelId="{98597ABC-6CBE-4407-AA64-59321C664524}" type="pres">
      <dgm:prSet presAssocID="{62A7EF35-1D3C-4751-94E4-2BB6A369C77E}" presName="sibTrans" presStyleCnt="0"/>
      <dgm:spPr/>
    </dgm:pt>
    <dgm:pt modelId="{33D34015-DDEF-4CC5-93F1-007C1B57C5B6}" type="pres">
      <dgm:prSet presAssocID="{6640C76A-828A-4760-B32C-2CFB92248E5A}" presName="compNode" presStyleCnt="0"/>
      <dgm:spPr/>
    </dgm:pt>
    <dgm:pt modelId="{E214A267-C566-45E1-8736-D4332A8D28EE}" type="pres">
      <dgm:prSet presAssocID="{6640C76A-828A-4760-B32C-2CFB92248E5A}" presName="iconRect" presStyleLbl="node1" presStyleIdx="6" presStyleCnt="8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4750B8E6-9E09-4C86-8E33-29D7CE503621}" type="pres">
      <dgm:prSet presAssocID="{6640C76A-828A-4760-B32C-2CFB92248E5A}" presName="spaceRect" presStyleCnt="0"/>
      <dgm:spPr/>
    </dgm:pt>
    <dgm:pt modelId="{DE0EAA35-2C41-4582-A1A1-7111F6C9920E}" type="pres">
      <dgm:prSet presAssocID="{6640C76A-828A-4760-B32C-2CFB92248E5A}" presName="textRect" presStyleLbl="revTx" presStyleIdx="6" presStyleCnt="8">
        <dgm:presLayoutVars>
          <dgm:chMax val="1"/>
          <dgm:chPref val="1"/>
        </dgm:presLayoutVars>
      </dgm:prSet>
      <dgm:spPr/>
    </dgm:pt>
    <dgm:pt modelId="{598C252C-2F6A-4C1F-B0EE-BABFCF6A575B}" type="pres">
      <dgm:prSet presAssocID="{A7E1C87C-EC94-4B03-B6D2-3DA1C021ECB1}" presName="sibTrans" presStyleCnt="0"/>
      <dgm:spPr/>
    </dgm:pt>
    <dgm:pt modelId="{E66AF340-A55C-41C1-BF8A-5BE5EB2E8BFA}" type="pres">
      <dgm:prSet presAssocID="{FB1788AE-08DA-4FAF-B0FD-C77E9A10563C}" presName="compNode" presStyleCnt="0"/>
      <dgm:spPr/>
    </dgm:pt>
    <dgm:pt modelId="{1B8C684D-3AA0-4EA1-BF67-818DD437FCB3}" type="pres">
      <dgm:prSet presAssocID="{FB1788AE-08DA-4FAF-B0FD-C77E9A10563C}" presName="iconRect" presStyleLbl="node1" presStyleIdx="7" presStyleCnt="8"/>
      <dgm:spPr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50F8D92A-22FE-42B6-A288-70EBA73A0FF8}" type="pres">
      <dgm:prSet presAssocID="{FB1788AE-08DA-4FAF-B0FD-C77E9A10563C}" presName="spaceRect" presStyleCnt="0"/>
      <dgm:spPr/>
    </dgm:pt>
    <dgm:pt modelId="{3CF161B9-2FCD-4A4E-91AA-E5B7E8662DD2}" type="pres">
      <dgm:prSet presAssocID="{FB1788AE-08DA-4FAF-B0FD-C77E9A10563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81BAEC14-A9F8-4A7E-B8AC-6F272575EBB9}" type="presOf" srcId="{DB4539D9-A382-49A8-AAC7-EEE4D5FE2620}" destId="{EB43DC10-8633-40A8-A4A7-6EA3F2CD1FE2}" srcOrd="0" destOrd="0" presId="urn:microsoft.com/office/officeart/2018/2/layout/IconLabelList"/>
    <dgm:cxn modelId="{DA650B22-0A04-4395-84A3-2B609B66A886}" type="presOf" srcId="{FB1788AE-08DA-4FAF-B0FD-C77E9A10563C}" destId="{3CF161B9-2FCD-4A4E-91AA-E5B7E8662DD2}" srcOrd="0" destOrd="0" presId="urn:microsoft.com/office/officeart/2018/2/layout/IconLabelList"/>
    <dgm:cxn modelId="{51AF6F36-5A26-4334-97C8-FE9C649DA2FA}" type="presOf" srcId="{210A9D77-A691-4E4B-844D-78E6958AC7C3}" destId="{EE44633D-CDE4-468E-8DA7-14C8E040BD4C}" srcOrd="0" destOrd="0" presId="urn:microsoft.com/office/officeart/2018/2/layout/IconLabelList"/>
    <dgm:cxn modelId="{3A1CF037-10D0-485C-9AFB-7D4FA6230EAB}" srcId="{210A9D77-A691-4E4B-844D-78E6958AC7C3}" destId="{D40F6BDA-0FF9-4CF4-953E-3326B64588D3}" srcOrd="4" destOrd="0" parTransId="{264DF4D9-29D2-4E1F-B1F1-08BB7C0234AD}" sibTransId="{3DADB5A4-22AA-4100-B934-A31B13FA4932}"/>
    <dgm:cxn modelId="{C25DC642-C1DA-4D62-9823-F48EE4D88697}" type="presOf" srcId="{8B6D7E99-D492-4C29-8CF9-E71579902306}" destId="{AEEC62C6-A4A4-4DE6-8EFB-CF641C162780}" srcOrd="0" destOrd="0" presId="urn:microsoft.com/office/officeart/2018/2/layout/IconLabelList"/>
    <dgm:cxn modelId="{2449074D-CA17-4C03-A107-766BCF47F906}" type="presOf" srcId="{6640C76A-828A-4760-B32C-2CFB92248E5A}" destId="{DE0EAA35-2C41-4582-A1A1-7111F6C9920E}" srcOrd="0" destOrd="0" presId="urn:microsoft.com/office/officeart/2018/2/layout/IconLabelList"/>
    <dgm:cxn modelId="{807C924D-940E-4DEE-B375-E240A89C216E}" srcId="{210A9D77-A691-4E4B-844D-78E6958AC7C3}" destId="{DB4539D9-A382-49A8-AAC7-EEE4D5FE2620}" srcOrd="3" destOrd="0" parTransId="{AB70E28A-576C-4ABE-B461-CBC9889DE36A}" sibTransId="{273BA31C-904E-4D65-B330-5590C0FAD5BA}"/>
    <dgm:cxn modelId="{8694B976-B13C-46BF-9025-E922480A591F}" srcId="{210A9D77-A691-4E4B-844D-78E6958AC7C3}" destId="{65DDDA90-1AB8-40CD-8612-B10BDE3A0E0B}" srcOrd="5" destOrd="0" parTransId="{F5CF0858-968E-4962-98CB-47637371F6BB}" sibTransId="{62A7EF35-1D3C-4751-94E4-2BB6A369C77E}"/>
    <dgm:cxn modelId="{01D26559-57A3-493D-9BC9-856A5E654105}" type="presOf" srcId="{D40F6BDA-0FF9-4CF4-953E-3326B64588D3}" destId="{6CF9ED1B-3EB7-4013-A86B-60D209DE51DA}" srcOrd="0" destOrd="0" presId="urn:microsoft.com/office/officeart/2018/2/layout/IconLabelList"/>
    <dgm:cxn modelId="{56EBD881-3182-49CE-A8F2-F0E801805598}" type="presOf" srcId="{65DDDA90-1AB8-40CD-8612-B10BDE3A0E0B}" destId="{69E50A7C-1035-4829-A55C-57B5E2D47941}" srcOrd="0" destOrd="0" presId="urn:microsoft.com/office/officeart/2018/2/layout/IconLabelList"/>
    <dgm:cxn modelId="{B211288F-2FB2-4413-A05A-F759091CD4CF}" type="presOf" srcId="{302F0D4A-D9AC-4BBE-A4D1-90661128B255}" destId="{FC56D045-7EA2-41D9-A718-1CEA2B1080DA}" srcOrd="0" destOrd="0" presId="urn:microsoft.com/office/officeart/2018/2/layout/IconLabelList"/>
    <dgm:cxn modelId="{12C806B2-B69D-4184-9786-D45A00D67C0F}" type="presOf" srcId="{5C890AEF-EA9E-467C-A419-87A6D3193E91}" destId="{0C4F4268-DE3A-48D1-B9AC-6DE2F6BEA0F3}" srcOrd="0" destOrd="0" presId="urn:microsoft.com/office/officeart/2018/2/layout/IconLabelList"/>
    <dgm:cxn modelId="{20311EBB-6FDD-45D4-A632-4821D8207132}" srcId="{210A9D77-A691-4E4B-844D-78E6958AC7C3}" destId="{5C890AEF-EA9E-467C-A419-87A6D3193E91}" srcOrd="2" destOrd="0" parTransId="{778A909D-9D36-4862-A0D4-28EA0B694AD6}" sibTransId="{C1F92115-83B6-4F57-8A6F-44F963391AE2}"/>
    <dgm:cxn modelId="{8E0B66C0-BAF0-4525-8781-207E8C9B121B}" srcId="{210A9D77-A691-4E4B-844D-78E6958AC7C3}" destId="{6640C76A-828A-4760-B32C-2CFB92248E5A}" srcOrd="6" destOrd="0" parTransId="{A5818AB5-DE18-4204-94C4-DEC9AA18233B}" sibTransId="{A7E1C87C-EC94-4B03-B6D2-3DA1C021ECB1}"/>
    <dgm:cxn modelId="{3E9BF0E4-540D-4E2B-9303-D740AC479631}" srcId="{210A9D77-A691-4E4B-844D-78E6958AC7C3}" destId="{FB1788AE-08DA-4FAF-B0FD-C77E9A10563C}" srcOrd="7" destOrd="0" parTransId="{2789D93D-7768-48F4-ABD8-5BC3034987AE}" sibTransId="{60D608EC-A3BB-42FA-9B19-BAEEA5C36DA2}"/>
    <dgm:cxn modelId="{C34EABE5-1027-4791-A2E6-3765AEF61B8C}" srcId="{210A9D77-A691-4E4B-844D-78E6958AC7C3}" destId="{302F0D4A-D9AC-4BBE-A4D1-90661128B255}" srcOrd="0" destOrd="0" parTransId="{C833AF10-F888-4AA9-87A9-3DE9FDCBDAFF}" sibTransId="{C8188EF1-683B-472C-8268-546C2CBDE39D}"/>
    <dgm:cxn modelId="{E9BFD0F0-AC41-46CD-9827-1FA398AFE593}" srcId="{210A9D77-A691-4E4B-844D-78E6958AC7C3}" destId="{8B6D7E99-D492-4C29-8CF9-E71579902306}" srcOrd="1" destOrd="0" parTransId="{CC4EDD01-06C4-4237-A2A1-60AACB88EF5A}" sibTransId="{19D1D8AF-BC55-4AA6-AD6E-861A5630CCDC}"/>
    <dgm:cxn modelId="{7E113D77-1217-4384-A390-A784DF90AAE9}" type="presParOf" srcId="{EE44633D-CDE4-468E-8DA7-14C8E040BD4C}" destId="{A56BFCBA-38C7-491D-82D4-3053AC9303AF}" srcOrd="0" destOrd="0" presId="urn:microsoft.com/office/officeart/2018/2/layout/IconLabelList"/>
    <dgm:cxn modelId="{08A615E5-F635-4D98-B7DD-CBDF5A21F930}" type="presParOf" srcId="{A56BFCBA-38C7-491D-82D4-3053AC9303AF}" destId="{66A796CE-73BD-44A4-AD9D-CD420D2720EF}" srcOrd="0" destOrd="0" presId="urn:microsoft.com/office/officeart/2018/2/layout/IconLabelList"/>
    <dgm:cxn modelId="{C7AE1FE4-A705-49BF-8254-0D18B9A712DC}" type="presParOf" srcId="{A56BFCBA-38C7-491D-82D4-3053AC9303AF}" destId="{92A33806-F305-4F99-9B85-4CA03D732D6D}" srcOrd="1" destOrd="0" presId="urn:microsoft.com/office/officeart/2018/2/layout/IconLabelList"/>
    <dgm:cxn modelId="{F475E6B6-A31E-43AF-A33F-C01035C666C2}" type="presParOf" srcId="{A56BFCBA-38C7-491D-82D4-3053AC9303AF}" destId="{FC56D045-7EA2-41D9-A718-1CEA2B1080DA}" srcOrd="2" destOrd="0" presId="urn:microsoft.com/office/officeart/2018/2/layout/IconLabelList"/>
    <dgm:cxn modelId="{0FBE2FEC-0ED3-4F91-86E0-1554C1F8D9F9}" type="presParOf" srcId="{EE44633D-CDE4-468E-8DA7-14C8E040BD4C}" destId="{D0316F19-EAC6-4E1E-906A-3E23FC8295F1}" srcOrd="1" destOrd="0" presId="urn:microsoft.com/office/officeart/2018/2/layout/IconLabelList"/>
    <dgm:cxn modelId="{0A6AA3A3-87A8-4891-A766-6DB5490E83B8}" type="presParOf" srcId="{EE44633D-CDE4-468E-8DA7-14C8E040BD4C}" destId="{0141F60E-15BF-4B2F-B6BA-3BE32EE3507A}" srcOrd="2" destOrd="0" presId="urn:microsoft.com/office/officeart/2018/2/layout/IconLabelList"/>
    <dgm:cxn modelId="{34506E65-AC4E-41DB-8EC9-2FCBD8091CC1}" type="presParOf" srcId="{0141F60E-15BF-4B2F-B6BA-3BE32EE3507A}" destId="{699F678A-37CD-4B6A-AEED-C04B3583F43C}" srcOrd="0" destOrd="0" presId="urn:microsoft.com/office/officeart/2018/2/layout/IconLabelList"/>
    <dgm:cxn modelId="{F5C86FC9-1493-4740-BE3B-24039DB07194}" type="presParOf" srcId="{0141F60E-15BF-4B2F-B6BA-3BE32EE3507A}" destId="{D9DAA31D-6D04-49D0-BCD4-137F37625BA4}" srcOrd="1" destOrd="0" presId="urn:microsoft.com/office/officeart/2018/2/layout/IconLabelList"/>
    <dgm:cxn modelId="{A31A1F05-980D-470A-9B3E-FCA90A29DD30}" type="presParOf" srcId="{0141F60E-15BF-4B2F-B6BA-3BE32EE3507A}" destId="{AEEC62C6-A4A4-4DE6-8EFB-CF641C162780}" srcOrd="2" destOrd="0" presId="urn:microsoft.com/office/officeart/2018/2/layout/IconLabelList"/>
    <dgm:cxn modelId="{0725230E-4A18-4D14-A12A-E6F4CC03062D}" type="presParOf" srcId="{EE44633D-CDE4-468E-8DA7-14C8E040BD4C}" destId="{F955BBBB-CC22-4A13-89EA-C1BEA1279407}" srcOrd="3" destOrd="0" presId="urn:microsoft.com/office/officeart/2018/2/layout/IconLabelList"/>
    <dgm:cxn modelId="{302E6B22-CE24-44B1-BD0E-CCE127289A67}" type="presParOf" srcId="{EE44633D-CDE4-468E-8DA7-14C8E040BD4C}" destId="{58540B9B-9FD1-4C28-A494-DC99B6F25D58}" srcOrd="4" destOrd="0" presId="urn:microsoft.com/office/officeart/2018/2/layout/IconLabelList"/>
    <dgm:cxn modelId="{CE74A85A-1E41-4677-8858-D980B8E2C21B}" type="presParOf" srcId="{58540B9B-9FD1-4C28-A494-DC99B6F25D58}" destId="{214BF1AE-24BC-47B5-8EEA-EACED8EF46CF}" srcOrd="0" destOrd="0" presId="urn:microsoft.com/office/officeart/2018/2/layout/IconLabelList"/>
    <dgm:cxn modelId="{810B3AFF-5ABB-45A4-81AC-D856644E74AF}" type="presParOf" srcId="{58540B9B-9FD1-4C28-A494-DC99B6F25D58}" destId="{2C4AB8EE-15D8-4255-A072-D4EC5BCEFB00}" srcOrd="1" destOrd="0" presId="urn:microsoft.com/office/officeart/2018/2/layout/IconLabelList"/>
    <dgm:cxn modelId="{699A4488-68C0-44F0-AB34-2A40E635C97F}" type="presParOf" srcId="{58540B9B-9FD1-4C28-A494-DC99B6F25D58}" destId="{0C4F4268-DE3A-48D1-B9AC-6DE2F6BEA0F3}" srcOrd="2" destOrd="0" presId="urn:microsoft.com/office/officeart/2018/2/layout/IconLabelList"/>
    <dgm:cxn modelId="{4BE8BF5B-8A6E-4BF3-8C08-44F23C1920F2}" type="presParOf" srcId="{EE44633D-CDE4-468E-8DA7-14C8E040BD4C}" destId="{BBF46899-4497-413B-93AE-F5B16F166751}" srcOrd="5" destOrd="0" presId="urn:microsoft.com/office/officeart/2018/2/layout/IconLabelList"/>
    <dgm:cxn modelId="{84D36401-D775-49AC-94C4-24760C44DE12}" type="presParOf" srcId="{EE44633D-CDE4-468E-8DA7-14C8E040BD4C}" destId="{5BE73699-843C-4119-B030-4D15BDBE835D}" srcOrd="6" destOrd="0" presId="urn:microsoft.com/office/officeart/2018/2/layout/IconLabelList"/>
    <dgm:cxn modelId="{ADDCED9B-96ED-4BD1-B870-CA0CE31658E9}" type="presParOf" srcId="{5BE73699-843C-4119-B030-4D15BDBE835D}" destId="{069AE1F8-E66C-4436-A30C-88CF1B85E3D6}" srcOrd="0" destOrd="0" presId="urn:microsoft.com/office/officeart/2018/2/layout/IconLabelList"/>
    <dgm:cxn modelId="{D41C6BA5-BDDA-4D3A-B253-3E096CACBBCB}" type="presParOf" srcId="{5BE73699-843C-4119-B030-4D15BDBE835D}" destId="{4630788F-5EF7-4931-B395-9010795F21D0}" srcOrd="1" destOrd="0" presId="urn:microsoft.com/office/officeart/2018/2/layout/IconLabelList"/>
    <dgm:cxn modelId="{09211C3A-AADD-4FED-9305-F514DB35CAD6}" type="presParOf" srcId="{5BE73699-843C-4119-B030-4D15BDBE835D}" destId="{EB43DC10-8633-40A8-A4A7-6EA3F2CD1FE2}" srcOrd="2" destOrd="0" presId="urn:microsoft.com/office/officeart/2018/2/layout/IconLabelList"/>
    <dgm:cxn modelId="{58C8F55D-CF81-4ACB-AD89-A5A72094590D}" type="presParOf" srcId="{EE44633D-CDE4-468E-8DA7-14C8E040BD4C}" destId="{B417297D-37B0-4CD1-B36D-E2B3478D7C23}" srcOrd="7" destOrd="0" presId="urn:microsoft.com/office/officeart/2018/2/layout/IconLabelList"/>
    <dgm:cxn modelId="{63B7D109-1527-433F-8D3E-226B42827DFB}" type="presParOf" srcId="{EE44633D-CDE4-468E-8DA7-14C8E040BD4C}" destId="{585BBDA9-C920-4092-B1EE-F53CA3B6161D}" srcOrd="8" destOrd="0" presId="urn:microsoft.com/office/officeart/2018/2/layout/IconLabelList"/>
    <dgm:cxn modelId="{1CE73C0C-8740-4129-9B3F-DC835F5A0FD2}" type="presParOf" srcId="{585BBDA9-C920-4092-B1EE-F53CA3B6161D}" destId="{F24EDAB8-94BC-408C-9EE9-1FCB11AFDC2B}" srcOrd="0" destOrd="0" presId="urn:microsoft.com/office/officeart/2018/2/layout/IconLabelList"/>
    <dgm:cxn modelId="{F201226A-AECF-403B-86C1-E073E29D8CC5}" type="presParOf" srcId="{585BBDA9-C920-4092-B1EE-F53CA3B6161D}" destId="{6601A2B9-7F78-494C-8124-029062C82E14}" srcOrd="1" destOrd="0" presId="urn:microsoft.com/office/officeart/2018/2/layout/IconLabelList"/>
    <dgm:cxn modelId="{72AA196E-CB19-4F50-B130-8AF811A68A7E}" type="presParOf" srcId="{585BBDA9-C920-4092-B1EE-F53CA3B6161D}" destId="{6CF9ED1B-3EB7-4013-A86B-60D209DE51DA}" srcOrd="2" destOrd="0" presId="urn:microsoft.com/office/officeart/2018/2/layout/IconLabelList"/>
    <dgm:cxn modelId="{5AE852B6-47DA-4ECF-848F-7106A4D5F25E}" type="presParOf" srcId="{EE44633D-CDE4-468E-8DA7-14C8E040BD4C}" destId="{09422AD3-93F8-4C3B-9D0E-0292B99FCE53}" srcOrd="9" destOrd="0" presId="urn:microsoft.com/office/officeart/2018/2/layout/IconLabelList"/>
    <dgm:cxn modelId="{44E55638-16C6-4263-BBC3-E76E83504FF5}" type="presParOf" srcId="{EE44633D-CDE4-468E-8DA7-14C8E040BD4C}" destId="{04286475-A5BD-49EA-A8B0-937221C89237}" srcOrd="10" destOrd="0" presId="urn:microsoft.com/office/officeart/2018/2/layout/IconLabelList"/>
    <dgm:cxn modelId="{F92641B2-B7D1-41D4-B319-FF4AA3986D4D}" type="presParOf" srcId="{04286475-A5BD-49EA-A8B0-937221C89237}" destId="{EA9FEE50-870C-45A7-A007-093AA6C68D4E}" srcOrd="0" destOrd="0" presId="urn:microsoft.com/office/officeart/2018/2/layout/IconLabelList"/>
    <dgm:cxn modelId="{2FDBD633-A481-4D00-B38E-3DBF46B1B85E}" type="presParOf" srcId="{04286475-A5BD-49EA-A8B0-937221C89237}" destId="{ECA22066-4FF5-40FF-B29F-EAF299A81054}" srcOrd="1" destOrd="0" presId="urn:microsoft.com/office/officeart/2018/2/layout/IconLabelList"/>
    <dgm:cxn modelId="{1C93F6E6-0540-48F0-997A-D5A07302C70C}" type="presParOf" srcId="{04286475-A5BD-49EA-A8B0-937221C89237}" destId="{69E50A7C-1035-4829-A55C-57B5E2D47941}" srcOrd="2" destOrd="0" presId="urn:microsoft.com/office/officeart/2018/2/layout/IconLabelList"/>
    <dgm:cxn modelId="{CEEA25C1-1721-489E-B806-7BCC4EBDCCD2}" type="presParOf" srcId="{EE44633D-CDE4-468E-8DA7-14C8E040BD4C}" destId="{98597ABC-6CBE-4407-AA64-59321C664524}" srcOrd="11" destOrd="0" presId="urn:microsoft.com/office/officeart/2018/2/layout/IconLabelList"/>
    <dgm:cxn modelId="{D6EAE2F7-3DCC-4048-A4DF-645F1A74382F}" type="presParOf" srcId="{EE44633D-CDE4-468E-8DA7-14C8E040BD4C}" destId="{33D34015-DDEF-4CC5-93F1-007C1B57C5B6}" srcOrd="12" destOrd="0" presId="urn:microsoft.com/office/officeart/2018/2/layout/IconLabelList"/>
    <dgm:cxn modelId="{85BF55DC-36F7-4A23-A026-362F39419906}" type="presParOf" srcId="{33D34015-DDEF-4CC5-93F1-007C1B57C5B6}" destId="{E214A267-C566-45E1-8736-D4332A8D28EE}" srcOrd="0" destOrd="0" presId="urn:microsoft.com/office/officeart/2018/2/layout/IconLabelList"/>
    <dgm:cxn modelId="{25E390EF-EC8D-4421-90E7-03185999973B}" type="presParOf" srcId="{33D34015-DDEF-4CC5-93F1-007C1B57C5B6}" destId="{4750B8E6-9E09-4C86-8E33-29D7CE503621}" srcOrd="1" destOrd="0" presId="urn:microsoft.com/office/officeart/2018/2/layout/IconLabelList"/>
    <dgm:cxn modelId="{9034B251-2573-47C7-B164-729F92C6DDFF}" type="presParOf" srcId="{33D34015-DDEF-4CC5-93F1-007C1B57C5B6}" destId="{DE0EAA35-2C41-4582-A1A1-7111F6C9920E}" srcOrd="2" destOrd="0" presId="urn:microsoft.com/office/officeart/2018/2/layout/IconLabelList"/>
    <dgm:cxn modelId="{F470D37E-EAE8-49B2-A392-E23BDE5F1CA6}" type="presParOf" srcId="{EE44633D-CDE4-468E-8DA7-14C8E040BD4C}" destId="{598C252C-2F6A-4C1F-B0EE-BABFCF6A575B}" srcOrd="13" destOrd="0" presId="urn:microsoft.com/office/officeart/2018/2/layout/IconLabelList"/>
    <dgm:cxn modelId="{878539A7-5728-4A0E-A773-DE004C3C5263}" type="presParOf" srcId="{EE44633D-CDE4-468E-8DA7-14C8E040BD4C}" destId="{E66AF340-A55C-41C1-BF8A-5BE5EB2E8BFA}" srcOrd="14" destOrd="0" presId="urn:microsoft.com/office/officeart/2018/2/layout/IconLabelList"/>
    <dgm:cxn modelId="{8DF813E6-E467-4F85-9170-BE9A0CDAE311}" type="presParOf" srcId="{E66AF340-A55C-41C1-BF8A-5BE5EB2E8BFA}" destId="{1B8C684D-3AA0-4EA1-BF67-818DD437FCB3}" srcOrd="0" destOrd="0" presId="urn:microsoft.com/office/officeart/2018/2/layout/IconLabelList"/>
    <dgm:cxn modelId="{B9C3074A-5039-4C75-90BA-3131596DA407}" type="presParOf" srcId="{E66AF340-A55C-41C1-BF8A-5BE5EB2E8BFA}" destId="{50F8D92A-22FE-42B6-A288-70EBA73A0FF8}" srcOrd="1" destOrd="0" presId="urn:microsoft.com/office/officeart/2018/2/layout/IconLabelList"/>
    <dgm:cxn modelId="{E7F02606-D08C-4805-9A94-9430ECC5CC17}" type="presParOf" srcId="{E66AF340-A55C-41C1-BF8A-5BE5EB2E8BFA}" destId="{3CF161B9-2FCD-4A4E-91AA-E5B7E8662DD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D5DAF4-AFCA-4AD7-9917-7E9A66E60AA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7AC90B-B327-481B-9938-36D662E60E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Share update at upcoming COP meeting</a:t>
          </a:r>
        </a:p>
      </dgm:t>
    </dgm:pt>
    <dgm:pt modelId="{2A3B4D4A-F19A-4F24-9D16-2F732B940E17}" type="parTrans" cxnId="{01BBF299-87DC-4620-8BAF-53FE675C123F}">
      <dgm:prSet/>
      <dgm:spPr/>
      <dgm:t>
        <a:bodyPr/>
        <a:lstStyle/>
        <a:p>
          <a:endParaRPr lang="en-US"/>
        </a:p>
      </dgm:t>
    </dgm:pt>
    <dgm:pt modelId="{9C4348A1-E80E-4E16-89F5-7FB2EA15E483}" type="sibTrans" cxnId="{01BBF299-87DC-4620-8BAF-53FE675C123F}">
      <dgm:prSet/>
      <dgm:spPr/>
      <dgm:t>
        <a:bodyPr/>
        <a:lstStyle/>
        <a:p>
          <a:endParaRPr lang="en-US"/>
        </a:p>
      </dgm:t>
    </dgm:pt>
    <dgm:pt modelId="{C78E551C-6411-473D-882A-5A2628027C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to the CSA Repository </a:t>
          </a:r>
        </a:p>
      </dgm:t>
    </dgm:pt>
    <dgm:pt modelId="{C404E325-1458-4AE2-B689-0E8DD8A984D4}" type="parTrans" cxnId="{23AE082C-7836-481A-A959-DE27E80AE3F8}">
      <dgm:prSet/>
      <dgm:spPr/>
      <dgm:t>
        <a:bodyPr/>
        <a:lstStyle/>
        <a:p>
          <a:endParaRPr lang="en-US"/>
        </a:p>
      </dgm:t>
    </dgm:pt>
    <dgm:pt modelId="{38D00E1B-BF3C-46AB-B3EE-F55C924A8971}" type="sibTrans" cxnId="{23AE082C-7836-481A-A959-DE27E80AE3F8}">
      <dgm:prSet/>
      <dgm:spPr/>
      <dgm:t>
        <a:bodyPr/>
        <a:lstStyle/>
        <a:p>
          <a:endParaRPr lang="en-US"/>
        </a:p>
      </dgm:t>
    </dgm:pt>
    <dgm:pt modelId="{A5A20ACC-1AA7-49E0-9262-63681A137C84}" type="pres">
      <dgm:prSet presAssocID="{6FD5DAF4-AFCA-4AD7-9917-7E9A66E60AAB}" presName="root" presStyleCnt="0">
        <dgm:presLayoutVars>
          <dgm:dir/>
          <dgm:resizeHandles val="exact"/>
        </dgm:presLayoutVars>
      </dgm:prSet>
      <dgm:spPr/>
    </dgm:pt>
    <dgm:pt modelId="{60B7375F-D9FA-44E9-81FF-E97341AE5D2F}" type="pres">
      <dgm:prSet presAssocID="{7D7AC90B-B327-481B-9938-36D662E60E18}" presName="compNode" presStyleCnt="0"/>
      <dgm:spPr/>
    </dgm:pt>
    <dgm:pt modelId="{F4CBC257-9989-45AF-9C16-FB8089F8501A}" type="pres">
      <dgm:prSet presAssocID="{7D7AC90B-B327-481B-9938-36D662E60E18}" presName="bgRect" presStyleLbl="bgShp" presStyleIdx="0" presStyleCnt="2"/>
      <dgm:spPr/>
    </dgm:pt>
    <dgm:pt modelId="{000CFD65-8EE7-434C-8953-D2D080E3B406}" type="pres">
      <dgm:prSet presAssocID="{7D7AC90B-B327-481B-9938-36D662E60E1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FCB8A2A8-2939-41D8-90FA-9727EDB73A73}" type="pres">
      <dgm:prSet presAssocID="{7D7AC90B-B327-481B-9938-36D662E60E18}" presName="spaceRect" presStyleCnt="0"/>
      <dgm:spPr/>
    </dgm:pt>
    <dgm:pt modelId="{63E57B18-17A5-459D-8A45-727F88E34E0A}" type="pres">
      <dgm:prSet presAssocID="{7D7AC90B-B327-481B-9938-36D662E60E18}" presName="parTx" presStyleLbl="revTx" presStyleIdx="0" presStyleCnt="2">
        <dgm:presLayoutVars>
          <dgm:chMax val="0"/>
          <dgm:chPref val="0"/>
        </dgm:presLayoutVars>
      </dgm:prSet>
      <dgm:spPr/>
    </dgm:pt>
    <dgm:pt modelId="{FB72C3E2-7560-4EB2-B7DA-5679A0CBB3F6}" type="pres">
      <dgm:prSet presAssocID="{9C4348A1-E80E-4E16-89F5-7FB2EA15E483}" presName="sibTrans" presStyleCnt="0"/>
      <dgm:spPr/>
    </dgm:pt>
    <dgm:pt modelId="{0B73B9B0-FC26-4F82-8F47-1C492DD808FF}" type="pres">
      <dgm:prSet presAssocID="{C78E551C-6411-473D-882A-5A2628027CC0}" presName="compNode" presStyleCnt="0"/>
      <dgm:spPr/>
    </dgm:pt>
    <dgm:pt modelId="{ABF0366A-107E-4854-844A-244C524681AC}" type="pres">
      <dgm:prSet presAssocID="{C78E551C-6411-473D-882A-5A2628027CC0}" presName="bgRect" presStyleLbl="bgShp" presStyleIdx="1" presStyleCnt="2"/>
      <dgm:spPr/>
    </dgm:pt>
    <dgm:pt modelId="{1D90FF73-95C9-4A0C-AE18-0EFAD0670C33}" type="pres">
      <dgm:prSet presAssocID="{C78E551C-6411-473D-882A-5A2628027CC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6C756DA-7904-42E1-9750-DB746C547643}" type="pres">
      <dgm:prSet presAssocID="{C78E551C-6411-473D-882A-5A2628027CC0}" presName="spaceRect" presStyleCnt="0"/>
      <dgm:spPr/>
    </dgm:pt>
    <dgm:pt modelId="{220E869C-157C-458A-A695-82B58911777E}" type="pres">
      <dgm:prSet presAssocID="{C78E551C-6411-473D-882A-5A2628027CC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3AE082C-7836-481A-A959-DE27E80AE3F8}" srcId="{6FD5DAF4-AFCA-4AD7-9917-7E9A66E60AAB}" destId="{C78E551C-6411-473D-882A-5A2628027CC0}" srcOrd="1" destOrd="0" parTransId="{C404E325-1458-4AE2-B689-0E8DD8A984D4}" sibTransId="{38D00E1B-BF3C-46AB-B3EE-F55C924A8971}"/>
    <dgm:cxn modelId="{CB143D3A-D1E2-44ED-ACFE-12BC794BE814}" type="presOf" srcId="{7D7AC90B-B327-481B-9938-36D662E60E18}" destId="{63E57B18-17A5-459D-8A45-727F88E34E0A}" srcOrd="0" destOrd="0" presId="urn:microsoft.com/office/officeart/2018/2/layout/IconVerticalSolidList"/>
    <dgm:cxn modelId="{01BBF299-87DC-4620-8BAF-53FE675C123F}" srcId="{6FD5DAF4-AFCA-4AD7-9917-7E9A66E60AAB}" destId="{7D7AC90B-B327-481B-9938-36D662E60E18}" srcOrd="0" destOrd="0" parTransId="{2A3B4D4A-F19A-4F24-9D16-2F732B940E17}" sibTransId="{9C4348A1-E80E-4E16-89F5-7FB2EA15E483}"/>
    <dgm:cxn modelId="{51A0DBA9-C3FC-4A2D-AAE5-437ED05CC83B}" type="presOf" srcId="{6FD5DAF4-AFCA-4AD7-9917-7E9A66E60AAB}" destId="{A5A20ACC-1AA7-49E0-9262-63681A137C84}" srcOrd="0" destOrd="0" presId="urn:microsoft.com/office/officeart/2018/2/layout/IconVerticalSolidList"/>
    <dgm:cxn modelId="{B0EF2FD3-AC7A-423C-B25A-EBFA9D2DC9D1}" type="presOf" srcId="{C78E551C-6411-473D-882A-5A2628027CC0}" destId="{220E869C-157C-458A-A695-82B58911777E}" srcOrd="0" destOrd="0" presId="urn:microsoft.com/office/officeart/2018/2/layout/IconVerticalSolidList"/>
    <dgm:cxn modelId="{42850493-13C3-4498-BFBC-18CB07A5C6B2}" type="presParOf" srcId="{A5A20ACC-1AA7-49E0-9262-63681A137C84}" destId="{60B7375F-D9FA-44E9-81FF-E97341AE5D2F}" srcOrd="0" destOrd="0" presId="urn:microsoft.com/office/officeart/2018/2/layout/IconVerticalSolidList"/>
    <dgm:cxn modelId="{140D2A8F-33CF-4B25-9697-24B254ECC556}" type="presParOf" srcId="{60B7375F-D9FA-44E9-81FF-E97341AE5D2F}" destId="{F4CBC257-9989-45AF-9C16-FB8089F8501A}" srcOrd="0" destOrd="0" presId="urn:microsoft.com/office/officeart/2018/2/layout/IconVerticalSolidList"/>
    <dgm:cxn modelId="{57351740-026A-46BB-87B6-42DB3CCC7668}" type="presParOf" srcId="{60B7375F-D9FA-44E9-81FF-E97341AE5D2F}" destId="{000CFD65-8EE7-434C-8953-D2D080E3B406}" srcOrd="1" destOrd="0" presId="urn:microsoft.com/office/officeart/2018/2/layout/IconVerticalSolidList"/>
    <dgm:cxn modelId="{61BBC10D-FC8D-4CF6-A59B-10ED5A009B6F}" type="presParOf" srcId="{60B7375F-D9FA-44E9-81FF-E97341AE5D2F}" destId="{FCB8A2A8-2939-41D8-90FA-9727EDB73A73}" srcOrd="2" destOrd="0" presId="urn:microsoft.com/office/officeart/2018/2/layout/IconVerticalSolidList"/>
    <dgm:cxn modelId="{B66099D9-6A65-4482-9C40-4E5FBBF202E2}" type="presParOf" srcId="{60B7375F-D9FA-44E9-81FF-E97341AE5D2F}" destId="{63E57B18-17A5-459D-8A45-727F88E34E0A}" srcOrd="3" destOrd="0" presId="urn:microsoft.com/office/officeart/2018/2/layout/IconVerticalSolidList"/>
    <dgm:cxn modelId="{1B52F351-5880-4DDA-B307-B139DCB796B7}" type="presParOf" srcId="{A5A20ACC-1AA7-49E0-9262-63681A137C84}" destId="{FB72C3E2-7560-4EB2-B7DA-5679A0CBB3F6}" srcOrd="1" destOrd="0" presId="urn:microsoft.com/office/officeart/2018/2/layout/IconVerticalSolidList"/>
    <dgm:cxn modelId="{172E0CD9-9160-4339-B890-0FA3803235F7}" type="presParOf" srcId="{A5A20ACC-1AA7-49E0-9262-63681A137C84}" destId="{0B73B9B0-FC26-4F82-8F47-1C492DD808FF}" srcOrd="2" destOrd="0" presId="urn:microsoft.com/office/officeart/2018/2/layout/IconVerticalSolidList"/>
    <dgm:cxn modelId="{26D34D5D-033A-4BC5-8F8A-E380DC8E4238}" type="presParOf" srcId="{0B73B9B0-FC26-4F82-8F47-1C492DD808FF}" destId="{ABF0366A-107E-4854-844A-244C524681AC}" srcOrd="0" destOrd="0" presId="urn:microsoft.com/office/officeart/2018/2/layout/IconVerticalSolidList"/>
    <dgm:cxn modelId="{503ACA82-19AB-4B9D-B641-ECEBD09CE392}" type="presParOf" srcId="{0B73B9B0-FC26-4F82-8F47-1C492DD808FF}" destId="{1D90FF73-95C9-4A0C-AE18-0EFAD0670C33}" srcOrd="1" destOrd="0" presId="urn:microsoft.com/office/officeart/2018/2/layout/IconVerticalSolidList"/>
    <dgm:cxn modelId="{7B2930C8-5580-40F6-84BF-41BE8D46A9C0}" type="presParOf" srcId="{0B73B9B0-FC26-4F82-8F47-1C492DD808FF}" destId="{F6C756DA-7904-42E1-9750-DB746C547643}" srcOrd="2" destOrd="0" presId="urn:microsoft.com/office/officeart/2018/2/layout/IconVerticalSolidList"/>
    <dgm:cxn modelId="{E719CFF6-0D98-4FB0-9DA7-FBDDBCAE8F26}" type="presParOf" srcId="{0B73B9B0-FC26-4F82-8F47-1C492DD808FF}" destId="{220E869C-157C-458A-A695-82B58911777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517238-DAD1-4CC2-87EA-2D7DEA529684}">
      <dsp:nvSpPr>
        <dsp:cNvPr id="0" name=""/>
        <dsp:cNvSpPr/>
      </dsp:nvSpPr>
      <dsp:spPr>
        <a:xfrm>
          <a:off x="195790" y="693000"/>
          <a:ext cx="910533" cy="910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309FA-F89E-45B1-9D1E-9EA7B9A8B61D}">
      <dsp:nvSpPr>
        <dsp:cNvPr id="0" name=""/>
        <dsp:cNvSpPr/>
      </dsp:nvSpPr>
      <dsp:spPr>
        <a:xfrm>
          <a:off x="387002" y="884212"/>
          <a:ext cx="528109" cy="528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A7E26-B9A7-4DC9-A8F6-D352EA6A4A04}">
      <dsp:nvSpPr>
        <dsp:cNvPr id="0" name=""/>
        <dsp:cNvSpPr/>
      </dsp:nvSpPr>
      <dsp:spPr>
        <a:xfrm>
          <a:off x="1301437" y="693000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Emergence of SEM</a:t>
          </a:r>
        </a:p>
      </dsp:txBody>
      <dsp:txXfrm>
        <a:off x="1301437" y="693000"/>
        <a:ext cx="2146256" cy="910533"/>
      </dsp:txXfrm>
    </dsp:sp>
    <dsp:sp modelId="{69BA025F-ACAC-448F-845A-5F6EB1B1D059}">
      <dsp:nvSpPr>
        <dsp:cNvPr id="0" name=""/>
        <dsp:cNvSpPr/>
      </dsp:nvSpPr>
      <dsp:spPr>
        <a:xfrm>
          <a:off x="3821662" y="693000"/>
          <a:ext cx="910533" cy="91053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D2A91-2021-4F16-A797-5CB42BE76C07}">
      <dsp:nvSpPr>
        <dsp:cNvPr id="0" name=""/>
        <dsp:cNvSpPr/>
      </dsp:nvSpPr>
      <dsp:spPr>
        <a:xfrm>
          <a:off x="4012874" y="884212"/>
          <a:ext cx="528109" cy="528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215374-7535-4A39-AFA2-77F857E4F86C}">
      <dsp:nvSpPr>
        <dsp:cNvPr id="0" name=""/>
        <dsp:cNvSpPr/>
      </dsp:nvSpPr>
      <dsp:spPr>
        <a:xfrm>
          <a:off x="4927309" y="693000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Focus on dual enrollment</a:t>
          </a:r>
        </a:p>
      </dsp:txBody>
      <dsp:txXfrm>
        <a:off x="4927309" y="693000"/>
        <a:ext cx="2146256" cy="910533"/>
      </dsp:txXfrm>
    </dsp:sp>
    <dsp:sp modelId="{64455C58-0B16-4CC1-958E-75410F71B00E}">
      <dsp:nvSpPr>
        <dsp:cNvPr id="0" name=""/>
        <dsp:cNvSpPr/>
      </dsp:nvSpPr>
      <dsp:spPr>
        <a:xfrm>
          <a:off x="7447535" y="693000"/>
          <a:ext cx="910533" cy="91053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9A410-8DE1-474C-BB4A-49160D4EEB59}">
      <dsp:nvSpPr>
        <dsp:cNvPr id="0" name=""/>
        <dsp:cNvSpPr/>
      </dsp:nvSpPr>
      <dsp:spPr>
        <a:xfrm>
          <a:off x="7638747" y="884212"/>
          <a:ext cx="528109" cy="528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12362-309B-4181-A326-459C1A71B223}">
      <dsp:nvSpPr>
        <dsp:cNvPr id="0" name=""/>
        <dsp:cNvSpPr/>
      </dsp:nvSpPr>
      <dsp:spPr>
        <a:xfrm>
          <a:off x="8553182" y="693000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Focus on special pops: (veterans, adults, parents, stopouts and/or dropouts)</a:t>
          </a:r>
        </a:p>
      </dsp:txBody>
      <dsp:txXfrm>
        <a:off x="8553182" y="693000"/>
        <a:ext cx="2146256" cy="910533"/>
      </dsp:txXfrm>
    </dsp:sp>
    <dsp:sp modelId="{C977C33B-6932-43AA-96D9-B9E85AF77C1F}">
      <dsp:nvSpPr>
        <dsp:cNvPr id="0" name=""/>
        <dsp:cNvSpPr/>
      </dsp:nvSpPr>
      <dsp:spPr>
        <a:xfrm>
          <a:off x="195790" y="2260402"/>
          <a:ext cx="910533" cy="91053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3C706-8C2B-48EA-8C0E-07B93C7BF5BD}">
      <dsp:nvSpPr>
        <dsp:cNvPr id="0" name=""/>
        <dsp:cNvSpPr/>
      </dsp:nvSpPr>
      <dsp:spPr>
        <a:xfrm>
          <a:off x="387002" y="2451614"/>
          <a:ext cx="528109" cy="528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45488-F0D3-494A-9169-F26924DDFA58}">
      <dsp:nvSpPr>
        <dsp:cNvPr id="0" name=""/>
        <dsp:cNvSpPr/>
      </dsp:nvSpPr>
      <dsp:spPr>
        <a:xfrm>
          <a:off x="1301437" y="2260402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Strong high school partnerships (senior nights, POS1041)</a:t>
          </a:r>
        </a:p>
      </dsp:txBody>
      <dsp:txXfrm>
        <a:off x="1301437" y="2260402"/>
        <a:ext cx="2146256" cy="910533"/>
      </dsp:txXfrm>
    </dsp:sp>
    <dsp:sp modelId="{C87D096B-C7DC-4F5D-8A58-ECA3CAC9B80D}">
      <dsp:nvSpPr>
        <dsp:cNvPr id="0" name=""/>
        <dsp:cNvSpPr/>
      </dsp:nvSpPr>
      <dsp:spPr>
        <a:xfrm>
          <a:off x="3821662" y="2260402"/>
          <a:ext cx="910533" cy="91053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6EC41D-59C7-414C-BBD9-E9EF623B60E2}">
      <dsp:nvSpPr>
        <dsp:cNvPr id="0" name=""/>
        <dsp:cNvSpPr/>
      </dsp:nvSpPr>
      <dsp:spPr>
        <a:xfrm>
          <a:off x="4012874" y="2451614"/>
          <a:ext cx="528109" cy="5281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C227F-B1FC-41EA-9391-542D0EE2B850}">
      <dsp:nvSpPr>
        <dsp:cNvPr id="0" name=""/>
        <dsp:cNvSpPr/>
      </dsp:nvSpPr>
      <dsp:spPr>
        <a:xfrm>
          <a:off x="4927309" y="2260402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Assigned academic and/or admissions advisors</a:t>
          </a:r>
        </a:p>
      </dsp:txBody>
      <dsp:txXfrm>
        <a:off x="4927309" y="2260402"/>
        <a:ext cx="2146256" cy="910533"/>
      </dsp:txXfrm>
    </dsp:sp>
    <dsp:sp modelId="{91BDAB41-73E2-47DC-9BE3-8C1587B6B201}">
      <dsp:nvSpPr>
        <dsp:cNvPr id="0" name=""/>
        <dsp:cNvSpPr/>
      </dsp:nvSpPr>
      <dsp:spPr>
        <a:xfrm>
          <a:off x="7447535" y="2260402"/>
          <a:ext cx="910533" cy="9105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DC536E-F90D-4DAA-8077-FAEDAA1DE217}">
      <dsp:nvSpPr>
        <dsp:cNvPr id="0" name=""/>
        <dsp:cNvSpPr/>
      </dsp:nvSpPr>
      <dsp:spPr>
        <a:xfrm>
          <a:off x="7638747" y="2451614"/>
          <a:ext cx="528109" cy="5281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EB1CA-AF88-4265-BB79-B03CB276DCE1}">
      <dsp:nvSpPr>
        <dsp:cNvPr id="0" name=""/>
        <dsp:cNvSpPr/>
      </dsp:nvSpPr>
      <dsp:spPr>
        <a:xfrm>
          <a:off x="8553182" y="2260402"/>
          <a:ext cx="2146256" cy="91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Targeted recruitment events</a:t>
          </a:r>
        </a:p>
      </dsp:txBody>
      <dsp:txXfrm>
        <a:off x="8553182" y="2260402"/>
        <a:ext cx="2146256" cy="9105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D2A2B-C9A3-4AFF-B4C5-1648AB18F56B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05A2BF-1557-4250-B114-8D05C7618812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Chatbots</a:t>
          </a:r>
        </a:p>
      </dsp:txBody>
      <dsp:txXfrm>
        <a:off x="398656" y="1088253"/>
        <a:ext cx="2959127" cy="1837317"/>
      </dsp:txXfrm>
    </dsp:sp>
    <dsp:sp modelId="{BF5CC224-C8AC-430F-9471-3F16438234F4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88F18-FB36-4BCC-B51C-4D4ED3380B3F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CRM</a:t>
          </a:r>
        </a:p>
      </dsp:txBody>
      <dsp:txXfrm>
        <a:off x="4155097" y="1088253"/>
        <a:ext cx="2959127" cy="1837317"/>
      </dsp:txXfrm>
    </dsp:sp>
    <dsp:sp modelId="{CEA6DD9C-CBCD-4C39-9169-8FCF27441488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B8EBF-BA98-419B-8E04-26723BD635C4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LMS </a:t>
          </a:r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F07511-BAE7-457D-A51F-08844E277EA0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7D9BC-ED4F-4CE9-BD4E-4893D79F6102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47DA62-2588-4210-8E36-7EF5A87AFEBD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Tuition-free associate’s degree</a:t>
          </a:r>
        </a:p>
      </dsp:txBody>
      <dsp:txXfrm>
        <a:off x="1339618" y="2288"/>
        <a:ext cx="5024605" cy="1159843"/>
      </dsp:txXfrm>
    </dsp:sp>
    <dsp:sp modelId="{DB2C5399-8D24-4252-B565-5B22946E5E43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99989-FB79-49F3-A7CA-20F17A398765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1BDBB-8D76-44C6-B867-8E61388B1140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Scholarships </a:t>
          </a:r>
        </a:p>
      </dsp:txBody>
      <dsp:txXfrm>
        <a:off x="1339618" y="1452092"/>
        <a:ext cx="5024605" cy="1159843"/>
      </dsp:txXfrm>
    </dsp:sp>
    <dsp:sp modelId="{FB9FA80E-636A-43BF-A4B6-DE8C9697FE5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C1840A-029F-4758-9B5B-E4DEC3A66517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AD42B-8ABB-4235-85E3-31FFBDAA6E3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Grants (Open Door, Promise, etc.)</a:t>
          </a:r>
        </a:p>
      </dsp:txBody>
      <dsp:txXfrm>
        <a:off x="1339618" y="2901896"/>
        <a:ext cx="5024605" cy="1159843"/>
      </dsp:txXfrm>
    </dsp:sp>
    <dsp:sp modelId="{F53A421C-78FF-4316-BD15-543539F06D8B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887610-4FE6-447A-BC03-8CD741018D93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6181B-A76C-4774-AF3C-2A3923AC1760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Free admissions application</a:t>
          </a:r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A796CE-73BD-44A4-AD9D-CD420D2720EF}">
      <dsp:nvSpPr>
        <dsp:cNvPr id="0" name=""/>
        <dsp:cNvSpPr/>
      </dsp:nvSpPr>
      <dsp:spPr>
        <a:xfrm>
          <a:off x="941941" y="447625"/>
          <a:ext cx="542636" cy="5426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6D045-7EA2-41D9-A718-1CEA2B1080DA}">
      <dsp:nvSpPr>
        <dsp:cNvPr id="0" name=""/>
        <dsp:cNvSpPr/>
      </dsp:nvSpPr>
      <dsp:spPr>
        <a:xfrm>
          <a:off x="610330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Social media</a:t>
          </a:r>
        </a:p>
      </dsp:txBody>
      <dsp:txXfrm>
        <a:off x="610330" y="1211626"/>
        <a:ext cx="1205859" cy="482343"/>
      </dsp:txXfrm>
    </dsp:sp>
    <dsp:sp modelId="{699F678A-37CD-4B6A-AEED-C04B3583F43C}">
      <dsp:nvSpPr>
        <dsp:cNvPr id="0" name=""/>
        <dsp:cNvSpPr/>
      </dsp:nvSpPr>
      <dsp:spPr>
        <a:xfrm>
          <a:off x="2358826" y="447625"/>
          <a:ext cx="542636" cy="5426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EC62C6-A4A4-4DE6-8EFB-CF641C162780}">
      <dsp:nvSpPr>
        <dsp:cNvPr id="0" name=""/>
        <dsp:cNvSpPr/>
      </dsp:nvSpPr>
      <dsp:spPr>
        <a:xfrm>
          <a:off x="2027215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Landing pages</a:t>
          </a:r>
        </a:p>
      </dsp:txBody>
      <dsp:txXfrm>
        <a:off x="2027215" y="1211626"/>
        <a:ext cx="1205859" cy="482343"/>
      </dsp:txXfrm>
    </dsp:sp>
    <dsp:sp modelId="{214BF1AE-24BC-47B5-8EEA-EACED8EF46CF}">
      <dsp:nvSpPr>
        <dsp:cNvPr id="0" name=""/>
        <dsp:cNvSpPr/>
      </dsp:nvSpPr>
      <dsp:spPr>
        <a:xfrm>
          <a:off x="3775711" y="447625"/>
          <a:ext cx="542636" cy="5426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4F4268-DE3A-48D1-B9AC-6DE2F6BEA0F3}">
      <dsp:nvSpPr>
        <dsp:cNvPr id="0" name=""/>
        <dsp:cNvSpPr/>
      </dsp:nvSpPr>
      <dsp:spPr>
        <a:xfrm>
          <a:off x="3444100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Texting</a:t>
          </a:r>
        </a:p>
      </dsp:txBody>
      <dsp:txXfrm>
        <a:off x="3444100" y="1211626"/>
        <a:ext cx="1205859" cy="482343"/>
      </dsp:txXfrm>
    </dsp:sp>
    <dsp:sp modelId="{069AE1F8-E66C-4436-A30C-88CF1B85E3D6}">
      <dsp:nvSpPr>
        <dsp:cNvPr id="0" name=""/>
        <dsp:cNvSpPr/>
      </dsp:nvSpPr>
      <dsp:spPr>
        <a:xfrm>
          <a:off x="5192596" y="447625"/>
          <a:ext cx="542636" cy="5426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3DC10-8633-40A8-A4A7-6EA3F2CD1FE2}">
      <dsp:nvSpPr>
        <dsp:cNvPr id="0" name=""/>
        <dsp:cNvSpPr/>
      </dsp:nvSpPr>
      <dsp:spPr>
        <a:xfrm>
          <a:off x="4860984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Emails</a:t>
          </a:r>
        </a:p>
      </dsp:txBody>
      <dsp:txXfrm>
        <a:off x="4860984" y="1211626"/>
        <a:ext cx="1205859" cy="482343"/>
      </dsp:txXfrm>
    </dsp:sp>
    <dsp:sp modelId="{F24EDAB8-94BC-408C-9EE9-1FCB11AFDC2B}">
      <dsp:nvSpPr>
        <dsp:cNvPr id="0" name=""/>
        <dsp:cNvSpPr/>
      </dsp:nvSpPr>
      <dsp:spPr>
        <a:xfrm>
          <a:off x="6609480" y="447625"/>
          <a:ext cx="542636" cy="542636"/>
        </a:xfrm>
        <a:prstGeom prst="rect">
          <a:avLst/>
        </a:prstGeom>
        <a:solidFill>
          <a:schemeClr val="accent5">
            <a:hueOff val="-6944086"/>
            <a:satOff val="-472"/>
            <a:lumOff val="1121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F9ED1B-3EB7-4013-A86B-60D209DE51DA}">
      <dsp:nvSpPr>
        <dsp:cNvPr id="0" name=""/>
        <dsp:cNvSpPr/>
      </dsp:nvSpPr>
      <dsp:spPr>
        <a:xfrm>
          <a:off x="6277869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Print</a:t>
          </a:r>
        </a:p>
      </dsp:txBody>
      <dsp:txXfrm>
        <a:off x="6277869" y="1211626"/>
        <a:ext cx="1205859" cy="482343"/>
      </dsp:txXfrm>
    </dsp:sp>
    <dsp:sp modelId="{EA9FEE50-870C-45A7-A007-093AA6C68D4E}">
      <dsp:nvSpPr>
        <dsp:cNvPr id="0" name=""/>
        <dsp:cNvSpPr/>
      </dsp:nvSpPr>
      <dsp:spPr>
        <a:xfrm>
          <a:off x="8026365" y="447625"/>
          <a:ext cx="542636" cy="542636"/>
        </a:xfrm>
        <a:prstGeom prst="rect">
          <a:avLst/>
        </a:prstGeom>
        <a:blipFill rotWithShape="1">
          <a:blip xmlns:r="http://schemas.openxmlformats.org/officeDocument/2006/relationships" r:embed="rId9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E50A7C-1035-4829-A55C-57B5E2D47941}">
      <dsp:nvSpPr>
        <dsp:cNvPr id="0" name=""/>
        <dsp:cNvSpPr/>
      </dsp:nvSpPr>
      <dsp:spPr>
        <a:xfrm>
          <a:off x="7694754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QR codes</a:t>
          </a:r>
        </a:p>
      </dsp:txBody>
      <dsp:txXfrm>
        <a:off x="7694754" y="1211626"/>
        <a:ext cx="1205859" cy="482343"/>
      </dsp:txXfrm>
    </dsp:sp>
    <dsp:sp modelId="{E214A267-C566-45E1-8736-D4332A8D28EE}">
      <dsp:nvSpPr>
        <dsp:cNvPr id="0" name=""/>
        <dsp:cNvSpPr/>
      </dsp:nvSpPr>
      <dsp:spPr>
        <a:xfrm>
          <a:off x="9443250" y="447625"/>
          <a:ext cx="542636" cy="542636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EAA35-2C41-4582-A1A1-7111F6C9920E}">
      <dsp:nvSpPr>
        <dsp:cNvPr id="0" name=""/>
        <dsp:cNvSpPr/>
      </dsp:nvSpPr>
      <dsp:spPr>
        <a:xfrm>
          <a:off x="9111639" y="1211626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E-Newsletters</a:t>
          </a:r>
        </a:p>
      </dsp:txBody>
      <dsp:txXfrm>
        <a:off x="9111639" y="1211626"/>
        <a:ext cx="1205859" cy="482343"/>
      </dsp:txXfrm>
    </dsp:sp>
    <dsp:sp modelId="{1B8C684D-3AA0-4EA1-BF67-818DD437FCB3}">
      <dsp:nvSpPr>
        <dsp:cNvPr id="0" name=""/>
        <dsp:cNvSpPr/>
      </dsp:nvSpPr>
      <dsp:spPr>
        <a:xfrm>
          <a:off x="5192596" y="1995434"/>
          <a:ext cx="542636" cy="542636"/>
        </a:xfrm>
        <a:prstGeom prst="rect">
          <a:avLst/>
        </a:prstGeom>
        <a:blipFill>
          <a:blip xmlns:r="http://schemas.openxmlformats.org/officeDocument/2006/relationships"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161B9-2FCD-4A4E-91AA-E5B7E8662DD2}">
      <dsp:nvSpPr>
        <dsp:cNvPr id="0" name=""/>
        <dsp:cNvSpPr/>
      </dsp:nvSpPr>
      <dsp:spPr>
        <a:xfrm>
          <a:off x="4860984" y="2759435"/>
          <a:ext cx="1205859" cy="482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Phone calls</a:t>
          </a:r>
        </a:p>
      </dsp:txBody>
      <dsp:txXfrm>
        <a:off x="4860984" y="2759435"/>
        <a:ext cx="1205859" cy="4823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BC257-9989-45AF-9C16-FB8089F8501A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CFD65-8EE7-434C-8953-D2D080E3B406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57B18-17A5-459D-8A45-727F88E34E0A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Share update at upcoming COP meeting</a:t>
          </a:r>
        </a:p>
      </dsp:txBody>
      <dsp:txXfrm>
        <a:off x="1507738" y="707092"/>
        <a:ext cx="9007861" cy="1305401"/>
      </dsp:txXfrm>
    </dsp:sp>
    <dsp:sp modelId="{ABF0366A-107E-4854-844A-244C524681AC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90FF73-95C9-4A0C-AE18-0EFAD0670C33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E869C-157C-458A-A695-82B58911777E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Add to the CSA Repository </a:t>
          </a: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CE6829C2-6CA5-4D28-94E6-C03D0BA87C3C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962382-99A4-4F72-BC5C-E7B1E1FEA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43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Institutions of all sizes large and small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62382-99A4-4F72-BC5C-E7B1E1FEA1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40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7D0D7-9C98-B479-73F5-F2BC4184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E17BF-1ACA-C16D-50DC-5FBF72D9CD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4C79E-192C-A2D9-BE57-35DFCEAC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4AE16-D24B-6F52-3C88-F2F95710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D18BE-751B-FE91-C932-9A043A482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1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4390-D71F-7DF3-CB14-7091D009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8782-2445-BBDE-C7D8-80BEF3BE1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93AB1-66E0-DDF0-A352-D09999F90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9273C-C108-3C0D-6594-A892717E7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F6078-0D5B-A22D-FB17-CC5B56DB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5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9A83F-0720-D82A-FAC5-F8F54E5F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9022D-C1F2-4359-446B-070CC106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F4666-1DEB-3AA9-08EF-102C041F1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3F715-596F-04C1-F4DF-031E10A4A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9091F-D9AE-2D40-6990-0B5D82EA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924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9BA7F-42A9-4B0F-0544-505CE409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9CA4D-BE1B-8725-4470-27D357D830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8137D-4FE9-2165-7833-FC23BC713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B58055-FFAC-3330-DDBD-CDC1B1061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EB89C-CDA5-3C0C-B3CD-4434BEDE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FBF44-6BAD-99D1-7622-13280DC0E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4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4063F-5B42-B244-F5E2-289ADD67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B88DE-583D-3987-D0F5-02920F9F9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2E2AB-43EA-7A89-EF43-314AF4942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8C381-7733-01B7-2296-B0102CFF7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CFD040-0243-E6E8-C01A-ED52AD394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EC786-4CF4-BA5B-9786-6415D4AAB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EA85A-012A-6EAA-D803-EB5D63DDA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19257-6303-1609-A051-7254202A8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8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2CD4-6BFF-C2E0-D232-D404FEE3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8DE8D-9320-7626-39D7-F018201A9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28A20-8867-F953-E5C3-6AAFE4CE3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4DE93-7751-5FB7-A26C-26A7C128D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83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B1A2F-B14D-6134-85BD-EA273CAB0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B7C26-D937-3D07-A2B9-2C164F0F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00488-4187-ACB4-D6A2-EE010BCD8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1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EE85D-C884-5794-3BC9-A2F62E2B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6CBE9-432E-317E-F397-F38914AE5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BFDEA-CAD7-8ACF-3EE0-FDB9F9949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D89FD-8B7C-C538-9BFC-619C3E97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43B27E-22AE-94B8-C518-7DFF9306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0297C-C75C-C519-5FD3-CDB8DD8C6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B2D0-4800-563C-108B-E5E4ED3A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294459-B036-9E4F-D6E2-AAE6527E6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FC8AC8-885D-73C9-BB15-B9312E073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B0BFD-32FA-15FC-E202-883507551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10565-D95E-FDDF-FFE4-F13ECED4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A2E91-C878-CE2F-5789-38141207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171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245E7-FB0D-3F1C-8811-110167C2F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FFC9-2BE0-1261-5081-5BAAAA84F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4FB2C-9550-5436-A383-1B0CD50A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C0016-19AB-236F-FF1A-CF3CB4575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B4A22-E3A3-1B6E-E402-BBFB5C7F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49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524AB-8376-A250-B07C-9D4ADEBD8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688A-75C2-8BE6-879C-3D1989CD1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B26CD-6CDA-0946-DA07-C4613D736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5CE08-D22C-A3E3-D6A7-C7E0D467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11391-AAAE-95D8-DD22-7A6D7EB6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88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E0EA7-0E87-2DEA-131E-E2DFA27E5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2C2C1-1DE4-D6EF-AA98-583B82AE6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7E08-AB9A-FAE5-1675-ED7E94741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9143F-98E8-4389-A7BB-D9A1AB972579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C5725-A24A-7EEE-AB1E-9BD81DFCF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91A57-7FDB-A974-2511-128DC1AEB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096B8A-EB17-44DC-97A2-87B55298E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82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5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6CB2FEF-E19E-9980-925E-8E619B698B7F}"/>
              </a:ext>
            </a:extLst>
          </p:cNvPr>
          <p:cNvSpPr txBox="1">
            <a:spLocks/>
          </p:cNvSpPr>
          <p:nvPr/>
        </p:nvSpPr>
        <p:spPr>
          <a:xfrm>
            <a:off x="838199" y="1120676"/>
            <a:ext cx="9820276" cy="23083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7200" dirty="0"/>
              <a:t>Enrollment Points of Pride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76400A0-F66E-63F3-03DF-C459559FAB77}"/>
              </a:ext>
            </a:extLst>
          </p:cNvPr>
          <p:cNvSpPr txBox="1">
            <a:spLocks/>
          </p:cNvSpPr>
          <p:nvPr/>
        </p:nvSpPr>
        <p:spPr>
          <a:xfrm>
            <a:off x="835024" y="3809999"/>
            <a:ext cx="7025753" cy="101277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200" b="1" dirty="0"/>
              <a:t>Dr. Kathleen Karran-McCoy</a:t>
            </a:r>
          </a:p>
          <a:p>
            <a:pPr algn="l">
              <a:spcBef>
                <a:spcPts val="0"/>
              </a:spcBef>
            </a:pPr>
            <a:r>
              <a:rPr lang="en-US" sz="2200" b="1" dirty="0"/>
              <a:t>Associate Vice President for Enrollment and Retention</a:t>
            </a:r>
          </a:p>
          <a:p>
            <a:pPr algn="l">
              <a:spcBef>
                <a:spcPts val="0"/>
              </a:spcBef>
            </a:pPr>
            <a:r>
              <a:rPr lang="en-US" sz="2200" b="1" dirty="0"/>
              <a:t>Palm Beach State College</a:t>
            </a:r>
          </a:p>
        </p:txBody>
      </p:sp>
    </p:spTree>
    <p:extLst>
      <p:ext uri="{BB962C8B-B14F-4D97-AF65-F5344CB8AC3E}">
        <p14:creationId xmlns:p14="http://schemas.microsoft.com/office/powerpoint/2010/main" val="87689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Chemical formulas are written on paper">
            <a:extLst>
              <a:ext uri="{FF2B5EF4-FFF2-40B4-BE49-F238E27FC236}">
                <a16:creationId xmlns:a16="http://schemas.microsoft.com/office/drawing/2014/main" id="{EA3B1569-40E2-A404-AAE9-381689C1BD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01" r="25257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5C87AB-8101-3C19-318E-029E3910C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2C542-7A5C-CA1D-1B66-1CD7283A7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2419351"/>
            <a:ext cx="4745282" cy="3839716"/>
          </a:xfrm>
        </p:spPr>
        <p:txBody>
          <a:bodyPr anchor="ctr">
            <a:normAutofit/>
          </a:bodyPr>
          <a:lstStyle/>
          <a:p>
            <a:r>
              <a:rPr lang="en-US" dirty="0"/>
              <a:t>17 institutions</a:t>
            </a:r>
          </a:p>
          <a:p>
            <a:endParaRPr lang="en-US" dirty="0"/>
          </a:p>
          <a:p>
            <a:r>
              <a:rPr lang="en-US" dirty="0"/>
              <a:t>Nomenclature </a:t>
            </a:r>
          </a:p>
          <a:p>
            <a:endParaRPr lang="en-US" dirty="0"/>
          </a:p>
          <a:p>
            <a:r>
              <a:rPr lang="en-US" dirty="0"/>
              <a:t>Intentionality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5861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38410-A1BD-CFB4-C531-5340FA361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Initiatives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2C43C9-CFD2-2513-DB55-B36B6F8E7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339788"/>
              </p:ext>
            </p:extLst>
          </p:nvPr>
        </p:nvGraphicFramePr>
        <p:xfrm>
          <a:off x="676656" y="2441449"/>
          <a:ext cx="10895229" cy="3863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115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3CB158-1A02-2930-80A9-0CD0303E1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Technology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2D1B9C-2AE2-E3A1-4267-94FD39A2A9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9867973"/>
              </p:ext>
            </p:extLst>
          </p:nvPr>
        </p:nvGraphicFramePr>
        <p:xfrm>
          <a:off x="632085" y="1994187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BF7FA72-1337-6734-6684-FA964CC66159}"/>
              </a:ext>
            </a:extLst>
          </p:cNvPr>
          <p:cNvSpPr txBox="1"/>
          <p:nvPr/>
        </p:nvSpPr>
        <p:spPr>
          <a:xfrm>
            <a:off x="5495544" y="5221224"/>
            <a:ext cx="1792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 451</a:t>
            </a:r>
          </a:p>
          <a:p>
            <a:r>
              <a:rPr lang="en-US" dirty="0"/>
              <a:t>Ellucian</a:t>
            </a:r>
          </a:p>
          <a:p>
            <a:r>
              <a:rPr lang="en-US" dirty="0"/>
              <a:t>Salesforce</a:t>
            </a:r>
          </a:p>
          <a:p>
            <a:r>
              <a:rPr lang="en-US" dirty="0"/>
              <a:t>Slate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F19EF8-FF4D-633B-8BE6-3453D20B407A}"/>
              </a:ext>
            </a:extLst>
          </p:cNvPr>
          <p:cNvSpPr txBox="1"/>
          <p:nvPr/>
        </p:nvSpPr>
        <p:spPr>
          <a:xfrm>
            <a:off x="1636776" y="5477256"/>
            <a:ext cx="167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 texting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23DB18-27D0-A5A9-8CD9-0B53A456F261}"/>
              </a:ext>
            </a:extLst>
          </p:cNvPr>
          <p:cNvSpPr txBox="1"/>
          <p:nvPr/>
        </p:nvSpPr>
        <p:spPr>
          <a:xfrm>
            <a:off x="9144610" y="5231254"/>
            <a:ext cx="1792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NSO, Advising</a:t>
            </a:r>
          </a:p>
        </p:txBody>
      </p:sp>
    </p:spTree>
    <p:extLst>
      <p:ext uri="{BB962C8B-B14F-4D97-AF65-F5344CB8AC3E}">
        <p14:creationId xmlns:p14="http://schemas.microsoft.com/office/powerpoint/2010/main" val="44931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B9781-F9B5-21D9-CEAE-27F3F389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Financial incentives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95693E1-F1E6-7589-B741-D372B5E7E3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3520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9866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62BDA4-2D4B-E35D-CDC7-1DF100EF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Marketing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6D2111-961C-6837-459D-13AE677B4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95931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Introduction and History | Smithsonian Institution Archives">
            <a:extLst>
              <a:ext uri="{FF2B5EF4-FFF2-40B4-BE49-F238E27FC236}">
                <a16:creationId xmlns:a16="http://schemas.microsoft.com/office/drawing/2014/main" id="{C6F70817-A08D-ED05-1114-0435D209C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203" y="3017520"/>
            <a:ext cx="937878" cy="60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617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257D-747E-E2DD-DADC-5C1E78170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B054BE-9A1F-5838-8E4D-091F81C3B1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490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136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Summary</vt:lpstr>
      <vt:lpstr>Initiatives</vt:lpstr>
      <vt:lpstr>Technology</vt:lpstr>
      <vt:lpstr>Financial incentives</vt:lpstr>
      <vt:lpstr>Marketing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Karran-McCoy, Kathleen S</dc:creator>
  <cp:lastModifiedBy>Jan Lloyd-Lesley</cp:lastModifiedBy>
  <cp:revision>14</cp:revision>
  <cp:lastPrinted>2025-06-02T19:31:06Z</cp:lastPrinted>
  <dcterms:created xsi:type="dcterms:W3CDTF">2025-06-02T16:30:36Z</dcterms:created>
  <dcterms:modified xsi:type="dcterms:W3CDTF">2025-06-10T12:08:02Z</dcterms:modified>
</cp:coreProperties>
</file>