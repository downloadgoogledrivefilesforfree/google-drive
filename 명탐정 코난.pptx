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닫힌 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닫힌 오버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전체코난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참고코난만화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베트남알려진사례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시계만화는코난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영화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케이스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애니메이션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베트남어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애니메이션</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-닫힌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영화유명한 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 코난에</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코난을보고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영화를보고감정가</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트론 트론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방문유명한 코난 투안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thuyet보고코난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소리 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모이 나트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케이스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청산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conan오</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명탐정버스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명탐정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자신의 피 만화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음성</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 영화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명탐정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유명한 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케이스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명탐정 코난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트론 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애니메이션보고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드라마 관련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명탐정 코난 코난 코난 명탐정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호트 힛 코난 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힌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유명한 탐정 전체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유명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 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힌 코난 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영화 l 유명한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투 폐 유명한 롱 티엔</a:t>
            </a:r>
            <a:endParaRPr>
              <a:solidFill>
                <a:schemeClr val="dk1"/>
              </a:solidFill>
            </a:endParaRPr>
          </a:p>
          <a:p>
            <a:pPr indent="0" lvl="0" marL="0" rtl="0" algn="l">
              <a:spcBef>
                <a:spcPts val="0"/>
              </a:spcBef>
              <a:spcAft>
                <a:spcPts val="0"/>
              </a:spcAft>
              <a:buNone/>
            </a:pPr>
            <a:r>
              <a:rPr lang="vi">
                <a:solidFill>
                  <a:schemeClr val="dk1"/>
                </a:solidFill>
              </a:rPr>
              <a:t>명탐정 코난 베트남어 음성</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닫힌 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닫힌 오버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전체코난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참고코난만화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베트남알려진사례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시계만화는코난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영화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케이스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애니메이션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베트남어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애니메이션</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-닫힌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영화유명한 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 코난에</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코난을보고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영화를보고감정가</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트론 트론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방문유명한 코난 투안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thuyet보고코난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소리 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모이 나트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케이스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청산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conan오</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명탐정버스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명탐정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자신의 피 만화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음성</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 영화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명탐정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유명한 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케이스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명탐정 코난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트론 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애니메이션보고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드라마 관련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명탐정 코난 코난 코난 명탐정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호트 힛 코난 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힌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유명한 탐정 전체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유명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 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힌 코난 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영화 l 유명한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투 폐 유명한 롱 티엔</a:t>
            </a:r>
            <a:endParaRPr>
              <a:solidFill>
                <a:schemeClr val="dk1"/>
              </a:solidFill>
            </a:endParaRPr>
          </a:p>
          <a:p>
            <a:pPr indent="0" lvl="0" marL="0" rtl="0" algn="l">
              <a:spcBef>
                <a:spcPts val="0"/>
              </a:spcBef>
              <a:spcAft>
                <a:spcPts val="0"/>
              </a:spcAft>
              <a:buNone/>
            </a:pPr>
            <a:r>
              <a:rPr lang="vi">
                <a:solidFill>
                  <a:schemeClr val="dk1"/>
                </a:solidFill>
              </a:rPr>
              <a:t>명탐정 코난 베트남어 음성</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닫힌 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닫힌 오버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전체코난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참고코난만화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베트남알려진사례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시계만화는코난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영화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케이스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애니메이션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베트남어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애니메이션</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-닫힌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영화유명한 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 코난에</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코난을보고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영화를보고감정가</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트론 트론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방문유명한 코난 투안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thuyet보고코난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소리 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모이 나트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케이스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청산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conan오</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명탐정버스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명탐정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자신의 피 만화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음성</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 영화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명탐정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유명한 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케이스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명탐정 코난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트론 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애니메이션보고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드라마 관련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명탐정 코난 코난 코난 명탐정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호트 힛 코난 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힌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유명한 탐정 전체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유명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 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힌 코난 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영화 l 유명한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투 폐 유명한 롱 티엔</a:t>
            </a:r>
            <a:endParaRPr>
              <a:solidFill>
                <a:schemeClr val="dk1"/>
              </a:solidFill>
            </a:endParaRPr>
          </a:p>
          <a:p>
            <a:pPr indent="0" lvl="0" marL="0" rtl="0" algn="l">
              <a:spcBef>
                <a:spcPts val="0"/>
              </a:spcBef>
              <a:spcAft>
                <a:spcPts val="0"/>
              </a:spcAft>
              <a:buNone/>
            </a:pPr>
            <a:r>
              <a:rPr lang="vi">
                <a:solidFill>
                  <a:schemeClr val="dk1"/>
                </a:solidFill>
              </a:rPr>
              <a:t>명탐정 코난 베트남어 음성</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닫힌 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닫힌 오버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전체코난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참고코난만화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베트남알려진사례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시계만화는코난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영화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케이스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애니메이션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베트남어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애니메이션</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-닫힌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영화유명한 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 코난에</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코난을보고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영화를보고감정가</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트론 트론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방문유명한 코난 투안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thuyet보고코난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소리 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모이 나트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케이스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청산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conan오</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명탐정버스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명탐정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자신의 피 만화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음성</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 영화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명탐정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유명한 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케이스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명탐정 코난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트론 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애니메이션보고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드라마 관련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명탐정 코난 코난 코난 명탐정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호트 힛 코난 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힌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유명한 탐정 전체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유명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 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힌 코난 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영화 l 유명한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투 폐 유명한 롱 티엔</a:t>
            </a:r>
            <a:endParaRPr>
              <a:solidFill>
                <a:schemeClr val="dk1"/>
              </a:solidFill>
            </a:endParaRPr>
          </a:p>
          <a:p>
            <a:pPr indent="0" lvl="0" marL="0" rtl="0" algn="l">
              <a:spcBef>
                <a:spcPts val="0"/>
              </a:spcBef>
              <a:spcAft>
                <a:spcPts val="0"/>
              </a:spcAft>
              <a:buNone/>
            </a:pPr>
            <a:r>
              <a:rPr lang="vi">
                <a:solidFill>
                  <a:schemeClr val="dk1"/>
                </a:solidFill>
              </a:rPr>
              <a:t>명탐정 코난 베트남어 음성</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닫힌 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닫힌 오버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전체코난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참고코난만화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베트남알려진사례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시계만화는코난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영화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케이스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애니메이션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베트남어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애니메이션</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-닫힌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영화유명한 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 코난에</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코난을보고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유명한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유명한 탐정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영화를보고감정가</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트론 트론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방문유명한 코난 투안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thuyet보고코난 유명한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소리 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모이 나트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케이스 청산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케이스 청산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conan오</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명탐정버스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명탐정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자신의 피 만화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음성</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시계 영화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명탐정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유명한 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케이스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명탐정 코난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트론 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애니메이션보고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드라마 관련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명탐정 코난 코난 코난 명탐정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호트 힛 코난 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힌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유명한 탐정 전체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영화 코난 유명 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 호트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힌 코난 만화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만화 코난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 에피소드</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사건 폐쇄 사건 폐쇄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탐정 영화 l 유명한 명탐정</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코난 투 폐 유명한 롱 티엔</a:t>
            </a:r>
            <a:endParaRPr>
              <a:solidFill>
                <a:schemeClr val="dk1"/>
              </a:solidFill>
            </a:endParaRPr>
          </a:p>
          <a:p>
            <a:pPr indent="0" lvl="0" marL="0" rtl="0" algn="l">
              <a:spcBef>
                <a:spcPts val="0"/>
              </a:spcBef>
              <a:spcAft>
                <a:spcPts val="0"/>
              </a:spcAft>
              <a:buNone/>
            </a:pPr>
            <a:r>
              <a:rPr lang="vi">
                <a:solidFill>
                  <a:schemeClr val="dk1"/>
                </a:solidFill>
              </a:rPr>
              <a:t>명탐정 코난 베트남어 음성</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명탐정 코난</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 풀 더빙 된 명탐정 코난 시청료를 지불해야하나요?</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명탐정 코난을 사랑하는 많은 사람들이 알고 싶어하는 한 가지는 시청료가 드는가? "명탐정 코난 더빙 영화보기"비용이 드는지, 어떤 플랫폼이 고품질 서비스를 제공하는지 알고 싶으시면 계속 지켜봐주십시오!</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명탐정 코난은 매우 인기있는 일본 탐정 애니메이션입니다. 결과적으로 시리즈의 더빙 버전을 업로드하는 온라인 영화 사이트가 없습니다. 특히 온라인에서 Conan 영화를 시청하기 위해 요금을 지불하는 경우 어떤 웹 사이트에서 시청할지 여부는 귀하에게 달려 있습니다. 현재 Detective Conan vietsub를 무료로 시청할 수있는 웹 사이트가 많이 있습니다. 그러나보기 위해 지불이 필요한 일부 웹 사이트도 있습니다.</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명탐정 코난 vietsub와 더빙 버전 중 어떤 것을 선택해야합니까?</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이것은 당신의 즐겨 찾기에 달려 있습니다. 어떤 사람들은 vietsub 버전을 보는 것을 좋아하지만 서브를 읽는 게 게으르고 더빙 버전을 선호하는 사람들도 있습니다. 결론적으로, 평판이 좋은 온라인 영화 웹 사이트를 선택하기 만하면 탐정 코난의 자막 또는 더빙의 품질도 다르지 않습니다.</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852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 명탐정 코난 더빙을 제공하는 고품질 웹 사이트</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9926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그렇다면 명탐정 코난 더빙 영화를 제공하는 웹 사이트는 어디일까요? 이 시리즈를 업로드 한 많은 웹 사이트가 있지만 가장 좋은 것 중 하나는 pops.vn입니다. Popsvn의 약속 :</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새로운 Conan 에피소드에 대한 가장 빠른 업데이트</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고품질 풀 HD 영화, 생생한 사운드</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빠른 연결, 지연 없음</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완전 무료</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모든 전자 장치에 적용</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다양한 엔터테인먼트</a:t>
            </a:r>
            <a:endParaRPr sz="16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더빙 된 명탐정 코난을보고 싶다면 Pops.vn 웹 사이트에 접속하세요. 우리는 당신을 실패시키지 않을 것입니다!</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