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Roboto"/>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Roboto-regular.fntdata"/><Relationship Id="rId12" Type="http://schemas.openxmlformats.org/officeDocument/2006/relationships/slide" Target="slides/slide7.xml"/><Relationship Id="rId15" Type="http://schemas.openxmlformats.org/officeDocument/2006/relationships/font" Target="fonts/Roboto-italic.fntdata"/><Relationship Id="rId14" Type="http://schemas.openxmlformats.org/officeDocument/2006/relationships/font" Target="fonts/Roboto-bold.fntdata"/><Relationship Id="rId16" Type="http://schemas.openxmlformats.org/officeDocument/2006/relationships/font" Target="fonts/Robo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11f5e79e02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11f5e79e02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11f5e79e027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11f5e79e02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1f5e79e027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11f5e79e027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15fe9204e3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15fe9204e3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f30009d4dd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f30009d4dd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1a9fae7dc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1a9fae7dc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0" Type="http://schemas.openxmlformats.org/officeDocument/2006/relationships/hyperlink" Target="https://docs.google.com/drawings/d/1cCu4XNYDFBOd2XYuB3MMxU9DGyk_6BsZT3DAI_SH4JQ/edit" TargetMode="External"/><Relationship Id="rId22" Type="http://schemas.openxmlformats.org/officeDocument/2006/relationships/hyperlink" Target="https://sxzhbh.com/" TargetMode="External"/><Relationship Id="rId21" Type="http://schemas.openxmlformats.org/officeDocument/2006/relationships/hyperlink" Target="https://docs.google.com/spreadsheets/d/1Qe5p_IpKwVVmnrA73MgelLxgjB6iBS1URpU1iWuBE7o/edit#gid=0" TargetMode="External"/><Relationship Id="rId24" Type="http://schemas.openxmlformats.org/officeDocument/2006/relationships/hyperlink" Target="https://sxzhbh.com/" TargetMode="External"/><Relationship Id="rId23" Type="http://schemas.openxmlformats.org/officeDocument/2006/relationships/hyperlink" Target="https://sxzhbh.com/" TargetMode="External"/><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xzhbh.com/" TargetMode="External"/><Relationship Id="rId4" Type="http://schemas.openxmlformats.org/officeDocument/2006/relationships/hyperlink" Target="https://wangzhuan77.com/" TargetMode="External"/><Relationship Id="rId9" Type="http://schemas.openxmlformats.org/officeDocument/2006/relationships/hyperlink" Target="https://drive.google.com/drive/folders/1ucFN8C6XMjXqHFErqGypmWVKvCxMZV11" TargetMode="External"/><Relationship Id="rId25" Type="http://schemas.openxmlformats.org/officeDocument/2006/relationships/image" Target="../media/image1.jpg"/><Relationship Id="rId5" Type="http://schemas.openxmlformats.org/officeDocument/2006/relationships/hyperlink" Target="https://sxzhbh.com/" TargetMode="External"/><Relationship Id="rId6" Type="http://schemas.openxmlformats.org/officeDocument/2006/relationships/hyperlink" Target="https://drive.google.com/drive/folders/1lQ4OdSnkId4MWchIvZ5Mu8mzGndB_-Fb" TargetMode="External"/><Relationship Id="rId7" Type="http://schemas.openxmlformats.org/officeDocument/2006/relationships/hyperlink" Target="https://drive.google.com/drive/folders/1h3WHkSnx1Vl4W_7tIqZ5d_2VW8uSrotd" TargetMode="External"/><Relationship Id="rId8" Type="http://schemas.openxmlformats.org/officeDocument/2006/relationships/hyperlink" Target="https://drive.google.com/drive/folders/1RVz3MB0M0lSayf4b3NZIhAMl9YvJUAaK" TargetMode="External"/><Relationship Id="rId11" Type="http://schemas.openxmlformats.org/officeDocument/2006/relationships/hyperlink" Target="https://drive.google.com/drive/folders/1KXv1IqJC6it0YIq0FERm70B6bGccBeDG" TargetMode="External"/><Relationship Id="rId10" Type="http://schemas.openxmlformats.org/officeDocument/2006/relationships/hyperlink" Target="https://drive.google.com/drive/folders/1xmrM2vTTD6sGO83e8bskCiBdUwqGJ9WF" TargetMode="External"/><Relationship Id="rId13" Type="http://schemas.openxmlformats.org/officeDocument/2006/relationships/hyperlink" Target="https://drive.google.com/drive/folders/1ApjkFRvE_nB8QaZgrHmUazkCi6uvn6Za" TargetMode="External"/><Relationship Id="rId12" Type="http://schemas.openxmlformats.org/officeDocument/2006/relationships/hyperlink" Target="https://drive.google.com/drive/folders/1xLZNRCezsU8wuwxgXVsu2hFCbYHJJ8Vo" TargetMode="External"/><Relationship Id="rId15" Type="http://schemas.openxmlformats.org/officeDocument/2006/relationships/hyperlink" Target="https://docs.google.com/presentation/d/1q_cxVRx5sj5U3K4noUb4Og2M-CWModwIxaRuHGw-MCs/edit" TargetMode="External"/><Relationship Id="rId14" Type="http://schemas.openxmlformats.org/officeDocument/2006/relationships/hyperlink" Target="https://drive.google.com/drive/folders/1e5rqkBNoDOXgIjLoFodX2MPd-OXYedrk" TargetMode="External"/><Relationship Id="rId17" Type="http://schemas.openxmlformats.org/officeDocument/2006/relationships/hyperlink" Target="https://docs.google.com/presentation/d/1PsgzTqfjjtWv-qnQEnl1ufDB764qKmoUxIHnlt8cbps/edit#slide=id.p" TargetMode="External"/><Relationship Id="rId16" Type="http://schemas.openxmlformats.org/officeDocument/2006/relationships/hyperlink" Target="https://docs.google.com/presentation/d/1aFpctK0Cd8AMcsV7qVKz9el9yaZdpYBd8HPTfYSii5M/" TargetMode="External"/><Relationship Id="rId19" Type="http://schemas.openxmlformats.org/officeDocument/2006/relationships/hyperlink" Target="https://docs.google.com/drawings/d/1iqWmsFZh1qkiwAz2D9npWbupHWPlRqCSBMr4RgUdTrY/edit" TargetMode="External"/><Relationship Id="rId18" Type="http://schemas.openxmlformats.org/officeDocument/2006/relationships/hyperlink" Target="https://docs.google.com/drawings/d/1rTHFMZIb8-iI8yb7ULCoGU3Nqvb9QPXXiWmGa7excnM/edit"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40" Type="http://schemas.openxmlformats.org/officeDocument/2006/relationships/hyperlink" Target="https://hashnode.com/@sxzhbh" TargetMode="External"/><Relationship Id="rId190" Type="http://schemas.openxmlformats.org/officeDocument/2006/relationships/hyperlink" Target="https://writeupcafe.com/profile/sxzhbh/" TargetMode="External"/><Relationship Id="rId42" Type="http://schemas.openxmlformats.org/officeDocument/2006/relationships/hyperlink" Target="https://bimber.bringthepixel.com/main/buddypress/members/sxzhbh/profile/" TargetMode="External"/><Relationship Id="rId41" Type="http://schemas.openxmlformats.org/officeDocument/2006/relationships/hyperlink" Target="https://anyflip.com/homepage/catys" TargetMode="External"/><Relationship Id="rId44" Type="http://schemas.openxmlformats.org/officeDocument/2006/relationships/hyperlink" Target="https://chart-studio.plotly.com/~sxzhbh" TargetMode="External"/><Relationship Id="rId194" Type="http://schemas.openxmlformats.org/officeDocument/2006/relationships/hyperlink" Target="https://www.flyingsolo.com.au/members/sxzhbh/profile/" TargetMode="External"/><Relationship Id="rId43" Type="http://schemas.openxmlformats.org/officeDocument/2006/relationships/hyperlink" Target="https://community.windy.com/user/sxzhbh" TargetMode="External"/><Relationship Id="rId193" Type="http://schemas.openxmlformats.org/officeDocument/2006/relationships/hyperlink" Target="https://www.fantasyplanet.cz/diskuzni-fora/users/sxzhbh/" TargetMode="External"/><Relationship Id="rId46" Type="http://schemas.openxmlformats.org/officeDocument/2006/relationships/hyperlink" Target="https://www.beatstars.com/sxzhbh/about" TargetMode="External"/><Relationship Id="rId192" Type="http://schemas.openxmlformats.org/officeDocument/2006/relationships/hyperlink" Target="https://www.babyweb.cz/uzivatele/d655d688d1c88a" TargetMode="External"/><Relationship Id="rId45" Type="http://schemas.openxmlformats.org/officeDocument/2006/relationships/hyperlink" Target="https://pubhtml5.com/homepage/mjvv/" TargetMode="External"/><Relationship Id="rId191" Type="http://schemas.openxmlformats.org/officeDocument/2006/relationships/hyperlink" Target="https://www.australia-australie.com/membres/sxzhbh/profile/" TargetMode="External"/><Relationship Id="rId48" Type="http://schemas.openxmlformats.org/officeDocument/2006/relationships/hyperlink" Target="https://www.instapaper.com/p/sxzhbh" TargetMode="External"/><Relationship Id="rId187" Type="http://schemas.openxmlformats.org/officeDocument/2006/relationships/hyperlink" Target="https://themalachiteforest.com/community/profile/sxzhbh/" TargetMode="External"/><Relationship Id="rId47" Type="http://schemas.openxmlformats.org/officeDocument/2006/relationships/hyperlink" Target="https://www.bitchute.com/channel/hryjckEe1RAL/" TargetMode="External"/><Relationship Id="rId186" Type="http://schemas.openxmlformats.org/officeDocument/2006/relationships/hyperlink" Target="https://gitlab.software.imdea.org/sxzhbh" TargetMode="External"/><Relationship Id="rId185" Type="http://schemas.openxmlformats.org/officeDocument/2006/relationships/hyperlink" Target="https://castbox.fm/episode/id5683546-id650373074?country=us" TargetMode="External"/><Relationship Id="rId49" Type="http://schemas.openxmlformats.org/officeDocument/2006/relationships/hyperlink" Target="https://hackmd.io/@sxzhbh/ByYOjcFN6" TargetMode="External"/><Relationship Id="rId184" Type="http://schemas.openxmlformats.org/officeDocument/2006/relationships/hyperlink" Target="https://en.bio-protocol.org/userhome.aspx?id=1460822" TargetMode="External"/><Relationship Id="rId189" Type="http://schemas.openxmlformats.org/officeDocument/2006/relationships/hyperlink" Target="https://wmart.kz/forum/user/139816/" TargetMode="External"/><Relationship Id="rId188" Type="http://schemas.openxmlformats.org/officeDocument/2006/relationships/hyperlink" Target="https://vws.vektor-inc.co.jp/forums/users/sxzhbh" TargetMode="External"/><Relationship Id="rId31" Type="http://schemas.openxmlformats.org/officeDocument/2006/relationships/hyperlink" Target="https://band.us/band/93039913/intro" TargetMode="External"/><Relationship Id="rId30" Type="http://schemas.openxmlformats.org/officeDocument/2006/relationships/hyperlink" Target="https://heylink.me/sxzhbh/" TargetMode="External"/><Relationship Id="rId33" Type="http://schemas.openxmlformats.org/officeDocument/2006/relationships/hyperlink" Target="https://www.walkscore.com/people/133893429367/sxzhbh" TargetMode="External"/><Relationship Id="rId183" Type="http://schemas.openxmlformats.org/officeDocument/2006/relationships/hyperlink" Target="https://because-gus.com/forums/participants/sxzhbh/" TargetMode="External"/><Relationship Id="rId32" Type="http://schemas.openxmlformats.org/officeDocument/2006/relationships/hyperlink" Target="https://camp-fire.jp/profile/sxzhbh" TargetMode="External"/><Relationship Id="rId182" Type="http://schemas.openxmlformats.org/officeDocument/2006/relationships/hyperlink" Target="https://2019.phillytechweek.com/people/sxzhbh" TargetMode="External"/><Relationship Id="rId35" Type="http://schemas.openxmlformats.org/officeDocument/2006/relationships/hyperlink" Target="https://www.bark.com/en/gb/company/sxzhbh/XV1DX/" TargetMode="External"/><Relationship Id="rId181" Type="http://schemas.openxmlformats.org/officeDocument/2006/relationships/hyperlink" Target="http://www.trainingpages.com/author/sxzhbh/" TargetMode="External"/><Relationship Id="rId34" Type="http://schemas.openxmlformats.org/officeDocument/2006/relationships/hyperlink" Target="https://qiita.com/sxzhbh" TargetMode="External"/><Relationship Id="rId180" Type="http://schemas.openxmlformats.org/officeDocument/2006/relationships/hyperlink" Target="http://www.biblesupport.com/user/568047-sxzhbh/" TargetMode="External"/><Relationship Id="rId37" Type="http://schemas.openxmlformats.org/officeDocument/2006/relationships/hyperlink" Target="https://telegra.ph/sxzhbh-11-21" TargetMode="External"/><Relationship Id="rId176" Type="http://schemas.openxmlformats.org/officeDocument/2006/relationships/hyperlink" Target="https://blog.ulifestyle.com.hk/sxzhbh" TargetMode="External"/><Relationship Id="rId297" Type="http://schemas.openxmlformats.org/officeDocument/2006/relationships/hyperlink" Target="https://tess.elixir-europe.org/users/sxzhbh" TargetMode="External"/><Relationship Id="rId36" Type="http://schemas.openxmlformats.org/officeDocument/2006/relationships/hyperlink" Target="https://comicvine.gamespot.com/profile/sxzhbh/" TargetMode="External"/><Relationship Id="rId175" Type="http://schemas.openxmlformats.org/officeDocument/2006/relationships/hyperlink" Target="https://www.multichain.com/qa/user/sxzhbh" TargetMode="External"/><Relationship Id="rId296" Type="http://schemas.openxmlformats.org/officeDocument/2006/relationships/hyperlink" Target="http://www.jbt4.com/home.php?mod=space&amp;uid=8517433" TargetMode="External"/><Relationship Id="rId39" Type="http://schemas.openxmlformats.org/officeDocument/2006/relationships/hyperlink" Target="https://sxzhbh.contently.com/" TargetMode="External"/><Relationship Id="rId174" Type="http://schemas.openxmlformats.org/officeDocument/2006/relationships/hyperlink" Target="https://www.hd.club.tw/space-uid-2950964.html" TargetMode="External"/><Relationship Id="rId295" Type="http://schemas.openxmlformats.org/officeDocument/2006/relationships/hyperlink" Target="https://www.icheckmovies.com/profiles/sxzhbh/" TargetMode="External"/><Relationship Id="rId38" Type="http://schemas.openxmlformats.org/officeDocument/2006/relationships/hyperlink" Target="https://osf.io/bhw3x/" TargetMode="External"/><Relationship Id="rId173" Type="http://schemas.openxmlformats.org/officeDocument/2006/relationships/hyperlink" Target="https://www.credly.com/users/sxzhbh/badges" TargetMode="External"/><Relationship Id="rId294" Type="http://schemas.openxmlformats.org/officeDocument/2006/relationships/hyperlink" Target="https://kythuatphancung.vn/forum/index.php?/profile/134297-sxzhbh/" TargetMode="External"/><Relationship Id="rId179" Type="http://schemas.openxmlformats.org/officeDocument/2006/relationships/hyperlink" Target="http://programujte.com/profil/50648-sxzhbh/" TargetMode="External"/><Relationship Id="rId178" Type="http://schemas.openxmlformats.org/officeDocument/2006/relationships/hyperlink" Target="http://dtan.thaiembassy.de/uncategorized/2562/?mingleforumaction=profile&amp;id=142743" TargetMode="External"/><Relationship Id="rId299" Type="http://schemas.openxmlformats.org/officeDocument/2006/relationships/hyperlink" Target="https://globalcatalog.com/sxzhbh.cn" TargetMode="External"/><Relationship Id="rId177" Type="http://schemas.openxmlformats.org/officeDocument/2006/relationships/hyperlink" Target="https://dixxodrom.ru/forums/users/sxzhbh/" TargetMode="External"/><Relationship Id="rId298" Type="http://schemas.openxmlformats.org/officeDocument/2006/relationships/hyperlink" Target="https://us.enrollbusiness.com/BusinessProfile/6468779/sxzhbh" TargetMode="External"/><Relationship Id="rId20" Type="http://schemas.openxmlformats.org/officeDocument/2006/relationships/hyperlink" Target="https://sxzhbh.gitbook.io/untitled/" TargetMode="External"/><Relationship Id="rId22" Type="http://schemas.openxmlformats.org/officeDocument/2006/relationships/hyperlink" Target="https://500px.com/p/sxzhbh?view=photos" TargetMode="External"/><Relationship Id="rId21" Type="http://schemas.openxmlformats.org/officeDocument/2006/relationships/hyperlink" Target="https://tawk.to/sxzhbh" TargetMode="External"/><Relationship Id="rId24" Type="http://schemas.openxmlformats.org/officeDocument/2006/relationships/hyperlink" Target="https://sketchfab.com/sxzhbh" TargetMode="External"/><Relationship Id="rId23" Type="http://schemas.openxmlformats.org/officeDocument/2006/relationships/hyperlink" Target="https://readthedocs.org/projects/sxzhbh/" TargetMode="External"/><Relationship Id="rId26" Type="http://schemas.openxmlformats.org/officeDocument/2006/relationships/hyperlink" Target="https://public.tableau.com/app/profile/sxzh.bh/vizzes" TargetMode="External"/><Relationship Id="rId25" Type="http://schemas.openxmlformats.org/officeDocument/2006/relationships/hyperlink" Target="https://www.reverbnation.com/sxzhbh" TargetMode="External"/><Relationship Id="rId28" Type="http://schemas.openxmlformats.org/officeDocument/2006/relationships/hyperlink" Target="https://www.awwwards.com/sxzhbh/" TargetMode="External"/><Relationship Id="rId27" Type="http://schemas.openxmlformats.org/officeDocument/2006/relationships/hyperlink" Target="https://onlyfans.com/sxzhbh" TargetMode="External"/><Relationship Id="rId29" Type="http://schemas.openxmlformats.org/officeDocument/2006/relationships/hyperlink" Target="https://flipboard.com/@1818h/sxzhbh-6dodc7utz" TargetMode="External"/><Relationship Id="rId11" Type="http://schemas.openxmlformats.org/officeDocument/2006/relationships/hyperlink" Target="https://bbs.now.qq.com/home.php?mod=space&amp;uid=6188991" TargetMode="External"/><Relationship Id="rId10" Type="http://schemas.openxmlformats.org/officeDocument/2006/relationships/hyperlink" Target="https://git.forum.ircam.fr/sxzhbh" TargetMode="External"/><Relationship Id="rId13" Type="http://schemas.openxmlformats.org/officeDocument/2006/relationships/hyperlink" Target="https://www.openstreetmap.org/user/sxzhbh" TargetMode="External"/><Relationship Id="rId12" Type="http://schemas.openxmlformats.org/officeDocument/2006/relationships/hyperlink" Target="https://www.twitch.tv/sxzhbh/about" TargetMode="External"/><Relationship Id="rId15" Type="http://schemas.openxmlformats.org/officeDocument/2006/relationships/hyperlink" Target="https://www.behance.net/sxzhbh" TargetMode="External"/><Relationship Id="rId198" Type="http://schemas.openxmlformats.org/officeDocument/2006/relationships/hyperlink" Target="https://www.pixilart.com/sxzhbh/about" TargetMode="External"/><Relationship Id="rId14" Type="http://schemas.openxmlformats.org/officeDocument/2006/relationships/hyperlink" Target="https://www.flickr.com/people/sxzhbh/" TargetMode="External"/><Relationship Id="rId197" Type="http://schemas.openxmlformats.org/officeDocument/2006/relationships/hyperlink" Target="https://www.mtg-forum.de/user/64833-sxzhbh/" TargetMode="External"/><Relationship Id="rId17" Type="http://schemas.openxmlformats.org/officeDocument/2006/relationships/hyperlink" Target="https://hub.docker.com/u/sxzhbh" TargetMode="External"/><Relationship Id="rId196" Type="http://schemas.openxmlformats.org/officeDocument/2006/relationships/hyperlink" Target="https://www.litteratureaudio.com/membre/sxzhbh/profil" TargetMode="External"/><Relationship Id="rId16" Type="http://schemas.openxmlformats.org/officeDocument/2006/relationships/hyperlink" Target="https://issuu.com/sxzhbh" TargetMode="External"/><Relationship Id="rId195" Type="http://schemas.openxmlformats.org/officeDocument/2006/relationships/hyperlink" Target="https://www.inventoridigiochi.it/membri/sxzhbh/profile/" TargetMode="External"/><Relationship Id="rId19" Type="http://schemas.openxmlformats.org/officeDocument/2006/relationships/hyperlink" Target="https://community.cisco.com/t5/user/viewprofilepage/user-id/1636950" TargetMode="External"/><Relationship Id="rId18" Type="http://schemas.openxmlformats.org/officeDocument/2006/relationships/hyperlink" Target="https://www.mixcloud.com/sxzhbh/" TargetMode="External"/><Relationship Id="rId199" Type="http://schemas.openxmlformats.org/officeDocument/2006/relationships/hyperlink" Target="https://www.quia.com/profiles/sxzhbh" TargetMode="External"/><Relationship Id="rId84" Type="http://schemas.openxmlformats.org/officeDocument/2006/relationships/hyperlink" Target="https://developer.tobii.com/community-forums/members/sxzhbh/" TargetMode="External"/><Relationship Id="rId83" Type="http://schemas.openxmlformats.org/officeDocument/2006/relationships/hyperlink" Target="https://www.storeboard.com/sxzhbh" TargetMode="External"/><Relationship Id="rId86" Type="http://schemas.openxmlformats.org/officeDocument/2006/relationships/hyperlink" Target="https://linkfly.to/sxzhbh" TargetMode="External"/><Relationship Id="rId85" Type="http://schemas.openxmlformats.org/officeDocument/2006/relationships/hyperlink" Target="https://tupalo.com/en/users/5792694" TargetMode="External"/><Relationship Id="rId88" Type="http://schemas.openxmlformats.org/officeDocument/2006/relationships/hyperlink" Target="https://www.bitsdujour.com/profiles/Ilikt2" TargetMode="External"/><Relationship Id="rId150" Type="http://schemas.openxmlformats.org/officeDocument/2006/relationships/hyperlink" Target="https://mecabricks.com/en/user/sxzhbh" TargetMode="External"/><Relationship Id="rId271" Type="http://schemas.openxmlformats.org/officeDocument/2006/relationships/hyperlink" Target="https://itvnn.net/member.php?130130-sxzhbh" TargetMode="External"/><Relationship Id="rId87" Type="http://schemas.openxmlformats.org/officeDocument/2006/relationships/hyperlink" Target="https://rentry.co/fh9gm" TargetMode="External"/><Relationship Id="rId270" Type="http://schemas.openxmlformats.org/officeDocument/2006/relationships/hyperlink" Target="https://www.pixiv.net/en/users/100725007" TargetMode="External"/><Relationship Id="rId89" Type="http://schemas.openxmlformats.org/officeDocument/2006/relationships/hyperlink" Target="https://www.dermandar.com/user/sxzhbh/" TargetMode="External"/><Relationship Id="rId80" Type="http://schemas.openxmlformats.org/officeDocument/2006/relationships/hyperlink" Target="https://www.fitday.com/fitness/forums/members/sxzhbh.html" TargetMode="External"/><Relationship Id="rId82" Type="http://schemas.openxmlformats.org/officeDocument/2006/relationships/hyperlink" Target="https://www.speedrun.com/users/sxzhbh" TargetMode="External"/><Relationship Id="rId81" Type="http://schemas.openxmlformats.org/officeDocument/2006/relationships/hyperlink" Target="https://www.renderosity.com/users/id:1426722" TargetMode="External"/><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www.facebook.com/sxzhbh" TargetMode="External"/><Relationship Id="rId149" Type="http://schemas.openxmlformats.org/officeDocument/2006/relationships/hyperlink" Target="https://freestyler.ws/user/425126/sxzhbh" TargetMode="External"/><Relationship Id="rId4" Type="http://schemas.openxmlformats.org/officeDocument/2006/relationships/hyperlink" Target="https://www.youtube.com/@sxzhbh/about" TargetMode="External"/><Relationship Id="rId148" Type="http://schemas.openxmlformats.org/officeDocument/2006/relationships/hyperlink" Target="http://winnipeg.pinklink.ca/author/sxzhbh/" TargetMode="External"/><Relationship Id="rId269" Type="http://schemas.openxmlformats.org/officeDocument/2006/relationships/hyperlink" Target="http://cuuho.sangnhuong.com/member.php?u=96290" TargetMode="External"/><Relationship Id="rId9" Type="http://schemas.openxmlformats.org/officeDocument/2006/relationships/hyperlink" Target="https://www.starnow.com/u/sxzhbh/" TargetMode="External"/><Relationship Id="rId143" Type="http://schemas.openxmlformats.org/officeDocument/2006/relationships/hyperlink" Target="https://blog.clickteam.jp/forums/users/sxzhbh/" TargetMode="External"/><Relationship Id="rId264" Type="http://schemas.openxmlformats.org/officeDocument/2006/relationships/hyperlink" Target="https://www.fz.se/medlem/338075" TargetMode="External"/><Relationship Id="rId142" Type="http://schemas.openxmlformats.org/officeDocument/2006/relationships/hyperlink" Target="https://tudomuaban.com/chi-tiet-rao-vat/1973820/sxzhbh.html" TargetMode="External"/><Relationship Id="rId263" Type="http://schemas.openxmlformats.org/officeDocument/2006/relationships/hyperlink" Target="https://cadillacsociety.com/users/sxzhbh/" TargetMode="External"/><Relationship Id="rId141" Type="http://schemas.openxmlformats.org/officeDocument/2006/relationships/hyperlink" Target="https://www.bookemon.com/member-home/sxzhbh/1017332" TargetMode="External"/><Relationship Id="rId262" Type="http://schemas.openxmlformats.org/officeDocument/2006/relationships/hyperlink" Target="https://pythondevs.social/sxzhbh" TargetMode="External"/><Relationship Id="rId140" Type="http://schemas.openxmlformats.org/officeDocument/2006/relationships/hyperlink" Target="https://www.angrybirdsnest.com/members/sxzhbh/profile/" TargetMode="External"/><Relationship Id="rId261" Type="http://schemas.openxmlformats.org/officeDocument/2006/relationships/hyperlink" Target="https://forums.worldwarriors.net/profile/sxzhbh" TargetMode="External"/><Relationship Id="rId5" Type="http://schemas.openxmlformats.org/officeDocument/2006/relationships/hyperlink" Target="https://www.linkedin.com/in/sxzhbh/" TargetMode="External"/><Relationship Id="rId147" Type="http://schemas.openxmlformats.org/officeDocument/2006/relationships/hyperlink" Target="http://www.stwx.net/space-uid-5839214.html" TargetMode="External"/><Relationship Id="rId268" Type="http://schemas.openxmlformats.org/officeDocument/2006/relationships/hyperlink" Target="https://chiasesuckhoe.com/profile/sxzhbh" TargetMode="External"/><Relationship Id="rId6" Type="http://schemas.openxmlformats.org/officeDocument/2006/relationships/hyperlink" Target="https://vimeo.com/sxzhbh" TargetMode="External"/><Relationship Id="rId146" Type="http://schemas.openxmlformats.org/officeDocument/2006/relationships/hyperlink" Target="https://www.playping.com/sxzhbh" TargetMode="External"/><Relationship Id="rId267" Type="http://schemas.openxmlformats.org/officeDocument/2006/relationships/hyperlink" Target="http://www.chenjiagou.net/home.php?mod=space&amp;uid=188223" TargetMode="External"/><Relationship Id="rId7" Type="http://schemas.openxmlformats.org/officeDocument/2006/relationships/hyperlink" Target="https://www.pinterest.com/sxzhbh/" TargetMode="External"/><Relationship Id="rId145" Type="http://schemas.openxmlformats.org/officeDocument/2006/relationships/hyperlink" Target="https://www.foroatletismo.com/foro/members/sxzhbh.html" TargetMode="External"/><Relationship Id="rId266" Type="http://schemas.openxmlformats.org/officeDocument/2006/relationships/hyperlink" Target="http://caycanh.sangnhuong.com/member.php?u=33182" TargetMode="External"/><Relationship Id="rId8" Type="http://schemas.openxmlformats.org/officeDocument/2006/relationships/hyperlink" Target="https://www.goodreads.com/user/show/171749696-sxzhbh" TargetMode="External"/><Relationship Id="rId144" Type="http://schemas.openxmlformats.org/officeDocument/2006/relationships/hyperlink" Target="https://favinks.com/profile/sxzhbh" TargetMode="External"/><Relationship Id="rId265" Type="http://schemas.openxmlformats.org/officeDocument/2006/relationships/hyperlink" Target="http://gioxach.sangnhuong.com/member.php?u=98474" TargetMode="External"/><Relationship Id="rId73" Type="http://schemas.openxmlformats.org/officeDocument/2006/relationships/hyperlink" Target="https://artistecard.com/sxzhbh" TargetMode="External"/><Relationship Id="rId72" Type="http://schemas.openxmlformats.org/officeDocument/2006/relationships/hyperlink" Target="https://www.viewbug.com/member/sxzhbh" TargetMode="External"/><Relationship Id="rId75" Type="http://schemas.openxmlformats.org/officeDocument/2006/relationships/hyperlink" Target="https://www.webwiki.com/sxzhbh.com" TargetMode="External"/><Relationship Id="rId74" Type="http://schemas.openxmlformats.org/officeDocument/2006/relationships/hyperlink" Target="https://os.mbed.com/users/sxzhbh/" TargetMode="External"/><Relationship Id="rId77" Type="http://schemas.openxmlformats.org/officeDocument/2006/relationships/hyperlink" Target="https://influence.co/sxzhbh" TargetMode="External"/><Relationship Id="rId260" Type="http://schemas.openxmlformats.org/officeDocument/2006/relationships/hyperlink" Target="https://www.imagekind.com/MemberProfile.aspx?MID=0cc64033-2680-426d-92d0-a71f5fb4d22d" TargetMode="External"/><Relationship Id="rId76" Type="http://schemas.openxmlformats.org/officeDocument/2006/relationships/hyperlink" Target="https://hypothes.is/users/sxzhbh" TargetMode="External"/><Relationship Id="rId79" Type="http://schemas.openxmlformats.org/officeDocument/2006/relationships/hyperlink" Target="https://community.arlo.com/t5/user/viewprofilepage/user-id/934693" TargetMode="External"/><Relationship Id="rId78" Type="http://schemas.openxmlformats.org/officeDocument/2006/relationships/hyperlink" Target="https://data.world/sxzhbh" TargetMode="External"/><Relationship Id="rId71" Type="http://schemas.openxmlformats.org/officeDocument/2006/relationships/hyperlink" Target="https://www.designspiration.com/sxzhbh/" TargetMode="External"/><Relationship Id="rId70" Type="http://schemas.openxmlformats.org/officeDocument/2006/relationships/hyperlink" Target="https://www.veoh.com/users/sxzhbh" TargetMode="External"/><Relationship Id="rId139" Type="http://schemas.openxmlformats.org/officeDocument/2006/relationships/hyperlink" Target="https://commiss.io/sxzhbh" TargetMode="External"/><Relationship Id="rId138" Type="http://schemas.openxmlformats.org/officeDocument/2006/relationships/hyperlink" Target="https://pitchwall.co/user/sxzhbh" TargetMode="External"/><Relationship Id="rId259" Type="http://schemas.openxmlformats.org/officeDocument/2006/relationships/hyperlink" Target="https://www.espace-recettes.fr/profile/sxzhbh/645594" TargetMode="External"/><Relationship Id="rId137" Type="http://schemas.openxmlformats.org/officeDocument/2006/relationships/hyperlink" Target="https://www.ohay.tv/profile/sxzhbh" TargetMode="External"/><Relationship Id="rId258" Type="http://schemas.openxmlformats.org/officeDocument/2006/relationships/hyperlink" Target="https://mobilizon.it/events/ecbde9fc-38bd-4ac7-8324-f4cecea1784b" TargetMode="External"/><Relationship Id="rId132" Type="http://schemas.openxmlformats.org/officeDocument/2006/relationships/hyperlink" Target="https://www.theexeterdaily.co.uk/users/sxzhbh" TargetMode="External"/><Relationship Id="rId253" Type="http://schemas.openxmlformats.org/officeDocument/2006/relationships/hyperlink" Target="https://www.projectnoah.org/users/sxzhbh" TargetMode="External"/><Relationship Id="rId131" Type="http://schemas.openxmlformats.org/officeDocument/2006/relationships/hyperlink" Target="https://muare.vn/shop/lan-do-44/811663" TargetMode="External"/><Relationship Id="rId252" Type="http://schemas.openxmlformats.org/officeDocument/2006/relationships/hyperlink" Target="https://www.freelistingusa.com/listings/sxzhbh" TargetMode="External"/><Relationship Id="rId130" Type="http://schemas.openxmlformats.org/officeDocument/2006/relationships/hyperlink" Target="https://atlas.dustforce.com/user/sxzhbh" TargetMode="External"/><Relationship Id="rId251" Type="http://schemas.openxmlformats.org/officeDocument/2006/relationships/hyperlink" Target="https://eternagame.org/players/343368" TargetMode="External"/><Relationship Id="rId250" Type="http://schemas.openxmlformats.org/officeDocument/2006/relationships/hyperlink" Target="http://www.so0912.com/home.php?mod=space&amp;uid=1960647" TargetMode="External"/><Relationship Id="rId136" Type="http://schemas.openxmlformats.org/officeDocument/2006/relationships/hyperlink" Target="https://www.7sky.life/members/sxzhbh/" TargetMode="External"/><Relationship Id="rId257" Type="http://schemas.openxmlformats.org/officeDocument/2006/relationships/hyperlink" Target="https://www.growkudos.com/profile/sxzh_bh" TargetMode="External"/><Relationship Id="rId135" Type="http://schemas.openxmlformats.org/officeDocument/2006/relationships/hyperlink" Target="https://forums.auran.com/members/sxzhbh.1250543/#about" TargetMode="External"/><Relationship Id="rId256" Type="http://schemas.openxmlformats.org/officeDocument/2006/relationships/hyperlink" Target="https://meetup.furryfederation.com/events/23f93b4b-9ef6-4ace-8f2b-2761078fc234" TargetMode="External"/><Relationship Id="rId134" Type="http://schemas.openxmlformats.org/officeDocument/2006/relationships/hyperlink" Target="http://mayfever.crowdfundhq.com/users/sxzhbh" TargetMode="External"/><Relationship Id="rId255" Type="http://schemas.openxmlformats.org/officeDocument/2006/relationships/hyperlink" Target="https://spiderum.com/nguoi-dung/sxzhbh" TargetMode="External"/><Relationship Id="rId133" Type="http://schemas.openxmlformats.org/officeDocument/2006/relationships/hyperlink" Target="http://gendou.com/user/sxzhbh" TargetMode="External"/><Relationship Id="rId254" Type="http://schemas.openxmlformats.org/officeDocument/2006/relationships/hyperlink" Target="https://bookrastinating.com/user/sxzhbh" TargetMode="External"/><Relationship Id="rId62" Type="http://schemas.openxmlformats.org/officeDocument/2006/relationships/hyperlink" Target="https://www.myminifactory.com/users/sxzhbh" TargetMode="External"/><Relationship Id="rId61" Type="http://schemas.openxmlformats.org/officeDocument/2006/relationships/hyperlink" Target="https://socialtrain.stage.lithium.com/t5/user/viewprofilepage/user-id/32126" TargetMode="External"/><Relationship Id="rId64" Type="http://schemas.openxmlformats.org/officeDocument/2006/relationships/hyperlink" Target="https://gifyu.com/sxzhbh" TargetMode="External"/><Relationship Id="rId63" Type="http://schemas.openxmlformats.org/officeDocument/2006/relationships/hyperlink" Target="http://users.atw.hu/tuleles/phpBB2/profile.php?mode=viewprofile&amp;u=20722" TargetMode="External"/><Relationship Id="rId66" Type="http://schemas.openxmlformats.org/officeDocument/2006/relationships/hyperlink" Target="https://varecha.pravda.sk/profil/sxzhbh/o-mne/" TargetMode="External"/><Relationship Id="rId172" Type="http://schemas.openxmlformats.org/officeDocument/2006/relationships/hyperlink" Target="https://wakelet.com/@sxzhbh" TargetMode="External"/><Relationship Id="rId293" Type="http://schemas.openxmlformats.org/officeDocument/2006/relationships/hyperlink" Target="https://ioby.org/users/dohoanglan3564742040" TargetMode="External"/><Relationship Id="rId65" Type="http://schemas.openxmlformats.org/officeDocument/2006/relationships/hyperlink" Target="https://app.roll20.net/users/12672680/sxzhbh" TargetMode="External"/><Relationship Id="rId171" Type="http://schemas.openxmlformats.org/officeDocument/2006/relationships/hyperlink" Target="https://dsred.com/home.php?mod=space&amp;uid=2981644" TargetMode="External"/><Relationship Id="rId292" Type="http://schemas.openxmlformats.org/officeDocument/2006/relationships/hyperlink" Target="https://forum.epicbrowser.com/profile.php?id=27696" TargetMode="External"/><Relationship Id="rId68" Type="http://schemas.openxmlformats.org/officeDocument/2006/relationships/hyperlink" Target="https://www.symbaloo.com/shared/AAAAA_Ap8gUAA41_WnQOWw==" TargetMode="External"/><Relationship Id="rId170" Type="http://schemas.openxmlformats.org/officeDocument/2006/relationships/hyperlink" Target="https://b.io/sxzhbh" TargetMode="External"/><Relationship Id="rId291" Type="http://schemas.openxmlformats.org/officeDocument/2006/relationships/hyperlink" Target="https://www.furaffinity.net/user/sxzhbh" TargetMode="External"/><Relationship Id="rId67" Type="http://schemas.openxmlformats.org/officeDocument/2006/relationships/hyperlink" Target="https://www.metal-archives.com/users/sxzhbh" TargetMode="External"/><Relationship Id="rId290" Type="http://schemas.openxmlformats.org/officeDocument/2006/relationships/hyperlink" Target="https://community.opengroup.org/sxzhbh" TargetMode="External"/><Relationship Id="rId60" Type="http://schemas.openxmlformats.org/officeDocument/2006/relationships/hyperlink" Target="https://files.fm/sxzhbh/info" TargetMode="External"/><Relationship Id="rId165" Type="http://schemas.openxmlformats.org/officeDocument/2006/relationships/hyperlink" Target="https://vacationinsiderguide.com/user/sxzhbh" TargetMode="External"/><Relationship Id="rId286" Type="http://schemas.openxmlformats.org/officeDocument/2006/relationships/hyperlink" Target="https://code.datasciencedojo.com/sxzhbh" TargetMode="External"/><Relationship Id="rId69" Type="http://schemas.openxmlformats.org/officeDocument/2006/relationships/hyperlink" Target="https://www.reddit.com/user/sxzhbh" TargetMode="External"/><Relationship Id="rId164" Type="http://schemas.openxmlformats.org/officeDocument/2006/relationships/hyperlink" Target="https://ardec.ca/en/profile/UX8XA" TargetMode="External"/><Relationship Id="rId285" Type="http://schemas.openxmlformats.org/officeDocument/2006/relationships/hyperlink" Target="https://www.kniterate.com/community/users/sxzhbh/" TargetMode="External"/><Relationship Id="rId163" Type="http://schemas.openxmlformats.org/officeDocument/2006/relationships/hyperlink" Target="http://inuyasha-fanfiction.com/viewuser.php?uid=50688" TargetMode="External"/><Relationship Id="rId284" Type="http://schemas.openxmlformats.org/officeDocument/2006/relationships/hyperlink" Target="https://shoplook.io/profile/sxzhbh" TargetMode="External"/><Relationship Id="rId162" Type="http://schemas.openxmlformats.org/officeDocument/2006/relationships/hyperlink" Target="https://www.iglinks.io/dohoanglan3564-fh2" TargetMode="External"/><Relationship Id="rId283" Type="http://schemas.openxmlformats.org/officeDocument/2006/relationships/hyperlink" Target="https://rotorbuilds.com/profile/27532" TargetMode="External"/><Relationship Id="rId169" Type="http://schemas.openxmlformats.org/officeDocument/2006/relationships/hyperlink" Target="http://compcar.ru/forum/member.php?u=100850" TargetMode="External"/><Relationship Id="rId168" Type="http://schemas.openxmlformats.org/officeDocument/2006/relationships/hyperlink" Target="https://kaeuchi.jp/forums/users/sxzhbh/" TargetMode="External"/><Relationship Id="rId289" Type="http://schemas.openxmlformats.org/officeDocument/2006/relationships/hyperlink" Target="https://codepen.io/sxzhbh" TargetMode="External"/><Relationship Id="rId167" Type="http://schemas.openxmlformats.org/officeDocument/2006/relationships/hyperlink" Target="https://www.singlel.ink/u/8f85ffaf-e2803082" TargetMode="External"/><Relationship Id="rId288" Type="http://schemas.openxmlformats.org/officeDocument/2006/relationships/hyperlink" Target="https://www.gisbbs.cn/user_uid_1975139.html" TargetMode="External"/><Relationship Id="rId166" Type="http://schemas.openxmlformats.org/officeDocument/2006/relationships/hyperlink" Target="https://www.mochub.com/user/58619" TargetMode="External"/><Relationship Id="rId287" Type="http://schemas.openxmlformats.org/officeDocument/2006/relationships/hyperlink" Target="https://www.vbulletin.org/forum/member.php?u=572693" TargetMode="External"/><Relationship Id="rId51" Type="http://schemas.openxmlformats.org/officeDocument/2006/relationships/hyperlink" Target="https://pxhere.com/en/photographer/4126810" TargetMode="External"/><Relationship Id="rId50" Type="http://schemas.openxmlformats.org/officeDocument/2006/relationships/hyperlink" Target="https://replit.com/@sxzhbh" TargetMode="External"/><Relationship Id="rId53" Type="http://schemas.openxmlformats.org/officeDocument/2006/relationships/hyperlink" Target="https://www.silverstripe.org/ForumMemberProfile/show/123524" TargetMode="External"/><Relationship Id="rId52" Type="http://schemas.openxmlformats.org/officeDocument/2006/relationships/hyperlink" Target="https://communities.bentley.com/members/8f81bc09_2d00_cf94_2d00_44b8_2d00_8e10_2d00_557d3f2ea00d" TargetMode="External"/><Relationship Id="rId55" Type="http://schemas.openxmlformats.org/officeDocument/2006/relationships/hyperlink" Target="https://www.intensedebate.com/profiles/sxzhbh" TargetMode="External"/><Relationship Id="rId161" Type="http://schemas.openxmlformats.org/officeDocument/2006/relationships/hyperlink" Target="https://drivehud.com/forums/users/dohoanglan3564/" TargetMode="External"/><Relationship Id="rId282" Type="http://schemas.openxmlformats.org/officeDocument/2006/relationships/hyperlink" Target="https://meuanunciogratis.com.br/index.php/author/sxzhbh/" TargetMode="External"/><Relationship Id="rId54" Type="http://schemas.openxmlformats.org/officeDocument/2006/relationships/hyperlink" Target="https://www.adsoftheworld.com/users/75384333-ea65-4f06-9f4a-6c937dfdbc87" TargetMode="External"/><Relationship Id="rId160" Type="http://schemas.openxmlformats.org/officeDocument/2006/relationships/hyperlink" Target="https://www.homepokergames.com/vbforum/member.php?u=89632" TargetMode="External"/><Relationship Id="rId281" Type="http://schemas.openxmlformats.org/officeDocument/2006/relationships/hyperlink" Target="https://www.tzportfolio.com/help/forum/profile/sxzhbh.html" TargetMode="External"/><Relationship Id="rId57" Type="http://schemas.openxmlformats.org/officeDocument/2006/relationships/hyperlink" Target="http://forum.yealink.com/forum/member.php?action=profile&amp;uid=293229" TargetMode="External"/><Relationship Id="rId280" Type="http://schemas.openxmlformats.org/officeDocument/2006/relationships/hyperlink" Target="https://www.itchyforum.com/en/member.php?277376-sxzhbh" TargetMode="External"/><Relationship Id="rId56" Type="http://schemas.openxmlformats.org/officeDocument/2006/relationships/hyperlink" Target="https://allmylinks.com/sxzhbh" TargetMode="External"/><Relationship Id="rId159" Type="http://schemas.openxmlformats.org/officeDocument/2006/relationships/hyperlink" Target="http://egamingsupply.com/forum/member.php/63134-sxzhbh" TargetMode="External"/><Relationship Id="rId59" Type="http://schemas.openxmlformats.org/officeDocument/2006/relationships/hyperlink" Target="https://coub.com/sxzhbhcom" TargetMode="External"/><Relationship Id="rId154" Type="http://schemas.openxmlformats.org/officeDocument/2006/relationships/hyperlink" Target="http://www.disonde.com/jishu/bbs/home.php?mod=space&amp;uid=1082388" TargetMode="External"/><Relationship Id="rId275" Type="http://schemas.openxmlformats.org/officeDocument/2006/relationships/hyperlink" Target="https://hub.safe.com/users/sxzhbh?page=1&amp;page_size=10" TargetMode="External"/><Relationship Id="rId58" Type="http://schemas.openxmlformats.org/officeDocument/2006/relationships/hyperlink" Target="https://booklog.jp/users/sxzhbh/profile" TargetMode="External"/><Relationship Id="rId153" Type="http://schemas.openxmlformats.org/officeDocument/2006/relationships/hyperlink" Target="https://www.showmethesite.us/lazychicken/ActivityFeed/MyProfile/tabid/2622/UserId/352363/Default.aspx" TargetMode="External"/><Relationship Id="rId274" Type="http://schemas.openxmlformats.org/officeDocument/2006/relationships/hyperlink" Target="https://app.scholasticahq.com/scholars/244438-sxzh-bh" TargetMode="External"/><Relationship Id="rId152" Type="http://schemas.openxmlformats.org/officeDocument/2006/relationships/hyperlink" Target="https://metaldevastationradio.com/sxzhbh" TargetMode="External"/><Relationship Id="rId273" Type="http://schemas.openxmlformats.org/officeDocument/2006/relationships/hyperlink" Target="https://www.click4r.com/posts/g/13062139/" TargetMode="External"/><Relationship Id="rId151" Type="http://schemas.openxmlformats.org/officeDocument/2006/relationships/hyperlink" Target="https://gamebuino.com/@sxzhbh" TargetMode="External"/><Relationship Id="rId272" Type="http://schemas.openxmlformats.org/officeDocument/2006/relationships/hyperlink" Target="https://community.amd.com/t5/user/viewprofilepage/user-id/399643" TargetMode="External"/><Relationship Id="rId158" Type="http://schemas.openxmlformats.org/officeDocument/2006/relationships/hyperlink" Target="https://cryptomonnaies.me/user/sxzhbh" TargetMode="External"/><Relationship Id="rId279" Type="http://schemas.openxmlformats.org/officeDocument/2006/relationships/hyperlink" Target="https://schoolido.lu/user/sxzhbh/" TargetMode="External"/><Relationship Id="rId157" Type="http://schemas.openxmlformats.org/officeDocument/2006/relationships/hyperlink" Target="https://advancedsitestats.com/sxzhbh.com/" TargetMode="External"/><Relationship Id="rId278" Type="http://schemas.openxmlformats.org/officeDocument/2006/relationships/hyperlink" Target="https://edshelf.com/profile/sxzhbh/" TargetMode="External"/><Relationship Id="rId156" Type="http://schemas.openxmlformats.org/officeDocument/2006/relationships/hyperlink" Target="https://matkafasi.com/user/sxzhbh" TargetMode="External"/><Relationship Id="rId277" Type="http://schemas.openxmlformats.org/officeDocument/2006/relationships/hyperlink" Target="https://www.faceparty.com/sxzhbh" TargetMode="External"/><Relationship Id="rId155" Type="http://schemas.openxmlformats.org/officeDocument/2006/relationships/hyperlink" Target="https://www.gamingtop100.net/server/20007/sxzhbh" TargetMode="External"/><Relationship Id="rId276" Type="http://schemas.openxmlformats.org/officeDocument/2006/relationships/hyperlink" Target="https://glose.com/u/sxzhbh" TargetMode="External"/><Relationship Id="rId107" Type="http://schemas.openxmlformats.org/officeDocument/2006/relationships/hyperlink" Target="https://myapple.pl/users/429435-sxzhbh" TargetMode="External"/><Relationship Id="rId228" Type="http://schemas.openxmlformats.org/officeDocument/2006/relationships/hyperlink" Target="https://community.alteryx.com/t5/user/viewprofilepage/user-id/523718" TargetMode="External"/><Relationship Id="rId106" Type="http://schemas.openxmlformats.org/officeDocument/2006/relationships/hyperlink" Target="https://englishbaby.com/findfriends/gallery/detail/2467155" TargetMode="External"/><Relationship Id="rId227" Type="http://schemas.openxmlformats.org/officeDocument/2006/relationships/hyperlink" Target="https://liulo.fm/sxzhbh" TargetMode="External"/><Relationship Id="rId105" Type="http://schemas.openxmlformats.org/officeDocument/2006/relationships/hyperlink" Target="https://zzb.bz/cAoXY" TargetMode="External"/><Relationship Id="rId226" Type="http://schemas.openxmlformats.org/officeDocument/2006/relationships/hyperlink" Target="https://pixelfed.de/sxzhbh" TargetMode="External"/><Relationship Id="rId104" Type="http://schemas.openxmlformats.org/officeDocument/2006/relationships/hyperlink" Target="http://www.invelos.com/UserProfile.aspx?Alias=sxzhbh" TargetMode="External"/><Relationship Id="rId225" Type="http://schemas.openxmlformats.org/officeDocument/2006/relationships/hyperlink" Target="http://80.82.64.206/user/sxzhbh" TargetMode="External"/><Relationship Id="rId109" Type="http://schemas.openxmlformats.org/officeDocument/2006/relationships/hyperlink" Target="https://py.checkio.org/class/sxzhbh/" TargetMode="External"/><Relationship Id="rId108" Type="http://schemas.openxmlformats.org/officeDocument/2006/relationships/hyperlink" Target="https://nhattao.com/members/sxzhbh.6340306/" TargetMode="External"/><Relationship Id="rId229" Type="http://schemas.openxmlformats.org/officeDocument/2006/relationships/hyperlink" Target="https://blog.ss-blog.jp/_pages/mobile/step/index?u=https://sxzhbh.com/" TargetMode="External"/><Relationship Id="rId220" Type="http://schemas.openxmlformats.org/officeDocument/2006/relationships/hyperlink" Target="https://original.misterpoll.com/users/5412495" TargetMode="External"/><Relationship Id="rId103" Type="http://schemas.openxmlformats.org/officeDocument/2006/relationships/hyperlink" Target="https://inkbunny.net/sxzhbh" TargetMode="External"/><Relationship Id="rId224" Type="http://schemas.openxmlformats.org/officeDocument/2006/relationships/hyperlink" Target="https://videos.muvizu.com/Profile/sxzhbh/Latest/" TargetMode="External"/><Relationship Id="rId102" Type="http://schemas.openxmlformats.org/officeDocument/2006/relationships/hyperlink" Target="https://public.sitejot.com/sxzhbh.html" TargetMode="External"/><Relationship Id="rId223" Type="http://schemas.openxmlformats.org/officeDocument/2006/relationships/hyperlink" Target="https://www.rcuniverse.com/forum/members/sxzhbh.html" TargetMode="External"/><Relationship Id="rId101" Type="http://schemas.openxmlformats.org/officeDocument/2006/relationships/hyperlink" Target="https://myopportunity.com/profile/sxzhbh/sl" TargetMode="External"/><Relationship Id="rId222" Type="http://schemas.openxmlformats.org/officeDocument/2006/relationships/hyperlink" Target="http://onlineboxing.net/jforum/user/editDone/261043.page" TargetMode="External"/><Relationship Id="rId100" Type="http://schemas.openxmlformats.org/officeDocument/2006/relationships/hyperlink" Target="https://able2know.org/user/sxzhbh/" TargetMode="External"/><Relationship Id="rId221" Type="http://schemas.openxmlformats.org/officeDocument/2006/relationships/hyperlink" Target="http://bbs.sdhuifa.com/home.php?mod=space&amp;uid=403148" TargetMode="External"/><Relationship Id="rId217" Type="http://schemas.openxmlformats.org/officeDocument/2006/relationships/hyperlink" Target="https://fontstruct.com/fontstructors/2361787/sxzhbh" TargetMode="External"/><Relationship Id="rId216" Type="http://schemas.openxmlformats.org/officeDocument/2006/relationships/hyperlink" Target="https://fairy.id/@sxzhbh" TargetMode="External"/><Relationship Id="rId215" Type="http://schemas.openxmlformats.org/officeDocument/2006/relationships/hyperlink" Target="https://mstdn.social/@sxzhbh" TargetMode="External"/><Relationship Id="rId214" Type="http://schemas.openxmlformats.org/officeDocument/2006/relationships/hyperlink" Target="https://www.mchinese.ca/home.php?mod=space&amp;uid=1125058" TargetMode="External"/><Relationship Id="rId219" Type="http://schemas.openxmlformats.org/officeDocument/2006/relationships/hyperlink" Target="https://glints.com/vn/profile/public/b8aa3d01-d4f9-425f-9f1c-71a955981b97" TargetMode="External"/><Relationship Id="rId218" Type="http://schemas.openxmlformats.org/officeDocument/2006/relationships/hyperlink" Target="https://www.algebra.com/tutors/aboutme.mpl?userid=sxzhbh" TargetMode="External"/><Relationship Id="rId330" Type="http://schemas.openxmlformats.org/officeDocument/2006/relationships/hyperlink" Target="https://webarticleservices.com/members/sxzhbh/" TargetMode="External"/><Relationship Id="rId213" Type="http://schemas.openxmlformats.org/officeDocument/2006/relationships/hyperlink" Target="https://git.metabarcoding.org/sxzhbh" TargetMode="External"/><Relationship Id="rId212" Type="http://schemas.openxmlformats.org/officeDocument/2006/relationships/hyperlink" Target="https://completed.com/individual/30569348/sxzh-bh" TargetMode="External"/><Relationship Id="rId333" Type="http://schemas.openxmlformats.org/officeDocument/2006/relationships/hyperlink" Target="https://community.fabric.microsoft.com/t5/user/viewprofilepage/user-id/650185" TargetMode="External"/><Relationship Id="rId211" Type="http://schemas.openxmlformats.org/officeDocument/2006/relationships/hyperlink" Target="https://www.joindota.com/users/2204981-sxzhbh" TargetMode="External"/><Relationship Id="rId332" Type="http://schemas.openxmlformats.org/officeDocument/2006/relationships/hyperlink" Target="https://www.abclinuxu.cz/lide/sxzhbh" TargetMode="External"/><Relationship Id="rId210" Type="http://schemas.openxmlformats.org/officeDocument/2006/relationships/hyperlink" Target="http://www.orangepi.org/orangepibbsen/home.php?mod=space&amp;uid=4509907" TargetMode="External"/><Relationship Id="rId331" Type="http://schemas.openxmlformats.org/officeDocument/2006/relationships/hyperlink" Target="https://forum.index.hu/User/UserDescription?u=1970109" TargetMode="External"/><Relationship Id="rId129" Type="http://schemas.openxmlformats.org/officeDocument/2006/relationships/hyperlink" Target="https://vnvista.com/hi/127195" TargetMode="External"/><Relationship Id="rId128" Type="http://schemas.openxmlformats.org/officeDocument/2006/relationships/hyperlink" Target="https://www.pling.com/u/sxzhbh/" TargetMode="External"/><Relationship Id="rId249" Type="http://schemas.openxmlformats.org/officeDocument/2006/relationships/hyperlink" Target="https://www.youmagine.com/sxzhbh/designs" TargetMode="External"/><Relationship Id="rId127" Type="http://schemas.openxmlformats.org/officeDocument/2006/relationships/hyperlink" Target="https://www.opencode.net/sxzhbh" TargetMode="External"/><Relationship Id="rId248" Type="http://schemas.openxmlformats.org/officeDocument/2006/relationships/hyperlink" Target="https://descubre.beqbe.com/p/sxzhbh" TargetMode="External"/><Relationship Id="rId126" Type="http://schemas.openxmlformats.org/officeDocument/2006/relationships/hyperlink" Target="https://www.warriorforum.com/members/sxzhbh.html" TargetMode="External"/><Relationship Id="rId247" Type="http://schemas.openxmlformats.org/officeDocument/2006/relationships/hyperlink" Target="https://youdontneedwp.com/sxzhbh/my-new-post-6715ec91-db8a-46c2-a28c-45a67d95951b" TargetMode="External"/><Relationship Id="rId121" Type="http://schemas.openxmlformats.org/officeDocument/2006/relationships/hyperlink" Target="https://creatorsbank.com/sxzhbh/profile/" TargetMode="External"/><Relationship Id="rId242" Type="http://schemas.openxmlformats.org/officeDocument/2006/relationships/hyperlink" Target="https://help.orrs.de/user/sxzhbh" TargetMode="External"/><Relationship Id="rId120" Type="http://schemas.openxmlformats.org/officeDocument/2006/relationships/hyperlink" Target="https://www.bigbasstabs.com/profile/71730.html" TargetMode="External"/><Relationship Id="rId241" Type="http://schemas.openxmlformats.org/officeDocument/2006/relationships/hyperlink" Target="https://kst.com.vn/user/sxzhbh" TargetMode="External"/><Relationship Id="rId240" Type="http://schemas.openxmlformats.org/officeDocument/2006/relationships/hyperlink" Target="https://clinfowiki.win/wiki/User:Sxzhbh" TargetMode="External"/><Relationship Id="rId125" Type="http://schemas.openxmlformats.org/officeDocument/2006/relationships/hyperlink" Target="https://answerpail.com/index.php/user/sxzhbh" TargetMode="External"/><Relationship Id="rId246" Type="http://schemas.openxmlformats.org/officeDocument/2006/relationships/hyperlink" Target="https://www.notebook.ai/@sxzhbh" TargetMode="External"/><Relationship Id="rId124" Type="http://schemas.openxmlformats.org/officeDocument/2006/relationships/hyperlink" Target="https://www.clickasnap.com/profile/sxzhbh" TargetMode="External"/><Relationship Id="rId245" Type="http://schemas.openxmlformats.org/officeDocument/2006/relationships/hyperlink" Target="https://apk.tw/space-uid-5989095.html" TargetMode="External"/><Relationship Id="rId123" Type="http://schemas.openxmlformats.org/officeDocument/2006/relationships/hyperlink" Target="https://www.funddreamer.com/users/sxzhbh" TargetMode="External"/><Relationship Id="rId244" Type="http://schemas.openxmlformats.org/officeDocument/2006/relationships/hyperlink" Target="https://www.kfz-betrieb.vogel.de/community/user/dohoanglan3564" TargetMode="External"/><Relationship Id="rId122" Type="http://schemas.openxmlformats.org/officeDocument/2006/relationships/hyperlink" Target="https://forum.dzpknews.com/space-uid-602975.html" TargetMode="External"/><Relationship Id="rId243" Type="http://schemas.openxmlformats.org/officeDocument/2006/relationships/hyperlink" Target="https://www.giveawayoftheday.com/forums/profile/153519" TargetMode="External"/><Relationship Id="rId95" Type="http://schemas.openxmlformats.org/officeDocument/2006/relationships/hyperlink" Target="https://bikeindex.org/users/sxzhbh" TargetMode="External"/><Relationship Id="rId94" Type="http://schemas.openxmlformats.org/officeDocument/2006/relationships/hyperlink" Target="https://bn4.cari.com.my/home.php?mod=space&amp;uid=2610810&amp;do=profile" TargetMode="External"/><Relationship Id="rId97" Type="http://schemas.openxmlformats.org/officeDocument/2006/relationships/hyperlink" Target="http://molbiol.ru/forums/index.php?showuser=1310312" TargetMode="External"/><Relationship Id="rId96" Type="http://schemas.openxmlformats.org/officeDocument/2006/relationships/hyperlink" Target="https://www.diggerslist.com/sxzhbh/about" TargetMode="External"/><Relationship Id="rId99" Type="http://schemas.openxmlformats.org/officeDocument/2006/relationships/hyperlink" Target="https://www.manga-news.com/index.php/membre/sxzhbh" TargetMode="External"/><Relationship Id="rId98" Type="http://schemas.openxmlformats.org/officeDocument/2006/relationships/hyperlink" Target="https://keymander.iogear.com/profile/67564/sxzhbh" TargetMode="External"/><Relationship Id="rId91" Type="http://schemas.openxmlformats.org/officeDocument/2006/relationships/hyperlink" Target="https://qooh.me/sxzhbh" TargetMode="External"/><Relationship Id="rId90" Type="http://schemas.openxmlformats.org/officeDocument/2006/relationships/hyperlink" Target="https://www.bahamaslocal.com/userprofile/264910/sxzhbh.html" TargetMode="External"/><Relationship Id="rId93" Type="http://schemas.openxmlformats.org/officeDocument/2006/relationships/hyperlink" Target="https://www.fimfiction.net/user/659148/sxzhbh" TargetMode="External"/><Relationship Id="rId92" Type="http://schemas.openxmlformats.org/officeDocument/2006/relationships/hyperlink" Target="https://www.chordie.com/forum/profile.php?id=1781698" TargetMode="External"/><Relationship Id="rId118" Type="http://schemas.openxmlformats.org/officeDocument/2006/relationships/hyperlink" Target="https://satori.lv/profile/-20857" TargetMode="External"/><Relationship Id="rId239" Type="http://schemas.openxmlformats.org/officeDocument/2006/relationships/hyperlink" Target="https://emplois.fhpmco.fr/author/sxzhbh/" TargetMode="External"/><Relationship Id="rId117" Type="http://schemas.openxmlformats.org/officeDocument/2006/relationships/hyperlink" Target="https://manylink.co/@sxzhbh" TargetMode="External"/><Relationship Id="rId238" Type="http://schemas.openxmlformats.org/officeDocument/2006/relationships/hyperlink" Target="http://caphe.sangnhuong.com/member.php?u=100223" TargetMode="External"/><Relationship Id="rId116" Type="http://schemas.openxmlformats.org/officeDocument/2006/relationships/hyperlink" Target="http://krachelart.com/UserProfile/tabid/43/UserId/1254478/Default.aspx" TargetMode="External"/><Relationship Id="rId237" Type="http://schemas.openxmlformats.org/officeDocument/2006/relationships/hyperlink" Target="http://matdo.sangnhuong.com/member.php?u=97258" TargetMode="External"/><Relationship Id="rId115" Type="http://schemas.openxmlformats.org/officeDocument/2006/relationships/hyperlink" Target="https://www.metroflog.co/sxzhbh" TargetMode="External"/><Relationship Id="rId236" Type="http://schemas.openxmlformats.org/officeDocument/2006/relationships/hyperlink" Target="https://muckrack.com/sxzhbh/bio" TargetMode="External"/><Relationship Id="rId119" Type="http://schemas.openxmlformats.org/officeDocument/2006/relationships/hyperlink" Target="https://www.arabnet.me/english/startups/sxzhbh" TargetMode="External"/><Relationship Id="rId110" Type="http://schemas.openxmlformats.org/officeDocument/2006/relationships/hyperlink" Target="https://www.equinenow.com/farm/sxzhbh.htm" TargetMode="External"/><Relationship Id="rId231" Type="http://schemas.openxmlformats.org/officeDocument/2006/relationships/hyperlink" Target="https://bit.ly/m/sxzhbh" TargetMode="External"/><Relationship Id="rId230" Type="http://schemas.openxmlformats.org/officeDocument/2006/relationships/hyperlink" Target="https://sc.hkex.com.hk/TuniS/sxzhbh.com" TargetMode="External"/><Relationship Id="rId114" Type="http://schemas.openxmlformats.org/officeDocument/2006/relationships/hyperlink" Target="https://www.careercup.com/user?id=4882397403807744" TargetMode="External"/><Relationship Id="rId235" Type="http://schemas.openxmlformats.org/officeDocument/2006/relationships/hyperlink" Target="https://beermapping.com/account/sxzhbh" TargetMode="External"/><Relationship Id="rId113" Type="http://schemas.openxmlformats.org/officeDocument/2006/relationships/hyperlink" Target="https://gettogether.community/profile/96786/" TargetMode="External"/><Relationship Id="rId234" Type="http://schemas.openxmlformats.org/officeDocument/2006/relationships/hyperlink" Target="http://maisoncarlos.com/UserProfile/tabid/42/userId/1799253/Default.aspx" TargetMode="External"/><Relationship Id="rId112" Type="http://schemas.openxmlformats.org/officeDocument/2006/relationships/hyperlink" Target="https://js.checkio.org/class/sxzhbh/" TargetMode="External"/><Relationship Id="rId233" Type="http://schemas.openxmlformats.org/officeDocument/2006/relationships/hyperlink" Target="https://www.docdroid.net/oC8WFny/sxzhbh-docx" TargetMode="External"/><Relationship Id="rId111" Type="http://schemas.openxmlformats.org/officeDocument/2006/relationships/hyperlink" Target="https://www.rctech.net/forum/members/sxzhbh-338775.html" TargetMode="External"/><Relationship Id="rId232" Type="http://schemas.openxmlformats.org/officeDocument/2006/relationships/hyperlink" Target="https://pbase.com/sxzhbh" TargetMode="External"/><Relationship Id="rId305" Type="http://schemas.openxmlformats.org/officeDocument/2006/relationships/hyperlink" Target="http://l-avt.ru/support/dialog/?PAGE_NAME=profile_view&amp;UID=57734" TargetMode="External"/><Relationship Id="rId304" Type="http://schemas.openxmlformats.org/officeDocument/2006/relationships/hyperlink" Target="https://linkspreed.com/sxzhbh" TargetMode="External"/><Relationship Id="rId303" Type="http://schemas.openxmlformats.org/officeDocument/2006/relationships/hyperlink" Target="https://www.swanmei.com/space-uid-2855786.html" TargetMode="External"/><Relationship Id="rId302" Type="http://schemas.openxmlformats.org/officeDocument/2006/relationships/hyperlink" Target="https://gitlab.aicrowd.com/sxzhbh" TargetMode="External"/><Relationship Id="rId309" Type="http://schemas.openxmlformats.org/officeDocument/2006/relationships/hyperlink" Target="https://jszst.com.cn/home.php?mod=space&amp;uid=2422074" TargetMode="External"/><Relationship Id="rId308" Type="http://schemas.openxmlformats.org/officeDocument/2006/relationships/hyperlink" Target="https://bbs.weipubao.cn/home.php?mod=space&amp;uid=3136086" TargetMode="External"/><Relationship Id="rId307" Type="http://schemas.openxmlformats.org/officeDocument/2006/relationships/hyperlink" Target="https://richs5star.breakawayiris.com/ActivityFeed/MyProfile/tabid/749/userId/535480/Default.aspx" TargetMode="External"/><Relationship Id="rId306" Type="http://schemas.openxmlformats.org/officeDocument/2006/relationships/hyperlink" Target="https://www.ujkh.ru/forum.php?PAGE_NAME=profile_view&amp;UID=108698" TargetMode="External"/><Relationship Id="rId301" Type="http://schemas.openxmlformats.org/officeDocument/2006/relationships/hyperlink" Target="https://git.industra.space/sxzhbh" TargetMode="External"/><Relationship Id="rId300" Type="http://schemas.openxmlformats.org/officeDocument/2006/relationships/hyperlink" Target="https://www.teafish.cc/home.php?mod=space&amp;uid=2576679" TargetMode="External"/><Relationship Id="rId206" Type="http://schemas.openxmlformats.org/officeDocument/2006/relationships/hyperlink" Target="http://www.4mark.net/story/10737425/sxzhbh" TargetMode="External"/><Relationship Id="rId327" Type="http://schemas.openxmlformats.org/officeDocument/2006/relationships/hyperlink" Target="https://www.cgarchitect.com/members/sxzhbh" TargetMode="External"/><Relationship Id="rId205" Type="http://schemas.openxmlformats.org/officeDocument/2006/relationships/hyperlink" Target="http://vetstate.ru/forum/?PAGE_NAME=profile_view&amp;UID=94714" TargetMode="External"/><Relationship Id="rId326" Type="http://schemas.openxmlformats.org/officeDocument/2006/relationships/hyperlink" Target="https://social.urgclub.com/sxzhbh" TargetMode="External"/><Relationship Id="rId204" Type="http://schemas.openxmlformats.org/officeDocument/2006/relationships/hyperlink" Target="https://www.zotero.org/sxzhbh/cv" TargetMode="External"/><Relationship Id="rId325" Type="http://schemas.openxmlformats.org/officeDocument/2006/relationships/hyperlink" Target="https://thearticlesdirectory.co.uk/members/dohoanglan3564/" TargetMode="External"/><Relationship Id="rId203" Type="http://schemas.openxmlformats.org/officeDocument/2006/relationships/hyperlink" Target="https://www.vevioz.com/sxzhbh" TargetMode="External"/><Relationship Id="rId324" Type="http://schemas.openxmlformats.org/officeDocument/2006/relationships/hyperlink" Target="http://www.vsem.org.vn/member.php?5431-sxzhbh" TargetMode="External"/><Relationship Id="rId209" Type="http://schemas.openxmlformats.org/officeDocument/2006/relationships/hyperlink" Target="https://www.microlinkinc.com/site/sxzhbh.com" TargetMode="External"/><Relationship Id="rId208" Type="http://schemas.openxmlformats.org/officeDocument/2006/relationships/hyperlink" Target="https://ticketbud.com/events/9d344b2a-88e5-11ee-ad1f-42010a71702b?preview=true&amp;vox=true" TargetMode="External"/><Relationship Id="rId329" Type="http://schemas.openxmlformats.org/officeDocument/2006/relationships/hyperlink" Target="https://www.startupranking.com/sxzhbh" TargetMode="External"/><Relationship Id="rId207" Type="http://schemas.openxmlformats.org/officeDocument/2006/relationships/hyperlink" Target="https://freemasonry.social/@sxzhbh" TargetMode="External"/><Relationship Id="rId328" Type="http://schemas.openxmlformats.org/officeDocument/2006/relationships/hyperlink" Target="http://www.travelful.net/location/5289091/trungquoc/sxzhbh" TargetMode="External"/><Relationship Id="rId202" Type="http://schemas.openxmlformats.org/officeDocument/2006/relationships/hyperlink" Target="https://www.telix.pl/forums/users/sxzhbh/" TargetMode="External"/><Relationship Id="rId323" Type="http://schemas.openxmlformats.org/officeDocument/2006/relationships/hyperlink" Target="https://www.photofrnd.com/sxzhbh" TargetMode="External"/><Relationship Id="rId201" Type="http://schemas.openxmlformats.org/officeDocument/2006/relationships/hyperlink" Target="https://www.shippingexplorer.net/en/user/sxzhbh/98608" TargetMode="External"/><Relationship Id="rId322" Type="http://schemas.openxmlformats.org/officeDocument/2006/relationships/hyperlink" Target="https://virt.club/sxzhbh" TargetMode="External"/><Relationship Id="rId200" Type="http://schemas.openxmlformats.org/officeDocument/2006/relationships/hyperlink" Target="https://www.serialzone.cz/uzivatele/201948-sxzhbh/" TargetMode="External"/><Relationship Id="rId321" Type="http://schemas.openxmlformats.org/officeDocument/2006/relationships/hyperlink" Target="https://yoomark.com/content/sxzhbh" TargetMode="External"/><Relationship Id="rId320" Type="http://schemas.openxmlformats.org/officeDocument/2006/relationships/hyperlink" Target="https://www.atseo.eu/site/sxzhbh.com/fiche" TargetMode="External"/><Relationship Id="rId316" Type="http://schemas.openxmlformats.org/officeDocument/2006/relationships/hyperlink" Target="https://potofu.me/sxzhbh" TargetMode="External"/><Relationship Id="rId315" Type="http://schemas.openxmlformats.org/officeDocument/2006/relationships/hyperlink" Target="https://linkmix.co/19935585" TargetMode="External"/><Relationship Id="rId314" Type="http://schemas.openxmlformats.org/officeDocument/2006/relationships/hyperlink" Target="https://motion-gallery.net/users/565801" TargetMode="External"/><Relationship Id="rId313" Type="http://schemas.openxmlformats.org/officeDocument/2006/relationships/hyperlink" Target="https://fliphtml5.com/homepage/bkooh" TargetMode="External"/><Relationship Id="rId319" Type="http://schemas.openxmlformats.org/officeDocument/2006/relationships/hyperlink" Target="https://mobilizon.envs.net/events/b4ba184d-b603-4cbb-9f71-964432eb6582" TargetMode="External"/><Relationship Id="rId318" Type="http://schemas.openxmlformats.org/officeDocument/2006/relationships/hyperlink" Target="https://moparwiki.win/wiki/User:Sxzhbh" TargetMode="External"/><Relationship Id="rId317" Type="http://schemas.openxmlformats.org/officeDocument/2006/relationships/hyperlink" Target="https://digitaltibetan.win/wiki/User:Sxzhbh" TargetMode="External"/><Relationship Id="rId312" Type="http://schemas.openxmlformats.org/officeDocument/2006/relationships/hyperlink" Target="https://macro.market/company/sxzhbh" TargetMode="External"/><Relationship Id="rId311" Type="http://schemas.openxmlformats.org/officeDocument/2006/relationships/hyperlink" Target="https://redleaflogic.biz/pukiwiki-1.4.7_notb/index.php?sxzhbh" TargetMode="External"/><Relationship Id="rId310" Type="http://schemas.openxmlformats.org/officeDocument/2006/relationships/hyperlink" Target="https://byfc0396.com/home.php?mod=space&amp;uid=3105094" TargetMode="External"/></Relationships>
</file>

<file path=ppt/slides/_rels/slide6.xml.rels><?xml version="1.0" encoding="UTF-8" standalone="yes"?><Relationships xmlns="http://schemas.openxmlformats.org/package/2006/relationships"><Relationship Id="rId20" Type="http://schemas.openxmlformats.org/officeDocument/2006/relationships/hyperlink" Target="https://sxzhbh.onlc.eu/" TargetMode="External"/><Relationship Id="rId22" Type="http://schemas.openxmlformats.org/officeDocument/2006/relationships/hyperlink" Target="https://sxzhbh.onlc.fr/" TargetMode="External"/><Relationship Id="rId21" Type="http://schemas.openxmlformats.org/officeDocument/2006/relationships/hyperlink" Target="https://sxzhbh.onlc.be/" TargetMode="External"/><Relationship Id="rId24" Type="http://schemas.openxmlformats.org/officeDocument/2006/relationships/hyperlink" Target="https://655d803734459.site123.me/" TargetMode="External"/><Relationship Id="rId23" Type="http://schemas.openxmlformats.org/officeDocument/2006/relationships/hyperlink" Target="https://educatorpages.com/site/sxzhbh/pages/about-me" TargetMode="External"/><Relationship Id="rId11" Type="http://schemas.openxmlformats.org/officeDocument/2006/relationships/hyperlink" Target="https://sxzhbh.hashnode.dev/sxzhbh" TargetMode="External"/><Relationship Id="rId10" Type="http://schemas.openxmlformats.org/officeDocument/2006/relationships/hyperlink" Target="https://telegra.ph/sxzhbh-11-22" TargetMode="External"/><Relationship Id="rId13" Type="http://schemas.openxmlformats.org/officeDocument/2006/relationships/hyperlink" Target="https://sxzhbh.blogspot.com/2023/11/sxzhbh.html" TargetMode="External"/><Relationship Id="rId12" Type="http://schemas.openxmlformats.org/officeDocument/2006/relationships/hyperlink" Target="https://sxzhbh.bravesites.com/" TargetMode="External"/><Relationship Id="rId15" Type="http://schemas.openxmlformats.org/officeDocument/2006/relationships/hyperlink" Target="https://sxzhbh.splashthat.com/" TargetMode="External"/><Relationship Id="rId14" Type="http://schemas.openxmlformats.org/officeDocument/2006/relationships/hyperlink" Target="https://sxzhbh.doorkeeper.jp/" TargetMode="External"/><Relationship Id="rId17" Type="http://schemas.openxmlformats.org/officeDocument/2006/relationships/hyperlink" Target="https://sxzhbh.onlc.ml/" TargetMode="External"/><Relationship Id="rId16" Type="http://schemas.openxmlformats.org/officeDocument/2006/relationships/hyperlink" Target="https://postheaven.net/2b8x78nn2h" TargetMode="External"/><Relationship Id="rId19" Type="http://schemas.openxmlformats.org/officeDocument/2006/relationships/hyperlink" Target="http://sxzhbh.website3.me/" TargetMode="External"/><Relationship Id="rId18" Type="http://schemas.openxmlformats.org/officeDocument/2006/relationships/hyperlink" Target="https://all4webs.com/sxzhbh/home.htm?63189=56232" TargetMode="External"/><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sites.google.com/view/sxzhbh/trang-ch%E1%BB%A7" TargetMode="External"/><Relationship Id="rId4" Type="http://schemas.openxmlformats.org/officeDocument/2006/relationships/hyperlink" Target="https://sxzhbh.wixsite.com/sxzhbh" TargetMode="External"/><Relationship Id="rId9" Type="http://schemas.openxmlformats.org/officeDocument/2006/relationships/hyperlink" Target="https://sxzhbh.seesaa.net/article/501527443.html" TargetMode="External"/><Relationship Id="rId5" Type="http://schemas.openxmlformats.org/officeDocument/2006/relationships/hyperlink" Target="https://www.liveinternet.ru/users/sxzhbh/blog#post502163611" TargetMode="External"/><Relationship Id="rId6" Type="http://schemas.openxmlformats.org/officeDocument/2006/relationships/hyperlink" Target="https://sxzhbh.gitbook.io/sxzhbh/" TargetMode="External"/><Relationship Id="rId7" Type="http://schemas.openxmlformats.org/officeDocument/2006/relationships/hyperlink" Target="https://sxzhbh.webflow.io/" TargetMode="External"/><Relationship Id="rId8" Type="http://schemas.openxmlformats.org/officeDocument/2006/relationships/hyperlink" Target="https://sxzhbh.mystrikingly.com/" TargetMode="External"/></Relationships>
</file>

<file path=ppt/slides/_rels/slide7.xml.rels><?xml version="1.0" encoding="UTF-8" standalone="yes"?><Relationships xmlns="http://schemas.openxmlformats.org/package/2006/relationships"><Relationship Id="rId20" Type="http://schemas.openxmlformats.org/officeDocument/2006/relationships/hyperlink" Target="https://grupoperuinnova.edu.pe/members/sxzhbh/" TargetMode="External"/><Relationship Id="rId22" Type="http://schemas.openxmlformats.org/officeDocument/2006/relationships/hyperlink" Target="https://independent.academia.edu/sxzhbh" TargetMode="External"/><Relationship Id="rId21" Type="http://schemas.openxmlformats.org/officeDocument/2006/relationships/hyperlink" Target="https://hauionline.edu.vn/members/sxzhbh.11382/" TargetMode="External"/><Relationship Id="rId23" Type="http://schemas.openxmlformats.org/officeDocument/2006/relationships/hyperlink" Target="http://dukccq.dongnai.gov.vn/Lists/HisCounter/DispForm.aspx?ID=967268" TargetMode="External"/><Relationship Id="rId11" Type="http://schemas.openxmlformats.org/officeDocument/2006/relationships/hyperlink" Target="https://www.dmidcroms.com/CRS/Lists/DMIDCROMS%20Resources%20Feedback/DispForm.aspx?ID=15194" TargetMode="External"/><Relationship Id="rId10" Type="http://schemas.openxmlformats.org/officeDocument/2006/relationships/hyperlink" Target="https://aiti.edu.vn/members/sxzhbh.85313/" TargetMode="External"/><Relationship Id="rId13" Type="http://schemas.openxmlformats.org/officeDocument/2006/relationships/hyperlink" Target="https://www.gov.bn/Lists/eDarussalam%20Survey/DispForm.aspx?ID=105415" TargetMode="External"/><Relationship Id="rId12" Type="http://schemas.openxmlformats.org/officeDocument/2006/relationships/hyperlink" Target="https://vnmu.edu.vn/members/sxzhbh.120384/" TargetMode="External"/><Relationship Id="rId15" Type="http://schemas.openxmlformats.org/officeDocument/2006/relationships/hyperlink" Target="https://securitiesregulationmonitor.com/Lists/Contacts/DispForm.aspx?ID=8208" TargetMode="External"/><Relationship Id="rId14" Type="http://schemas.openxmlformats.org/officeDocument/2006/relationships/hyperlink" Target="https://waterchartlcpy.onwr.go.th/question/sxzhbh" TargetMode="External"/><Relationship Id="rId17" Type="http://schemas.openxmlformats.org/officeDocument/2006/relationships/hyperlink" Target="https://ucgp.jujuy.edu.ar/profile/sxzhbh/" TargetMode="External"/><Relationship Id="rId16" Type="http://schemas.openxmlformats.org/officeDocument/2006/relationships/hyperlink" Target="https://pimrec.pnu.edu.ua/members/sxzhbh/profile/" TargetMode="External"/><Relationship Id="rId19" Type="http://schemas.openxmlformats.org/officeDocument/2006/relationships/hyperlink" Target="https://sen.edu.vn/members/sxzhbh.15658/" TargetMode="External"/><Relationship Id="rId18" Type="http://schemas.openxmlformats.org/officeDocument/2006/relationships/hyperlink" Target="https://kenhsinhvien.edu.vn/members/sxzhbh.11827/" TargetMode="External"/><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www.kzntreasury.gov.za/Lists/FRAUD%20RISK%20ASSESSMENT%20QUESTIONNAIRE/DispForm.aspx?ID=45768" TargetMode="External"/><Relationship Id="rId4" Type="http://schemas.openxmlformats.org/officeDocument/2006/relationships/hyperlink" Target="https://medicine.ju.edu.jo/Lists/ConfReg/AllItems.aspx?Paged=TRUE&amp;p_ID=49592" TargetMode="External"/><Relationship Id="rId9" Type="http://schemas.openxmlformats.org/officeDocument/2006/relationships/hyperlink" Target="https://info.undp.org/docs/dao/UNSP2015/Lists/PostSurvey/Item/displayifs.aspx?List=6e146e50-e299-46da-a20e-b9e885dace29&amp;ID=43494" TargetMode="External"/><Relationship Id="rId5" Type="http://schemas.openxmlformats.org/officeDocument/2006/relationships/hyperlink" Target="https://tapchivatuyentap.tlu.edu.vn/Activity-Feed/My-Profile/UserId/14229" TargetMode="External"/><Relationship Id="rId6" Type="http://schemas.openxmlformats.org/officeDocument/2006/relationships/hyperlink" Target="https://lwccareers.lindsey.edu/profiles/3963761-sxzh-bh" TargetMode="External"/><Relationship Id="rId7" Type="http://schemas.openxmlformats.org/officeDocument/2006/relationships/hyperlink" Target="https://ml007.k12.sd.us/PI/Lists/Post%20Tech%20Integration%20Survey/DispForm.aspx?ID=13624" TargetMode="External"/><Relationship Id="rId8" Type="http://schemas.openxmlformats.org/officeDocument/2006/relationships/hyperlink" Target="http://www.ctump.edu.vn/Default.aspx?tabid=115&amp;userId=14671"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125775" y="0"/>
            <a:ext cx="8520600" cy="673500"/>
          </a:xfrm>
          <a:prstGeom prst="rect">
            <a:avLst/>
          </a:prstGeom>
        </p:spPr>
        <p:txBody>
          <a:bodyPr anchorCtr="0" anchor="b" bIns="91425" lIns="91425" spcFirstLastPara="1" rIns="91425" wrap="square" tIns="91425">
            <a:noAutofit/>
          </a:bodyPr>
          <a:lstStyle/>
          <a:p>
            <a:pPr indent="0" lvl="0" marL="0" rtl="0" algn="ctr">
              <a:lnSpc>
                <a:spcPct val="121000"/>
              </a:lnSpc>
              <a:spcBef>
                <a:spcPts val="2000"/>
              </a:spcBef>
              <a:spcAft>
                <a:spcPts val="0"/>
              </a:spcAft>
              <a:buClr>
                <a:schemeClr val="dk1"/>
              </a:buClr>
              <a:buSzPts val="1100"/>
              <a:buFont typeface="Arial"/>
              <a:buNone/>
            </a:pPr>
            <a:r>
              <a:rPr b="1" lang="vi" sz="1600"/>
              <a:t> 色情小说网站大全 - 含有成人18禁小说，情色18小说，黄色H小说，成人色情文学</a:t>
            </a:r>
            <a:endParaRPr b="1" sz="2400"/>
          </a:p>
        </p:txBody>
      </p:sp>
      <p:sp>
        <p:nvSpPr>
          <p:cNvPr id="55" name="Google Shape;55;p13"/>
          <p:cNvSpPr txBox="1"/>
          <p:nvPr/>
        </p:nvSpPr>
        <p:spPr>
          <a:xfrm>
            <a:off x="125775" y="902700"/>
            <a:ext cx="4644300" cy="2563800"/>
          </a:xfrm>
          <a:prstGeom prst="rect">
            <a:avLst/>
          </a:prstGeom>
          <a:noFill/>
          <a:ln>
            <a:noFill/>
          </a:ln>
        </p:spPr>
        <p:txBody>
          <a:bodyPr anchorCtr="0" anchor="t" bIns="91425" lIns="91425" spcFirstLastPara="1" rIns="91425" wrap="square" tIns="91425">
            <a:noAutofit/>
          </a:bodyPr>
          <a:lstStyle/>
          <a:p>
            <a:pPr indent="-276225" lvl="0" marL="457200" rtl="0" algn="l">
              <a:lnSpc>
                <a:spcPct val="115000"/>
              </a:lnSpc>
              <a:spcBef>
                <a:spcPts val="0"/>
              </a:spcBef>
              <a:spcAft>
                <a:spcPts val="0"/>
              </a:spcAft>
              <a:buClr>
                <a:srgbClr val="202124"/>
              </a:buClr>
              <a:buSzPts val="750"/>
              <a:buChar char="●"/>
            </a:pPr>
            <a:r>
              <a:rPr lang="vi" sz="750">
                <a:solidFill>
                  <a:srgbClr val="202124"/>
                </a:solidFill>
              </a:rPr>
              <a:t>Brand ( Thương Hiệu) : </a:t>
            </a:r>
            <a:r>
              <a:rPr lang="vi" sz="750" u="sng">
                <a:solidFill>
                  <a:srgbClr val="1155CC"/>
                </a:solidFill>
                <a:hlinkClick r:id="rId3">
                  <a:extLst>
                    <a:ext uri="{A12FA001-AC4F-418D-AE19-62706E023703}">
                      <ahyp:hlinkClr val="tx"/>
                    </a:ext>
                  </a:extLst>
                </a:hlinkClick>
              </a:rPr>
              <a:t>SXZHBH - 色情小说</a:t>
            </a:r>
            <a:endParaRPr sz="750" u="sng">
              <a:solidFill>
                <a:srgbClr val="1155CC"/>
              </a:solidFill>
            </a:endParaRPr>
          </a:p>
          <a:p>
            <a:pPr indent="-276225" lvl="0" marL="457200" rtl="0" algn="l">
              <a:lnSpc>
                <a:spcPct val="115000"/>
              </a:lnSpc>
              <a:spcBef>
                <a:spcPts val="0"/>
              </a:spcBef>
              <a:spcAft>
                <a:spcPts val="0"/>
              </a:spcAft>
              <a:buClr>
                <a:srgbClr val="202124"/>
              </a:buClr>
              <a:buSzPts val="750"/>
              <a:buChar char="●"/>
            </a:pPr>
            <a:r>
              <a:rPr lang="vi" sz="750">
                <a:solidFill>
                  <a:srgbClr val="202124"/>
                </a:solidFill>
              </a:rPr>
              <a:t>Địa chỉ : Pinggui District, Hezhou, Guangxi, China</a:t>
            </a:r>
            <a:endParaRPr sz="750">
              <a:solidFill>
                <a:srgbClr val="202124"/>
              </a:solidFill>
            </a:endParaRPr>
          </a:p>
          <a:p>
            <a:pPr indent="-276225" lvl="0" marL="457200" rtl="0" algn="l">
              <a:lnSpc>
                <a:spcPct val="115000"/>
              </a:lnSpc>
              <a:spcBef>
                <a:spcPts val="0"/>
              </a:spcBef>
              <a:spcAft>
                <a:spcPts val="0"/>
              </a:spcAft>
              <a:buClr>
                <a:srgbClr val="202124"/>
              </a:buClr>
              <a:buSzPts val="750"/>
              <a:buChar char="●"/>
            </a:pPr>
            <a:r>
              <a:rPr lang="vi" sz="750">
                <a:solidFill>
                  <a:srgbClr val="202124"/>
                </a:solidFill>
              </a:rPr>
              <a:t>Website :</a:t>
            </a:r>
            <a:r>
              <a:rPr lang="vi" sz="750">
                <a:solidFill>
                  <a:srgbClr val="202124"/>
                </a:solidFill>
                <a:uFill>
                  <a:noFill/>
                </a:uFill>
                <a:hlinkClick r:id="rId4">
                  <a:extLst>
                    <a:ext uri="{A12FA001-AC4F-418D-AE19-62706E023703}">
                      <ahyp:hlinkClr val="tx"/>
                    </a:ext>
                  </a:extLst>
                </a:hlinkClick>
              </a:rPr>
              <a:t> </a:t>
            </a:r>
            <a:r>
              <a:rPr lang="vi" sz="750" u="sng">
                <a:solidFill>
                  <a:srgbClr val="1155CC"/>
                </a:solidFill>
                <a:hlinkClick r:id="rId5">
                  <a:extLst>
                    <a:ext uri="{A12FA001-AC4F-418D-AE19-62706E023703}">
                      <ahyp:hlinkClr val="tx"/>
                    </a:ext>
                  </a:extLst>
                </a:hlinkClick>
              </a:rPr>
              <a:t>https://sxzhbh.com/</a:t>
            </a:r>
            <a:r>
              <a:rPr lang="vi" sz="750" u="sng">
                <a:solidFill>
                  <a:srgbClr val="1155CC"/>
                </a:solidFill>
              </a:rPr>
              <a:t> </a:t>
            </a:r>
            <a:endParaRPr sz="750" u="sng">
              <a:solidFill>
                <a:srgbClr val="1155CC"/>
              </a:solidFill>
            </a:endParaRPr>
          </a:p>
          <a:p>
            <a:pPr indent="-276225" lvl="0" marL="457200" rtl="0" algn="l">
              <a:lnSpc>
                <a:spcPct val="115000"/>
              </a:lnSpc>
              <a:spcBef>
                <a:spcPts val="0"/>
              </a:spcBef>
              <a:spcAft>
                <a:spcPts val="0"/>
              </a:spcAft>
              <a:buClr>
                <a:srgbClr val="202124"/>
              </a:buClr>
              <a:buSzPts val="750"/>
              <a:buChar char="●"/>
            </a:pPr>
            <a:r>
              <a:rPr lang="vi" sz="750">
                <a:solidFill>
                  <a:srgbClr val="202124"/>
                </a:solidFill>
              </a:rPr>
              <a:t>Google Drive: </a:t>
            </a:r>
            <a:r>
              <a:rPr lang="vi" sz="750">
                <a:solidFill>
                  <a:srgbClr val="202124"/>
                </a:solidFill>
                <a:uFill>
                  <a:noFill/>
                </a:uFill>
                <a:hlinkClick r:id="rId6">
                  <a:extLst>
                    <a:ext uri="{A12FA001-AC4F-418D-AE19-62706E023703}">
                      <ahyp:hlinkClr val="tx"/>
                    </a:ext>
                  </a:extLst>
                </a:hlinkClick>
              </a:rPr>
              <a:t> </a:t>
            </a:r>
            <a:r>
              <a:rPr lang="vi" sz="750" u="sng">
                <a:solidFill>
                  <a:srgbClr val="1155CC"/>
                </a:solidFill>
                <a:hlinkClick r:id="rId7">
                  <a:extLst>
                    <a:ext uri="{A12FA001-AC4F-418D-AE19-62706E023703}">
                      <ahyp:hlinkClr val="tx"/>
                    </a:ext>
                  </a:extLst>
                </a:hlinkClick>
              </a:rPr>
              <a:t>https://drive.google.com/drive/folders/1h3WHkSnx1Vl4W_7tIqZ5d_2VW8uSrotd</a:t>
            </a:r>
            <a:r>
              <a:rPr lang="vi" sz="750">
                <a:solidFill>
                  <a:srgbClr val="202124"/>
                </a:solidFill>
              </a:rPr>
              <a:t> </a:t>
            </a:r>
            <a:endParaRPr sz="750">
              <a:solidFill>
                <a:srgbClr val="202124"/>
              </a:solidFill>
            </a:endParaRPr>
          </a:p>
          <a:p>
            <a:pPr indent="-276225" lvl="0" marL="457200" rtl="0" algn="l">
              <a:lnSpc>
                <a:spcPct val="115000"/>
              </a:lnSpc>
              <a:spcBef>
                <a:spcPts val="0"/>
              </a:spcBef>
              <a:spcAft>
                <a:spcPts val="0"/>
              </a:spcAft>
              <a:buClr>
                <a:srgbClr val="202124"/>
              </a:buClr>
              <a:buSzPts val="750"/>
              <a:buChar char="●"/>
            </a:pPr>
            <a:r>
              <a:rPr lang="vi" sz="750">
                <a:solidFill>
                  <a:srgbClr val="202124"/>
                </a:solidFill>
              </a:rPr>
              <a:t>Hình ảnh  SXZHBH - 色情小说:</a:t>
            </a:r>
            <a:r>
              <a:rPr lang="vi" sz="750" u="sng">
                <a:solidFill>
                  <a:srgbClr val="1155CC"/>
                </a:solidFill>
                <a:hlinkClick r:id="rId8">
                  <a:extLst>
                    <a:ext uri="{A12FA001-AC4F-418D-AE19-62706E023703}">
                      <ahyp:hlinkClr val="tx"/>
                    </a:ext>
                  </a:extLst>
                </a:hlinkClick>
              </a:rPr>
              <a:t> </a:t>
            </a:r>
            <a:r>
              <a:rPr lang="vi" sz="750" u="sng">
                <a:solidFill>
                  <a:srgbClr val="1155CC"/>
                </a:solidFill>
                <a:hlinkClick r:id="rId9">
                  <a:extLst>
                    <a:ext uri="{A12FA001-AC4F-418D-AE19-62706E023703}">
                      <ahyp:hlinkClr val="tx"/>
                    </a:ext>
                  </a:extLst>
                </a:hlinkClick>
              </a:rPr>
              <a:t>https://drive.google.com/drive/folders/1ucFN8C6XMjXqHFErqGypmWVKvCxMZV11</a:t>
            </a:r>
            <a:r>
              <a:rPr lang="vi" sz="750">
                <a:solidFill>
                  <a:srgbClr val="202124"/>
                </a:solidFill>
              </a:rPr>
              <a:t> </a:t>
            </a:r>
            <a:endParaRPr sz="750">
              <a:solidFill>
                <a:srgbClr val="202124"/>
              </a:solidFill>
            </a:endParaRPr>
          </a:p>
          <a:p>
            <a:pPr indent="-276225" lvl="0" marL="457200" rtl="0" algn="l">
              <a:lnSpc>
                <a:spcPct val="115000"/>
              </a:lnSpc>
              <a:spcBef>
                <a:spcPts val="0"/>
              </a:spcBef>
              <a:spcAft>
                <a:spcPts val="0"/>
              </a:spcAft>
              <a:buClr>
                <a:srgbClr val="202124"/>
              </a:buClr>
              <a:buSzPts val="750"/>
              <a:buChar char="●"/>
            </a:pPr>
            <a:r>
              <a:rPr lang="vi" sz="750">
                <a:solidFill>
                  <a:srgbClr val="202124"/>
                </a:solidFill>
              </a:rPr>
              <a:t>Thông tin  SXZHBH - 色情小说:</a:t>
            </a:r>
            <a:r>
              <a:rPr lang="vi" sz="750" u="sng">
                <a:solidFill>
                  <a:srgbClr val="1155CC"/>
                </a:solidFill>
                <a:hlinkClick r:id="rId10">
                  <a:extLst>
                    <a:ext uri="{A12FA001-AC4F-418D-AE19-62706E023703}">
                      <ahyp:hlinkClr val="tx"/>
                    </a:ext>
                  </a:extLst>
                </a:hlinkClick>
              </a:rPr>
              <a:t> </a:t>
            </a:r>
            <a:r>
              <a:rPr lang="vi" sz="750" u="sng">
                <a:solidFill>
                  <a:srgbClr val="1155CC"/>
                </a:solidFill>
                <a:hlinkClick r:id="rId11">
                  <a:extLst>
                    <a:ext uri="{A12FA001-AC4F-418D-AE19-62706E023703}">
                      <ahyp:hlinkClr val="tx"/>
                    </a:ext>
                  </a:extLst>
                </a:hlinkClick>
              </a:rPr>
              <a:t>https://drive.google.com/drive/folders/1KXv1IqJC6it0YIq0FERm70B6bGccBeDG</a:t>
            </a:r>
            <a:r>
              <a:rPr lang="vi" sz="750">
                <a:solidFill>
                  <a:srgbClr val="202124"/>
                </a:solidFill>
              </a:rPr>
              <a:t> </a:t>
            </a:r>
            <a:endParaRPr sz="750">
              <a:solidFill>
                <a:srgbClr val="202124"/>
              </a:solidFill>
            </a:endParaRPr>
          </a:p>
          <a:p>
            <a:pPr indent="-276225" lvl="0" marL="457200" rtl="0" algn="l">
              <a:lnSpc>
                <a:spcPct val="115000"/>
              </a:lnSpc>
              <a:spcBef>
                <a:spcPts val="0"/>
              </a:spcBef>
              <a:spcAft>
                <a:spcPts val="0"/>
              </a:spcAft>
              <a:buClr>
                <a:srgbClr val="202124"/>
              </a:buClr>
              <a:buSzPts val="750"/>
              <a:buChar char="●"/>
            </a:pPr>
            <a:r>
              <a:rPr lang="vi" sz="750">
                <a:solidFill>
                  <a:srgbClr val="202124"/>
                </a:solidFill>
              </a:rPr>
              <a:t>Form SXZHBH - 色情小说:</a:t>
            </a:r>
            <a:r>
              <a:rPr lang="vi" sz="750" u="sng">
                <a:solidFill>
                  <a:srgbClr val="1155CC"/>
                </a:solidFill>
                <a:hlinkClick r:id="rId12">
                  <a:extLst>
                    <a:ext uri="{A12FA001-AC4F-418D-AE19-62706E023703}">
                      <ahyp:hlinkClr val="tx"/>
                    </a:ext>
                  </a:extLst>
                </a:hlinkClick>
              </a:rPr>
              <a:t> </a:t>
            </a:r>
            <a:r>
              <a:rPr lang="vi" sz="750">
                <a:solidFill>
                  <a:srgbClr val="202124"/>
                </a:solidFill>
                <a:uFill>
                  <a:noFill/>
                </a:uFill>
                <a:hlinkClick r:id="rId13">
                  <a:extLst>
                    <a:ext uri="{A12FA001-AC4F-418D-AE19-62706E023703}">
                      <ahyp:hlinkClr val="tx"/>
                    </a:ext>
                  </a:extLst>
                </a:hlinkClick>
              </a:rPr>
              <a:t> </a:t>
            </a:r>
            <a:r>
              <a:rPr lang="vi" sz="750" u="sng">
                <a:solidFill>
                  <a:srgbClr val="1155CC"/>
                </a:solidFill>
                <a:hlinkClick r:id="rId14">
                  <a:extLst>
                    <a:ext uri="{A12FA001-AC4F-418D-AE19-62706E023703}">
                      <ahyp:hlinkClr val="tx"/>
                    </a:ext>
                  </a:extLst>
                </a:hlinkClick>
              </a:rPr>
              <a:t>https://drive.google.com/drive/folders/1e5rqkBNoDOXgIjLoFodX2MPd-OXYedrk</a:t>
            </a:r>
            <a:r>
              <a:rPr lang="vi" sz="750">
                <a:solidFill>
                  <a:srgbClr val="202124"/>
                </a:solidFill>
              </a:rPr>
              <a:t> </a:t>
            </a:r>
            <a:endParaRPr sz="750">
              <a:solidFill>
                <a:srgbClr val="202124"/>
              </a:solidFill>
            </a:endParaRPr>
          </a:p>
          <a:p>
            <a:pPr indent="-276225" lvl="0" marL="457200" rtl="0" algn="l">
              <a:lnSpc>
                <a:spcPct val="115000"/>
              </a:lnSpc>
              <a:spcBef>
                <a:spcPts val="0"/>
              </a:spcBef>
              <a:spcAft>
                <a:spcPts val="0"/>
              </a:spcAft>
              <a:buClr>
                <a:srgbClr val="202124"/>
              </a:buClr>
              <a:buSzPts val="750"/>
              <a:buChar char="●"/>
            </a:pPr>
            <a:r>
              <a:rPr lang="vi" sz="750">
                <a:solidFill>
                  <a:srgbClr val="202124"/>
                </a:solidFill>
              </a:rPr>
              <a:t>Slide giới thiệu về SXZHBH - 色情小说 :</a:t>
            </a:r>
            <a:r>
              <a:rPr lang="vi" sz="750" u="sng">
                <a:solidFill>
                  <a:srgbClr val="1155CC"/>
                </a:solidFill>
                <a:hlinkClick r:id="rId15">
                  <a:extLst>
                    <a:ext uri="{A12FA001-AC4F-418D-AE19-62706E023703}">
                      <ahyp:hlinkClr val="tx"/>
                    </a:ext>
                  </a:extLst>
                </a:hlinkClick>
              </a:rPr>
              <a:t>  </a:t>
            </a:r>
            <a:r>
              <a:rPr lang="vi" sz="750" u="sng">
                <a:solidFill>
                  <a:srgbClr val="1155CC"/>
                </a:solidFill>
                <a:hlinkClick r:id="rId16">
                  <a:extLst>
                    <a:ext uri="{A12FA001-AC4F-418D-AE19-62706E023703}">
                      <ahyp:hlinkClr val="tx"/>
                    </a:ext>
                  </a:extLst>
                </a:hlinkClick>
              </a:rPr>
              <a:t> </a:t>
            </a:r>
            <a:r>
              <a:rPr lang="vi" sz="750" u="sng">
                <a:solidFill>
                  <a:srgbClr val="1155CC"/>
                </a:solidFill>
                <a:hlinkClick r:id="rId17">
                  <a:extLst>
                    <a:ext uri="{A12FA001-AC4F-418D-AE19-62706E023703}">
                      <ahyp:hlinkClr val="tx"/>
                    </a:ext>
                  </a:extLst>
                </a:hlinkClick>
              </a:rPr>
              <a:t>https://docs.google.com/presentation/d/1PsgzTqfjjtWv-qnQEnl1ufDB764qKmoUxIHnlt8cbps/</a:t>
            </a:r>
            <a:r>
              <a:rPr lang="vi" sz="750">
                <a:solidFill>
                  <a:srgbClr val="202124"/>
                </a:solidFill>
              </a:rPr>
              <a:t> </a:t>
            </a:r>
            <a:endParaRPr sz="750">
              <a:solidFill>
                <a:srgbClr val="202124"/>
              </a:solidFill>
            </a:endParaRPr>
          </a:p>
          <a:p>
            <a:pPr indent="-276225" lvl="0" marL="457200" rtl="0" algn="l">
              <a:lnSpc>
                <a:spcPct val="115000"/>
              </a:lnSpc>
              <a:spcBef>
                <a:spcPts val="0"/>
              </a:spcBef>
              <a:spcAft>
                <a:spcPts val="0"/>
              </a:spcAft>
              <a:buClr>
                <a:srgbClr val="202124"/>
              </a:buClr>
              <a:buSzPts val="750"/>
              <a:buChar char="●"/>
            </a:pPr>
            <a:r>
              <a:rPr lang="vi" sz="750">
                <a:solidFill>
                  <a:srgbClr val="202124"/>
                </a:solidFill>
              </a:rPr>
              <a:t>Bảng vẽ SXZHBH - 色情小说:</a:t>
            </a:r>
            <a:r>
              <a:rPr lang="vi" sz="750" u="sng">
                <a:solidFill>
                  <a:srgbClr val="1155CC"/>
                </a:solidFill>
                <a:hlinkClick r:id="rId18">
                  <a:extLst>
                    <a:ext uri="{A12FA001-AC4F-418D-AE19-62706E023703}">
                      <ahyp:hlinkClr val="tx"/>
                    </a:ext>
                  </a:extLst>
                </a:hlinkClick>
              </a:rPr>
              <a:t>  </a:t>
            </a:r>
            <a:r>
              <a:rPr lang="vi" sz="750" u="sng">
                <a:solidFill>
                  <a:srgbClr val="1155CC"/>
                </a:solidFill>
                <a:hlinkClick r:id="rId19">
                  <a:extLst>
                    <a:ext uri="{A12FA001-AC4F-418D-AE19-62706E023703}">
                      <ahyp:hlinkClr val="tx"/>
                    </a:ext>
                  </a:extLst>
                </a:hlinkClick>
              </a:rPr>
              <a:t> </a:t>
            </a:r>
            <a:r>
              <a:rPr lang="vi" sz="750" u="sng">
                <a:solidFill>
                  <a:srgbClr val="1155CC"/>
                </a:solidFill>
                <a:hlinkClick r:id="rId20">
                  <a:extLst>
                    <a:ext uri="{A12FA001-AC4F-418D-AE19-62706E023703}">
                      <ahyp:hlinkClr val="tx"/>
                    </a:ext>
                  </a:extLst>
                </a:hlinkClick>
              </a:rPr>
              <a:t>https://docs.google.com/drawings/d/1cCu4XNYDFBOd2XYuB3MMxU9DGyk_6BsZT3DAI_SH4JQ/</a:t>
            </a:r>
            <a:r>
              <a:rPr lang="vi" sz="750">
                <a:solidFill>
                  <a:srgbClr val="202124"/>
                </a:solidFill>
              </a:rPr>
              <a:t> </a:t>
            </a:r>
            <a:endParaRPr sz="750">
              <a:solidFill>
                <a:srgbClr val="202124"/>
              </a:solidFill>
            </a:endParaRPr>
          </a:p>
          <a:p>
            <a:pPr indent="-276225" lvl="0" marL="457200" rtl="0" algn="l">
              <a:lnSpc>
                <a:spcPct val="115000"/>
              </a:lnSpc>
              <a:spcBef>
                <a:spcPts val="0"/>
              </a:spcBef>
              <a:spcAft>
                <a:spcPts val="0"/>
              </a:spcAft>
              <a:buClr>
                <a:srgbClr val="202124"/>
              </a:buClr>
              <a:buSzPts val="750"/>
              <a:buChar char="●"/>
            </a:pPr>
            <a:r>
              <a:rPr lang="vi" sz="750">
                <a:solidFill>
                  <a:srgbClr val="202124"/>
                </a:solidFill>
              </a:rPr>
              <a:t>File quản lý SXZHBH - 色情小说:</a:t>
            </a:r>
            <a:r>
              <a:rPr lang="vi" sz="750" u="sng">
                <a:solidFill>
                  <a:srgbClr val="1155CC"/>
                </a:solidFill>
              </a:rPr>
              <a:t> </a:t>
            </a:r>
            <a:r>
              <a:rPr lang="vi" sz="750">
                <a:solidFill>
                  <a:srgbClr val="202124"/>
                </a:solidFill>
              </a:rPr>
              <a:t> </a:t>
            </a:r>
            <a:r>
              <a:rPr lang="vi" sz="750" u="sng">
                <a:solidFill>
                  <a:srgbClr val="1155CC"/>
                </a:solidFill>
                <a:hlinkClick r:id="rId21">
                  <a:extLst>
                    <a:ext uri="{A12FA001-AC4F-418D-AE19-62706E023703}">
                      <ahyp:hlinkClr val="tx"/>
                    </a:ext>
                  </a:extLst>
                </a:hlinkClick>
              </a:rPr>
              <a:t>https://docs.google.com/spreadsheets/d/1Qe5p_IpKwVVmnrA73MgelLxgjB6iBS1URpU1iWuBE7o/</a:t>
            </a:r>
            <a:r>
              <a:rPr lang="vi" sz="750">
                <a:solidFill>
                  <a:srgbClr val="202124"/>
                </a:solidFill>
              </a:rPr>
              <a:t> </a:t>
            </a:r>
            <a:endParaRPr sz="750">
              <a:solidFill>
                <a:srgbClr val="202124"/>
              </a:solidFill>
            </a:endParaRPr>
          </a:p>
          <a:p>
            <a:pPr indent="0" lvl="0" marL="0" rtl="0" algn="l">
              <a:lnSpc>
                <a:spcPct val="115000"/>
              </a:lnSpc>
              <a:spcBef>
                <a:spcPts val="0"/>
              </a:spcBef>
              <a:spcAft>
                <a:spcPts val="0"/>
              </a:spcAft>
              <a:buClr>
                <a:schemeClr val="dk1"/>
              </a:buClr>
              <a:buSzPts val="1100"/>
              <a:buFont typeface="Arial"/>
              <a:buNone/>
            </a:pPr>
            <a:r>
              <a:t/>
            </a:r>
            <a:endParaRPr b="1" sz="750">
              <a:solidFill>
                <a:srgbClr val="202124"/>
              </a:solidFill>
            </a:endParaRPr>
          </a:p>
          <a:p>
            <a:pPr indent="0" lvl="0" marL="0" rtl="0" algn="l">
              <a:spcBef>
                <a:spcPts val="0"/>
              </a:spcBef>
              <a:spcAft>
                <a:spcPts val="0"/>
              </a:spcAft>
              <a:buNone/>
            </a:pPr>
            <a:r>
              <a:t/>
            </a:r>
            <a:endParaRPr sz="750">
              <a:solidFill>
                <a:srgbClr val="202124"/>
              </a:solidFill>
            </a:endParaRPr>
          </a:p>
        </p:txBody>
      </p:sp>
      <p:sp>
        <p:nvSpPr>
          <p:cNvPr id="56" name="Google Shape;56;p13"/>
          <p:cNvSpPr txBox="1"/>
          <p:nvPr/>
        </p:nvSpPr>
        <p:spPr>
          <a:xfrm>
            <a:off x="0" y="3291100"/>
            <a:ext cx="9144000" cy="1805400"/>
          </a:xfrm>
          <a:prstGeom prst="rect">
            <a:avLst/>
          </a:prstGeom>
          <a:noFill/>
          <a:ln>
            <a:noFill/>
          </a:ln>
        </p:spPr>
        <p:txBody>
          <a:bodyPr anchorCtr="0" anchor="t" bIns="91425" lIns="91425" spcFirstLastPara="1" rIns="91425" wrap="square" tIns="91425">
            <a:noAutofit/>
          </a:bodyPr>
          <a:lstStyle/>
          <a:p>
            <a:pPr indent="0" lvl="0" marL="0" rtl="0" algn="ctr">
              <a:lnSpc>
                <a:spcPct val="121000"/>
              </a:lnSpc>
              <a:spcBef>
                <a:spcPts val="2000"/>
              </a:spcBef>
              <a:spcAft>
                <a:spcPts val="0"/>
              </a:spcAft>
              <a:buClr>
                <a:schemeClr val="dk1"/>
              </a:buClr>
              <a:buSzPts val="1100"/>
              <a:buFont typeface="Arial"/>
              <a:buNone/>
            </a:pPr>
            <a:r>
              <a:rPr b="1" lang="vi" sz="1600">
                <a:solidFill>
                  <a:schemeClr val="dk1"/>
                </a:solidFill>
              </a:rPr>
              <a:t> 色情小说网站大全 - 含有成人18禁小说，情色18小说，黄色H小说，成人色情文学</a:t>
            </a:r>
            <a:endParaRPr b="1" sz="1800">
              <a:solidFill>
                <a:schemeClr val="dk1"/>
              </a:solidFill>
            </a:endParaRPr>
          </a:p>
          <a:p>
            <a:pPr indent="0" lvl="0" marL="0" rtl="0" algn="ctr">
              <a:lnSpc>
                <a:spcPct val="121000"/>
              </a:lnSpc>
              <a:spcBef>
                <a:spcPts val="2000"/>
              </a:spcBef>
              <a:spcAft>
                <a:spcPts val="0"/>
              </a:spcAft>
              <a:buClr>
                <a:schemeClr val="dk1"/>
              </a:buClr>
              <a:buSzPts val="1100"/>
              <a:buFont typeface="Arial"/>
              <a:buNone/>
            </a:pPr>
            <a:r>
              <a:t/>
            </a:r>
            <a:endParaRPr b="1" sz="1500">
              <a:solidFill>
                <a:schemeClr val="dk1"/>
              </a:solidFill>
            </a:endParaRPr>
          </a:p>
          <a:p>
            <a:pPr indent="0" lvl="0" marL="0" rtl="0" algn="ctr">
              <a:lnSpc>
                <a:spcPct val="115000"/>
              </a:lnSpc>
              <a:spcBef>
                <a:spcPts val="0"/>
              </a:spcBef>
              <a:spcAft>
                <a:spcPts val="0"/>
              </a:spcAft>
              <a:buClr>
                <a:schemeClr val="dk1"/>
              </a:buClr>
              <a:buSzPts val="1100"/>
              <a:buFont typeface="Arial"/>
              <a:buNone/>
            </a:pPr>
            <a:r>
              <a:rPr lang="vi" sz="900">
                <a:solidFill>
                  <a:schemeClr val="dk1"/>
                </a:solidFill>
              </a:rPr>
              <a:t>SXZHBH</a:t>
            </a:r>
            <a:r>
              <a:rPr b="1" lang="vi" sz="900" u="sng">
                <a:solidFill>
                  <a:schemeClr val="hlink"/>
                </a:solidFill>
                <a:hlinkClick r:id="rId22"/>
              </a:rPr>
              <a:t>色情小说</a:t>
            </a:r>
            <a:r>
              <a:rPr lang="vi" sz="900">
                <a:solidFill>
                  <a:schemeClr val="dk1"/>
                </a:solidFill>
              </a:rPr>
              <a:t>网站是热门在线免费阅读小说网站，每日都持续改造和更新小说内容想给读者容易接纳内容和关注本网站。SXZHBH成人小说是最淫荡的小说网页之一。你可以立即享受到色情小说，H小说，18禁小说，情色小说，成人色情文学或者欣赏到中国甚至全亚洲的超多肉小說。一起快点来点击来网址吧</a:t>
            </a:r>
            <a:endParaRPr sz="900">
              <a:solidFill>
                <a:schemeClr val="dk1"/>
              </a:solidFill>
            </a:endParaRPr>
          </a:p>
          <a:p>
            <a:pPr indent="0" lvl="0" marL="0" rtl="0" algn="ctr">
              <a:lnSpc>
                <a:spcPct val="115000"/>
              </a:lnSpc>
              <a:spcBef>
                <a:spcPts val="1200"/>
              </a:spcBef>
              <a:spcAft>
                <a:spcPts val="1200"/>
              </a:spcAft>
              <a:buClr>
                <a:schemeClr val="dk1"/>
              </a:buClr>
              <a:buSzPts val="1100"/>
              <a:buFont typeface="Arial"/>
              <a:buNone/>
            </a:pPr>
            <a:r>
              <a:rPr lang="vi" sz="900">
                <a:solidFill>
                  <a:schemeClr val="dk1"/>
                </a:solidFill>
              </a:rPr>
              <a:t>网站:</a:t>
            </a:r>
            <a:r>
              <a:rPr lang="vi" sz="900">
                <a:solidFill>
                  <a:schemeClr val="dk1"/>
                </a:solidFill>
                <a:uFill>
                  <a:noFill/>
                </a:uFill>
                <a:hlinkClick r:id="rId23">
                  <a:extLst>
                    <a:ext uri="{A12FA001-AC4F-418D-AE19-62706E023703}">
                      <ahyp:hlinkClr val="tx"/>
                    </a:ext>
                  </a:extLst>
                </a:hlinkClick>
              </a:rPr>
              <a:t> </a:t>
            </a:r>
            <a:r>
              <a:rPr lang="vi" sz="900" u="sng">
                <a:solidFill>
                  <a:schemeClr val="hlink"/>
                </a:solidFill>
                <a:hlinkClick r:id="rId24"/>
              </a:rPr>
              <a:t>https://sxzhbh.com/</a:t>
            </a:r>
            <a:endParaRPr sz="900">
              <a:solidFill>
                <a:schemeClr val="dk1"/>
              </a:solidFill>
            </a:endParaRPr>
          </a:p>
        </p:txBody>
      </p:sp>
      <p:pic>
        <p:nvPicPr>
          <p:cNvPr id="57" name="Google Shape;57;p13"/>
          <p:cNvPicPr preferRelativeResize="0"/>
          <p:nvPr/>
        </p:nvPicPr>
        <p:blipFill>
          <a:blip r:embed="rId25">
            <a:alphaModFix/>
          </a:blip>
          <a:stretch>
            <a:fillRect/>
          </a:stretch>
        </p:blipFill>
        <p:spPr>
          <a:xfrm>
            <a:off x="5310150" y="735525"/>
            <a:ext cx="2633449" cy="26334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ctrTitle"/>
          </p:nvPr>
        </p:nvSpPr>
        <p:spPr>
          <a:xfrm>
            <a:off x="311700" y="281225"/>
            <a:ext cx="8520600" cy="939900"/>
          </a:xfrm>
          <a:prstGeom prst="rect">
            <a:avLst/>
          </a:prstGeom>
        </p:spPr>
        <p:txBody>
          <a:bodyPr anchorCtr="0" anchor="b" bIns="91425" lIns="91425" spcFirstLastPara="1" rIns="91425" wrap="square" tIns="91425">
            <a:noAutofit/>
          </a:bodyPr>
          <a:lstStyle/>
          <a:p>
            <a:pPr indent="0" lvl="0" marL="0" rtl="0" algn="ctr">
              <a:lnSpc>
                <a:spcPct val="130000"/>
              </a:lnSpc>
              <a:spcBef>
                <a:spcPts val="0"/>
              </a:spcBef>
              <a:spcAft>
                <a:spcPts val="900"/>
              </a:spcAft>
              <a:buNone/>
            </a:pPr>
            <a:r>
              <a:rPr b="1" lang="vi" sz="1600"/>
              <a:t>兄妹乱伦</a:t>
            </a:r>
            <a:endParaRPr b="1" sz="1900"/>
          </a:p>
        </p:txBody>
      </p:sp>
      <p:sp>
        <p:nvSpPr>
          <p:cNvPr id="63" name="Google Shape;63;p14"/>
          <p:cNvSpPr txBox="1"/>
          <p:nvPr>
            <p:ph idx="1" type="subTitle"/>
          </p:nvPr>
        </p:nvSpPr>
        <p:spPr>
          <a:xfrm>
            <a:off x="377550" y="1174125"/>
            <a:ext cx="8520600" cy="2615400"/>
          </a:xfrm>
          <a:prstGeom prst="rect">
            <a:avLst/>
          </a:prstGeom>
        </p:spPr>
        <p:txBody>
          <a:bodyPr anchorCtr="0" anchor="t" bIns="91425" lIns="91425" spcFirstLastPara="1" rIns="91425" wrap="square" tIns="91425">
            <a:noAutofit/>
          </a:bodyPr>
          <a:lstStyle/>
          <a:p>
            <a:pPr indent="0" lvl="0" marL="0" rtl="0" algn="l">
              <a:lnSpc>
                <a:spcPct val="115000"/>
              </a:lnSpc>
              <a:spcBef>
                <a:spcPts val="1000"/>
              </a:spcBef>
              <a:spcAft>
                <a:spcPts val="0"/>
              </a:spcAft>
              <a:buClr>
                <a:schemeClr val="dk1"/>
              </a:buClr>
              <a:buSzPts val="1100"/>
              <a:buFont typeface="Arial"/>
              <a:buNone/>
            </a:pPr>
            <a:r>
              <a:rPr lang="vi" sz="1000">
                <a:solidFill>
                  <a:srgbClr val="333333"/>
                </a:solidFill>
              </a:rPr>
              <a:t>阿健握住阿玲的手腕，带她进了自己的房间，并锁上了门。 阿凌自然脸红了，弯下腰跟了上去。</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rPr lang="vi" sz="1000">
                <a:solidFill>
                  <a:srgbClr val="333333"/>
                </a:solidFill>
              </a:rPr>
              <a:t>房间关闭后，阿建坐在床上，还握着阿玲的手。</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rPr lang="vi" sz="1000">
                <a:solidFill>
                  <a:srgbClr val="333333"/>
                </a:solidFill>
              </a:rPr>
              <a:t>- 你为什么锁门！ ——天真地问道，阿浪脸都红了。</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rPr lang="vi" sz="1000">
                <a:solidFill>
                  <a:srgbClr val="333333"/>
                </a:solidFill>
              </a:rPr>
              <a:t>- 如果有人看到你怎么办？ ？ ——说完，阿简将阿玲拉近，吻了她。</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rPr lang="vi" sz="1000">
                <a:solidFill>
                  <a:srgbClr val="333333"/>
                </a:solidFill>
              </a:rPr>
              <a:t>阿凌却用手将弟弟的胸口往下推。</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rPr lang="vi" sz="1000">
                <a:solidFill>
                  <a:srgbClr val="333333"/>
                </a:solidFill>
              </a:rPr>
              <a:t>– 我只是帮你解决争端，你保证不再对我做任何事。</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rPr lang="vi" sz="1000">
                <a:solidFill>
                  <a:srgbClr val="333333"/>
                </a:solidFill>
              </a:rPr>
              <a:t>阿健立刻站了起来，脱掉了裤子，在妹妹面前露出了他对于他的年龄来说已经相当大的巨屌。</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rPr lang="vi" sz="1000">
                <a:solidFill>
                  <a:srgbClr val="333333"/>
                </a:solidFill>
              </a:rPr>
              <a:t>- 去做就对了！ ——阿健轻松说道。</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rPr lang="vi" sz="1000">
                <a:solidFill>
                  <a:srgbClr val="333333"/>
                </a:solidFill>
              </a:rPr>
              <a:t>——但是……但是……我不知道……该怎么办——阿玲有些尴尬，那是她第一次看到男人的鸡巴还挺立在她面前。</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rPr lang="vi" sz="1000">
                <a:solidFill>
                  <a:srgbClr val="333333"/>
                </a:solidFill>
              </a:rPr>
              <a:t>相对于九年级的女学生来说，照顾自己似乎是一件困难的事情，阿健立刻抓住了妹妹的小手，抓住了自己的鸡鸡，上下移动。</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rPr lang="vi" sz="1000">
                <a:solidFill>
                  <a:srgbClr val="333333"/>
                </a:solidFill>
              </a:rPr>
              <a:t>- 是的，你只需要这样做。</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rPr lang="vi" sz="1000">
                <a:solidFill>
                  <a:srgbClr val="333333"/>
                </a:solidFill>
              </a:rPr>
              <a:t>兄弟姐妹乱伦（第 12 部分）</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rPr lang="vi" sz="1000">
                <a:solidFill>
                  <a:srgbClr val="333333"/>
                </a:solidFill>
              </a:rPr>
              <a:t>阿玲一开始也轻轻地抚摸着阿简的鸡巴，双手不停地上下移动，双腿因阿简站着而微微弯曲。</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rPr lang="vi" sz="1000">
                <a:solidFill>
                  <a:srgbClr val="333333"/>
                </a:solidFill>
              </a:rPr>
              <a:t>阿健玩得很开心，却没想到有一天，姐姐会为他自慰，他心想，从此以后他就不用再用手了。</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rPr lang="vi" sz="1000">
                <a:solidFill>
                  <a:srgbClr val="333333"/>
                </a:solidFill>
              </a:rPr>
              <a:t>确实，女儿的手很不一样，那种柔软和优越感与阿健粗糙的手完全不同。</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rPr lang="vi" sz="1000">
                <a:solidFill>
                  <a:srgbClr val="333333"/>
                </a:solidFill>
              </a:rPr>
              <a:t>当阿玲坐下时，她用手上下抚摸着阿建的鸡巴，然后阿建的巨大鸡巴直指着她。</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rPr lang="vi" sz="1000">
                <a:solidFill>
                  <a:srgbClr val="333333"/>
                </a:solidFill>
              </a:rPr>
              <a:t>- 我的鸡巴现在看起来好大了，以前很小，但现在已经长满了羽毛和翅膀... - 阿铃一边自慰鸡鸡，一边逗弄阿健。</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rPr lang="vi" sz="1000">
                <a:solidFill>
                  <a:srgbClr val="333333"/>
                </a:solidFill>
              </a:rPr>
              <a:t>以前，他和阿健经常一起洗澡，坐在实心的橡胶泳池里，两人总是赤身裸体地互相洗澡，那时分明他们的鸡巴只有手指那么长。</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rPr lang="vi" sz="1000">
                <a:solidFill>
                  <a:srgbClr val="333333"/>
                </a:solidFill>
              </a:rPr>
              <a:t>阿健明白，这样的说法，妹妹会更舒服一些。 但他却给了阿健接下来该做什么的想法，这让阿健暗暗高兴。</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rPr lang="vi" sz="1000">
                <a:solidFill>
                  <a:srgbClr val="333333"/>
                </a:solidFill>
              </a:rPr>
              <a:t>– 你的外阴现在充满了毛发和翅膀，之前有一个小洞！ ——阿健反驳道。 阿玲想起前一天她在哥哥面前伸过胯部，让她尴尬极了，拍了拍阿健的大腿。</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rPr lang="vi" sz="1000">
                <a:solidFill>
                  <a:srgbClr val="333333"/>
                </a:solidFill>
              </a:rPr>
              <a:t>– 啊啊……啊。 我自慰时感觉很舒服，所以他无缘无故地用力打我，我感到极度痛苦。</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rPr lang="vi" sz="1000">
                <a:solidFill>
                  <a:srgbClr val="333333"/>
                </a:solidFill>
              </a:rPr>
              <a:t>阿灵：</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rPr lang="vi" sz="1000">
                <a:solidFill>
                  <a:srgbClr val="333333"/>
                </a:solidFill>
              </a:rPr>
              <a:t>- 惩罚你偷看你妹妹...</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rPr lang="vi" sz="1000">
                <a:solidFill>
                  <a:srgbClr val="333333"/>
                </a:solidFill>
              </a:rPr>
              <a:t>听完阿玲的话，两人都哈哈大笑起来，阿玲漂亮的脸蛋现在真是太可爱了，阿健也很喜欢她的妹妹。</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rPr lang="vi" sz="1000">
                <a:solidFill>
                  <a:srgbClr val="333333"/>
                </a:solidFill>
              </a:rPr>
              <a:t>兄弟姐妹乱伦（第 12 部分）</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rPr lang="vi" sz="1000">
                <a:solidFill>
                  <a:srgbClr val="333333"/>
                </a:solidFill>
              </a:rPr>
              <a:t>阿简一开始动了动屁股，像是在做爱，但阿玲的手还是抽搐着，让阿简感觉很舒服。 以前从来没有这样自慰过。</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rPr lang="vi" sz="1000">
                <a:solidFill>
                  <a:srgbClr val="333333"/>
                </a:solidFill>
              </a:rPr>
              <a:t>阿健继续抽插，但阿铃仍把手放在他的鸡巴上。</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rPr lang="vi" sz="1000">
                <a:solidFill>
                  <a:srgbClr val="333333"/>
                </a:solidFill>
              </a:rPr>
              <a:t>– 啊啊…我太兴奋了… – 阿健大声喊道，射精到阿铃的手上和脸上。</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rPr lang="vi" sz="1000">
                <a:solidFill>
                  <a:srgbClr val="333333"/>
                </a:solidFill>
              </a:rPr>
              <a:t>阿玲苦笑，精液又腥又粘，被姐姐自慰的阿健感觉比平时更加​​愉悦。</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rPr lang="vi" sz="1000">
                <a:solidFill>
                  <a:srgbClr val="333333"/>
                </a:solidFill>
              </a:rPr>
              <a:t>——哎哟，真恶心……阿凌用手擦掉脸上的精液，然后跑出去打开浴室门洗脸。</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rgbClr val="333333"/>
              </a:solidFill>
            </a:endParaRPr>
          </a:p>
          <a:p>
            <a:pPr indent="0" lvl="0" marL="0" rtl="0" algn="l">
              <a:lnSpc>
                <a:spcPct val="115000"/>
              </a:lnSpc>
              <a:spcBef>
                <a:spcPts val="1000"/>
              </a:spcBef>
              <a:spcAft>
                <a:spcPts val="0"/>
              </a:spcAft>
              <a:buClr>
                <a:schemeClr val="dk1"/>
              </a:buClr>
              <a:buSzPts val="1100"/>
              <a:buFont typeface="Arial"/>
              <a:buNone/>
            </a:pPr>
            <a:r>
              <a:rPr lang="vi" sz="1000">
                <a:solidFill>
                  <a:srgbClr val="333333"/>
                </a:solidFill>
              </a:rPr>
              <a:t>阿建疲惫地躺在床上，疲惫与喜悦的感觉让他感到头晕目眩。</a:t>
            </a:r>
            <a:endParaRPr sz="1000">
              <a:solidFill>
                <a:srgbClr val="333333"/>
              </a:solidFill>
            </a:endParaRPr>
          </a:p>
          <a:p>
            <a:pPr indent="0" lvl="0" marL="0" rtl="0" algn="just">
              <a:lnSpc>
                <a:spcPct val="115000"/>
              </a:lnSpc>
              <a:spcBef>
                <a:spcPts val="1000"/>
              </a:spcBef>
              <a:spcAft>
                <a:spcPts val="1000"/>
              </a:spcAft>
              <a:buNone/>
            </a:pPr>
            <a:r>
              <a:t/>
            </a:r>
            <a:endParaRPr sz="1700">
              <a:solidFill>
                <a:srgbClr val="333333"/>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ctrTitle"/>
          </p:nvPr>
        </p:nvSpPr>
        <p:spPr>
          <a:xfrm>
            <a:off x="208450" y="364500"/>
            <a:ext cx="8520600" cy="720900"/>
          </a:xfrm>
          <a:prstGeom prst="rect">
            <a:avLst/>
          </a:prstGeom>
        </p:spPr>
        <p:txBody>
          <a:bodyPr anchorCtr="0" anchor="b" bIns="91425" lIns="91425" spcFirstLastPara="1" rIns="91425" wrap="square" tIns="91425">
            <a:noAutofit/>
          </a:bodyPr>
          <a:lstStyle/>
          <a:p>
            <a:pPr indent="0" lvl="0" marL="0" rtl="0" algn="l">
              <a:lnSpc>
                <a:spcPct val="130000"/>
              </a:lnSpc>
              <a:spcBef>
                <a:spcPts val="0"/>
              </a:spcBef>
              <a:spcAft>
                <a:spcPts val="900"/>
              </a:spcAft>
              <a:buNone/>
            </a:pPr>
            <a:r>
              <a:rPr b="1" lang="vi" sz="2400">
                <a:solidFill>
                  <a:srgbClr val="550000"/>
                </a:solidFill>
                <a:highlight>
                  <a:srgbClr val="FFFFFF"/>
                </a:highlight>
              </a:rPr>
              <a:t>小可爱的故事 </a:t>
            </a:r>
            <a:endParaRPr b="1" sz="2400">
              <a:solidFill>
                <a:srgbClr val="550000"/>
              </a:solidFill>
              <a:highlight>
                <a:srgbClr val="FFFFFF"/>
              </a:highlight>
            </a:endParaRPr>
          </a:p>
        </p:txBody>
      </p:sp>
      <p:sp>
        <p:nvSpPr>
          <p:cNvPr id="69" name="Google Shape;69;p15"/>
          <p:cNvSpPr txBox="1"/>
          <p:nvPr>
            <p:ph idx="1" type="subTitle"/>
          </p:nvPr>
        </p:nvSpPr>
        <p:spPr>
          <a:xfrm>
            <a:off x="285975" y="893225"/>
            <a:ext cx="8520600" cy="3937200"/>
          </a:xfrm>
          <a:prstGeom prst="rect">
            <a:avLst/>
          </a:prstGeom>
        </p:spPr>
        <p:txBody>
          <a:bodyPr anchorCtr="0" anchor="t" bIns="91425" lIns="91425" spcFirstLastPara="1" rIns="91425" wrap="square" tIns="91425">
            <a:noAutofit/>
          </a:bodyPr>
          <a:lstStyle/>
          <a:p>
            <a:pPr indent="0" lvl="0" marL="0" rtl="0" algn="just">
              <a:lnSpc>
                <a:spcPct val="138000"/>
              </a:lnSpc>
              <a:spcBef>
                <a:spcPts val="1000"/>
              </a:spcBef>
              <a:spcAft>
                <a:spcPts val="0"/>
              </a:spcAft>
              <a:buClr>
                <a:schemeClr val="dk1"/>
              </a:buClr>
              <a:buSzPts val="1100"/>
              <a:buFont typeface="Arial"/>
              <a:buNone/>
            </a:pPr>
            <a:r>
              <a:rPr lang="vi" sz="1100">
                <a:solidFill>
                  <a:srgbClr val="202124"/>
                </a:solidFill>
                <a:highlight>
                  <a:srgbClr val="FFFFFF"/>
                </a:highlight>
                <a:latin typeface="Roboto"/>
                <a:ea typeface="Roboto"/>
                <a:cs typeface="Roboto"/>
                <a:sym typeface="Roboto"/>
              </a:rPr>
              <a:t>她伸出舌头接受了我的话。 我一手捏着她的乳房，另一只手滑到她的背下，从上到下爱抚着。 过了一会儿，我解开她的胸罩，弯下腰，将她含进嘴里。 他的双手又向下移动，从小腿摩擦到大腿内侧，在大腿斜线处停了下来。</a:t>
            </a:r>
            <a:endParaRPr sz="1100">
              <a:solidFill>
                <a:srgbClr val="202124"/>
              </a:solidFill>
              <a:highlight>
                <a:srgbClr val="FFFFFF"/>
              </a:highlight>
              <a:latin typeface="Roboto"/>
              <a:ea typeface="Roboto"/>
              <a:cs typeface="Roboto"/>
              <a:sym typeface="Roboto"/>
            </a:endParaRPr>
          </a:p>
          <a:p>
            <a:pPr indent="0" lvl="0" marL="0" rtl="0" algn="just">
              <a:lnSpc>
                <a:spcPct val="138000"/>
              </a:lnSpc>
              <a:spcBef>
                <a:spcPts val="1000"/>
              </a:spcBef>
              <a:spcAft>
                <a:spcPts val="0"/>
              </a:spcAft>
              <a:buClr>
                <a:schemeClr val="dk1"/>
              </a:buClr>
              <a:buSzPts val="1100"/>
              <a:buFont typeface="Arial"/>
              <a:buNone/>
            </a:pPr>
            <a:r>
              <a:t/>
            </a:r>
            <a:endParaRPr sz="1100">
              <a:solidFill>
                <a:schemeClr val="dk1"/>
              </a:solidFill>
            </a:endParaRPr>
          </a:p>
          <a:p>
            <a:pPr indent="0" lvl="0" marL="0" rtl="0" algn="just">
              <a:lnSpc>
                <a:spcPct val="138000"/>
              </a:lnSpc>
              <a:spcBef>
                <a:spcPts val="1000"/>
              </a:spcBef>
              <a:spcAft>
                <a:spcPts val="0"/>
              </a:spcAft>
              <a:buClr>
                <a:schemeClr val="dk1"/>
              </a:buClr>
              <a:buSzPts val="1100"/>
              <a:buFont typeface="Arial"/>
              <a:buNone/>
            </a:pPr>
            <a:r>
              <a:rPr lang="vi" sz="1100">
                <a:solidFill>
                  <a:srgbClr val="202124"/>
                </a:solidFill>
                <a:highlight>
                  <a:srgbClr val="FFFFFF"/>
                </a:highlight>
                <a:latin typeface="Roboto"/>
                <a:ea typeface="Roboto"/>
                <a:cs typeface="Roboto"/>
                <a:sym typeface="Roboto"/>
              </a:rPr>
              <a:t>从深缝到耻骨的长期摩擦，反之亦然。 她一脸困惑地坐在那里，一只手抓着我的衬衫，另一只手抓着椅垫。 她的拉链再次打开，我迅速把手伸进去，捧住她长满青草的阴户，用手指包住她之间的开口。 她吓了一跳，抓住了我的手，但为时已晚。</a:t>
            </a:r>
            <a:endParaRPr sz="1100">
              <a:solidFill>
                <a:srgbClr val="202124"/>
              </a:solidFill>
              <a:highlight>
                <a:srgbClr val="FFFFFF"/>
              </a:highlight>
              <a:latin typeface="Roboto"/>
              <a:ea typeface="Roboto"/>
              <a:cs typeface="Roboto"/>
              <a:sym typeface="Roboto"/>
            </a:endParaRPr>
          </a:p>
          <a:p>
            <a:pPr indent="0" lvl="0" marL="0" rtl="0" algn="just">
              <a:lnSpc>
                <a:spcPct val="138000"/>
              </a:lnSpc>
              <a:spcBef>
                <a:spcPts val="1000"/>
              </a:spcBef>
              <a:spcAft>
                <a:spcPts val="0"/>
              </a:spcAft>
              <a:buClr>
                <a:schemeClr val="dk1"/>
              </a:buClr>
              <a:buSzPts val="1100"/>
              <a:buFont typeface="Arial"/>
              <a:buNone/>
            </a:pPr>
            <a:r>
              <a:t/>
            </a:r>
            <a:endParaRPr sz="1100">
              <a:solidFill>
                <a:schemeClr val="dk1"/>
              </a:solidFill>
            </a:endParaRPr>
          </a:p>
          <a:p>
            <a:pPr indent="0" lvl="0" marL="0" rtl="0" algn="just">
              <a:lnSpc>
                <a:spcPct val="138000"/>
              </a:lnSpc>
              <a:spcBef>
                <a:spcPts val="1000"/>
              </a:spcBef>
              <a:spcAft>
                <a:spcPts val="0"/>
              </a:spcAft>
              <a:buClr>
                <a:schemeClr val="dk1"/>
              </a:buClr>
              <a:buSzPts val="1100"/>
              <a:buFont typeface="Arial"/>
              <a:buNone/>
            </a:pPr>
            <a:r>
              <a:rPr lang="vi" sz="1100">
                <a:solidFill>
                  <a:srgbClr val="202124"/>
                </a:solidFill>
                <a:highlight>
                  <a:srgbClr val="FFFFFF"/>
                </a:highlight>
                <a:latin typeface="Roboto"/>
                <a:ea typeface="Roboto"/>
                <a:cs typeface="Roboto"/>
                <a:sym typeface="Roboto"/>
              </a:rPr>
              <a:t>- 不要。 松手。</a:t>
            </a:r>
            <a:endParaRPr sz="1100">
              <a:solidFill>
                <a:srgbClr val="202124"/>
              </a:solidFill>
              <a:highlight>
                <a:srgbClr val="FFFFFF"/>
              </a:highlight>
              <a:latin typeface="Roboto"/>
              <a:ea typeface="Roboto"/>
              <a:cs typeface="Roboto"/>
              <a:sym typeface="Roboto"/>
            </a:endParaRPr>
          </a:p>
          <a:p>
            <a:pPr indent="0" lvl="0" marL="0" rtl="0" algn="just">
              <a:lnSpc>
                <a:spcPct val="138000"/>
              </a:lnSpc>
              <a:spcBef>
                <a:spcPts val="1000"/>
              </a:spcBef>
              <a:spcAft>
                <a:spcPts val="0"/>
              </a:spcAft>
              <a:buClr>
                <a:schemeClr val="dk1"/>
              </a:buClr>
              <a:buSzPts val="1100"/>
              <a:buFont typeface="Arial"/>
              <a:buNone/>
            </a:pPr>
            <a:r>
              <a:t/>
            </a:r>
            <a:endParaRPr sz="1100">
              <a:solidFill>
                <a:schemeClr val="dk1"/>
              </a:solidFill>
            </a:endParaRPr>
          </a:p>
          <a:p>
            <a:pPr indent="0" lvl="0" marL="0" rtl="0" algn="just">
              <a:lnSpc>
                <a:spcPct val="138000"/>
              </a:lnSpc>
              <a:spcBef>
                <a:spcPts val="1000"/>
              </a:spcBef>
              <a:spcAft>
                <a:spcPts val="0"/>
              </a:spcAft>
              <a:buClr>
                <a:schemeClr val="dk1"/>
              </a:buClr>
              <a:buSzPts val="1100"/>
              <a:buFont typeface="Arial"/>
              <a:buNone/>
            </a:pPr>
            <a:r>
              <a:rPr lang="vi" sz="1100">
                <a:solidFill>
                  <a:srgbClr val="202124"/>
                </a:solidFill>
                <a:highlight>
                  <a:srgbClr val="FFFFFF"/>
                </a:highlight>
                <a:latin typeface="Roboto"/>
                <a:ea typeface="Roboto"/>
                <a:cs typeface="Roboto"/>
                <a:sym typeface="Roboto"/>
              </a:rPr>
              <a:t>我锁住了她的嘴。 她的舌头又扭动了我的。 我的手指无意中划出了洞的入口，欲望的汁液流了出来，填满了洞。 插入中指。 她想抽开我的手，用另一只手拉起裤子，但喉咙里却只发出一声低沉的音乐……</a:t>
            </a:r>
            <a:endParaRPr sz="1100">
              <a:solidFill>
                <a:srgbClr val="202124"/>
              </a:solidFill>
              <a:highlight>
                <a:srgbClr val="FFFFFF"/>
              </a:highlight>
              <a:latin typeface="Roboto"/>
              <a:ea typeface="Roboto"/>
              <a:cs typeface="Roboto"/>
              <a:sym typeface="Roboto"/>
            </a:endParaRPr>
          </a:p>
          <a:p>
            <a:pPr indent="0" lvl="0" marL="0" rtl="0" algn="just">
              <a:lnSpc>
                <a:spcPct val="138000"/>
              </a:lnSpc>
              <a:spcBef>
                <a:spcPts val="1000"/>
              </a:spcBef>
              <a:spcAft>
                <a:spcPts val="0"/>
              </a:spcAft>
              <a:buClr>
                <a:schemeClr val="dk1"/>
              </a:buClr>
              <a:buSzPts val="1100"/>
              <a:buFont typeface="Arial"/>
              <a:buNone/>
            </a:pPr>
            <a:r>
              <a:t/>
            </a:r>
            <a:endParaRPr sz="1100">
              <a:solidFill>
                <a:schemeClr val="dk1"/>
              </a:solidFill>
            </a:endParaRPr>
          </a:p>
          <a:p>
            <a:pPr indent="0" lvl="0" marL="0" rtl="0" algn="just">
              <a:lnSpc>
                <a:spcPct val="138000"/>
              </a:lnSpc>
              <a:spcBef>
                <a:spcPts val="1000"/>
              </a:spcBef>
              <a:spcAft>
                <a:spcPts val="0"/>
              </a:spcAft>
              <a:buClr>
                <a:schemeClr val="dk1"/>
              </a:buClr>
              <a:buSzPts val="1100"/>
              <a:buFont typeface="Arial"/>
              <a:buNone/>
            </a:pPr>
            <a:r>
              <a:rPr lang="vi" sz="1100">
                <a:solidFill>
                  <a:srgbClr val="202124"/>
                </a:solidFill>
                <a:highlight>
                  <a:srgbClr val="FFFFFF"/>
                </a:highlight>
                <a:latin typeface="Roboto"/>
                <a:ea typeface="Roboto"/>
                <a:cs typeface="Roboto"/>
                <a:sym typeface="Roboto"/>
              </a:rPr>
              <a:t>可爱的小故事（第二部分）</a:t>
            </a:r>
            <a:endParaRPr sz="1100">
              <a:solidFill>
                <a:srgbClr val="202124"/>
              </a:solidFill>
              <a:highlight>
                <a:srgbClr val="FFFFFF"/>
              </a:highlight>
              <a:latin typeface="Roboto"/>
              <a:ea typeface="Roboto"/>
              <a:cs typeface="Roboto"/>
              <a:sym typeface="Roboto"/>
            </a:endParaRPr>
          </a:p>
          <a:p>
            <a:pPr indent="0" lvl="0" marL="0" rtl="0" algn="just">
              <a:lnSpc>
                <a:spcPct val="138000"/>
              </a:lnSpc>
              <a:spcBef>
                <a:spcPts val="1000"/>
              </a:spcBef>
              <a:spcAft>
                <a:spcPts val="0"/>
              </a:spcAft>
              <a:buClr>
                <a:schemeClr val="dk1"/>
              </a:buClr>
              <a:buSzPts val="1100"/>
              <a:buFont typeface="Arial"/>
              <a:buNone/>
            </a:pPr>
            <a:r>
              <a:t/>
            </a:r>
            <a:endParaRPr sz="1100">
              <a:solidFill>
                <a:schemeClr val="dk1"/>
              </a:solidFill>
            </a:endParaRPr>
          </a:p>
          <a:p>
            <a:pPr indent="0" lvl="0" marL="0" rtl="0" algn="just">
              <a:lnSpc>
                <a:spcPct val="138000"/>
              </a:lnSpc>
              <a:spcBef>
                <a:spcPts val="1000"/>
              </a:spcBef>
              <a:spcAft>
                <a:spcPts val="0"/>
              </a:spcAft>
              <a:buClr>
                <a:schemeClr val="dk1"/>
              </a:buClr>
              <a:buSzPts val="1100"/>
              <a:buFont typeface="Arial"/>
              <a:buNone/>
            </a:pPr>
            <a:r>
              <a:rPr lang="vi" sz="1100">
                <a:solidFill>
                  <a:srgbClr val="202124"/>
                </a:solidFill>
                <a:highlight>
                  <a:srgbClr val="FFFFFF"/>
                </a:highlight>
                <a:latin typeface="Roboto"/>
                <a:ea typeface="Roboto"/>
                <a:cs typeface="Roboto"/>
                <a:sym typeface="Roboto"/>
              </a:rPr>
              <a:t>我的中指在她体内来回移动，我的食指在乳头上方靠近洞口的地方轻轻移动，阴蒂变硬了。 她的大腿被夹在一起，但我的腿夹在中间，所以她紧紧地抱住我的腿。 我不停地用手指戳她，让她做出反应，感觉她本能地把胯部向上移了一点。 我在她耳边轻声说道：</a:t>
            </a:r>
            <a:endParaRPr sz="1100">
              <a:solidFill>
                <a:srgbClr val="202124"/>
              </a:solidFill>
              <a:highlight>
                <a:srgbClr val="FFFFFF"/>
              </a:highlight>
              <a:latin typeface="Roboto"/>
              <a:ea typeface="Roboto"/>
              <a:cs typeface="Roboto"/>
              <a:sym typeface="Roboto"/>
            </a:endParaRPr>
          </a:p>
          <a:p>
            <a:pPr indent="0" lvl="0" marL="0" rtl="0" algn="just">
              <a:lnSpc>
                <a:spcPct val="138000"/>
              </a:lnSpc>
              <a:spcBef>
                <a:spcPts val="1000"/>
              </a:spcBef>
              <a:spcAft>
                <a:spcPts val="0"/>
              </a:spcAft>
              <a:buClr>
                <a:schemeClr val="dk1"/>
              </a:buClr>
              <a:buSzPts val="1100"/>
              <a:buFont typeface="Arial"/>
              <a:buNone/>
            </a:pPr>
            <a:r>
              <a:t/>
            </a:r>
            <a:endParaRPr sz="1100">
              <a:solidFill>
                <a:schemeClr val="dk1"/>
              </a:solidFill>
            </a:endParaRPr>
          </a:p>
          <a:p>
            <a:pPr indent="0" lvl="0" marL="0" rtl="0" algn="just">
              <a:lnSpc>
                <a:spcPct val="138000"/>
              </a:lnSpc>
              <a:spcBef>
                <a:spcPts val="1000"/>
              </a:spcBef>
              <a:spcAft>
                <a:spcPts val="0"/>
              </a:spcAft>
              <a:buClr>
                <a:schemeClr val="dk1"/>
              </a:buClr>
              <a:buSzPts val="1100"/>
              <a:buFont typeface="Arial"/>
              <a:buNone/>
            </a:pPr>
            <a:r>
              <a:rPr lang="vi" sz="1100">
                <a:solidFill>
                  <a:srgbClr val="202124"/>
                </a:solidFill>
                <a:highlight>
                  <a:srgbClr val="FFFFFF"/>
                </a:highlight>
                <a:latin typeface="Roboto"/>
                <a:ea typeface="Roboto"/>
                <a:cs typeface="Roboto"/>
                <a:sym typeface="Roboto"/>
              </a:rPr>
              <a:t>– 她脱掉了衬衫，这样我就可以吻她 rǔfáng！</a:t>
            </a:r>
            <a:endParaRPr sz="1100">
              <a:solidFill>
                <a:srgbClr val="202124"/>
              </a:solidFill>
              <a:highlight>
                <a:srgbClr val="FFFFFF"/>
              </a:highlight>
              <a:latin typeface="Roboto"/>
              <a:ea typeface="Roboto"/>
              <a:cs typeface="Roboto"/>
              <a:sym typeface="Roboto"/>
            </a:endParaRPr>
          </a:p>
          <a:p>
            <a:pPr indent="0" lvl="0" marL="0" rtl="0" algn="just">
              <a:lnSpc>
                <a:spcPct val="138000"/>
              </a:lnSpc>
              <a:spcBef>
                <a:spcPts val="1000"/>
              </a:spcBef>
              <a:spcAft>
                <a:spcPts val="0"/>
              </a:spcAft>
              <a:buClr>
                <a:schemeClr val="dk1"/>
              </a:buClr>
              <a:buSzPts val="1100"/>
              <a:buFont typeface="Arial"/>
              <a:buNone/>
            </a:pPr>
            <a:r>
              <a:t/>
            </a:r>
            <a:endParaRPr sz="1100">
              <a:solidFill>
                <a:schemeClr val="dk1"/>
              </a:solidFill>
            </a:endParaRPr>
          </a:p>
          <a:p>
            <a:pPr indent="0" lvl="0" marL="0" rtl="0" algn="just">
              <a:lnSpc>
                <a:spcPct val="138000"/>
              </a:lnSpc>
              <a:spcBef>
                <a:spcPts val="1000"/>
              </a:spcBef>
              <a:spcAft>
                <a:spcPts val="0"/>
              </a:spcAft>
              <a:buClr>
                <a:schemeClr val="dk1"/>
              </a:buClr>
              <a:buSzPts val="1100"/>
              <a:buFont typeface="Arial"/>
              <a:buNone/>
            </a:pPr>
            <a:r>
              <a:rPr lang="vi" sz="1100">
                <a:solidFill>
                  <a:srgbClr val="202124"/>
                </a:solidFill>
                <a:highlight>
                  <a:srgbClr val="FFFFFF"/>
                </a:highlight>
                <a:latin typeface="Roboto"/>
                <a:ea typeface="Roboto"/>
                <a:cs typeface="Roboto"/>
                <a:sym typeface="Roboto"/>
              </a:rPr>
              <a:t>说完，我弯下腰，当我的嘴碰到她的胸口时，她松开了裤子，掀起了衬衫的下摆，遮住了暴露在外的乳头。 我用舌头舔了舔坚硬的部分，吮吸着。 下面，当我的手指插入得更深时，她连续几次快速伸展她的腹股沟。</a:t>
            </a:r>
            <a:endParaRPr sz="1100">
              <a:solidFill>
                <a:srgbClr val="202124"/>
              </a:solidFill>
              <a:highlight>
                <a:srgbClr val="FFFFFF"/>
              </a:highlight>
              <a:latin typeface="Roboto"/>
              <a:ea typeface="Roboto"/>
              <a:cs typeface="Roboto"/>
              <a:sym typeface="Roboto"/>
            </a:endParaRPr>
          </a:p>
          <a:p>
            <a:pPr indent="0" lvl="0" marL="0" rtl="0" algn="just">
              <a:lnSpc>
                <a:spcPct val="138000"/>
              </a:lnSpc>
              <a:spcBef>
                <a:spcPts val="1000"/>
              </a:spcBef>
              <a:spcAft>
                <a:spcPts val="0"/>
              </a:spcAft>
              <a:buClr>
                <a:schemeClr val="dk1"/>
              </a:buClr>
              <a:buSzPts val="1100"/>
              <a:buFont typeface="Arial"/>
              <a:buNone/>
            </a:pPr>
            <a:r>
              <a:t/>
            </a:r>
            <a:endParaRPr sz="1100">
              <a:solidFill>
                <a:schemeClr val="dk1"/>
              </a:solidFill>
            </a:endParaRPr>
          </a:p>
          <a:p>
            <a:pPr indent="0" lvl="0" marL="0" rtl="0" algn="just">
              <a:lnSpc>
                <a:spcPct val="138000"/>
              </a:lnSpc>
              <a:spcBef>
                <a:spcPts val="1000"/>
              </a:spcBef>
              <a:spcAft>
                <a:spcPts val="0"/>
              </a:spcAft>
              <a:buClr>
                <a:schemeClr val="dk1"/>
              </a:buClr>
              <a:buSzPts val="1100"/>
              <a:buFont typeface="Arial"/>
              <a:buNone/>
            </a:pPr>
            <a:r>
              <a:rPr lang="vi" sz="1100">
                <a:solidFill>
                  <a:srgbClr val="202124"/>
                </a:solidFill>
                <a:highlight>
                  <a:srgbClr val="FFFFFF"/>
                </a:highlight>
                <a:latin typeface="Roboto"/>
                <a:ea typeface="Roboto"/>
                <a:cs typeface="Roboto"/>
                <a:sym typeface="Roboto"/>
              </a:rPr>
              <a:t>刺激了她一会儿后，我把手从她的脊柱上移开，拉开裤子拉链，让我的鸡巴自由活动。 握住她的手并将其放在上面。 她轻轻地挤压我的小阴茎，然后又像火一样快速地拉动。 我不得不握住她的手并强迫她握住它。</a:t>
            </a:r>
            <a:endParaRPr sz="1100">
              <a:solidFill>
                <a:srgbClr val="202124"/>
              </a:solidFill>
              <a:highlight>
                <a:srgbClr val="FFFFFF"/>
              </a:highlight>
              <a:latin typeface="Roboto"/>
              <a:ea typeface="Roboto"/>
              <a:cs typeface="Roboto"/>
              <a:sym typeface="Roboto"/>
            </a:endParaRPr>
          </a:p>
          <a:p>
            <a:pPr indent="0" lvl="0" marL="0" rtl="0" algn="just">
              <a:lnSpc>
                <a:spcPct val="138000"/>
              </a:lnSpc>
              <a:spcBef>
                <a:spcPts val="1000"/>
              </a:spcBef>
              <a:spcAft>
                <a:spcPts val="0"/>
              </a:spcAft>
              <a:buClr>
                <a:schemeClr val="dk1"/>
              </a:buClr>
              <a:buSzPts val="1100"/>
              <a:buFont typeface="Arial"/>
              <a:buNone/>
            </a:pPr>
            <a:r>
              <a:t/>
            </a:r>
            <a:endParaRPr sz="1100">
              <a:solidFill>
                <a:schemeClr val="dk1"/>
              </a:solidFill>
            </a:endParaRPr>
          </a:p>
          <a:p>
            <a:pPr indent="0" lvl="0" marL="0" rtl="0" algn="just">
              <a:lnSpc>
                <a:spcPct val="138000"/>
              </a:lnSpc>
              <a:spcBef>
                <a:spcPts val="1000"/>
              </a:spcBef>
              <a:spcAft>
                <a:spcPts val="0"/>
              </a:spcAft>
              <a:buClr>
                <a:schemeClr val="dk1"/>
              </a:buClr>
              <a:buSzPts val="1100"/>
              <a:buFont typeface="Arial"/>
              <a:buNone/>
            </a:pPr>
            <a:r>
              <a:rPr lang="vi" sz="1100">
                <a:solidFill>
                  <a:srgbClr val="202124"/>
                </a:solidFill>
                <a:highlight>
                  <a:srgbClr val="FFFFFF"/>
                </a:highlight>
                <a:latin typeface="Roboto"/>
                <a:ea typeface="Roboto"/>
                <a:cs typeface="Roboto"/>
                <a:sym typeface="Roboto"/>
              </a:rPr>
              <a:t>我花了一段时间才坚持下来，但拒绝做任何其他事情。 我必须让我的手和他的阴茎沿着他的身体。 我继续挤压和挖掘她的内心深处。 我不再反对了 见她答应了，我激动得想拉下她的裤子，把她按倒在椅子上。 但我试着等待...</a:t>
            </a:r>
            <a:endParaRPr sz="1100">
              <a:solidFill>
                <a:srgbClr val="202124"/>
              </a:solidFill>
              <a:highlight>
                <a:srgbClr val="FFFFFF"/>
              </a:highlight>
              <a:latin typeface="Roboto"/>
              <a:ea typeface="Roboto"/>
              <a:cs typeface="Roboto"/>
              <a:sym typeface="Roboto"/>
            </a:endParaRPr>
          </a:p>
          <a:p>
            <a:pPr indent="0" lvl="0" marL="0" rtl="0" algn="just">
              <a:lnSpc>
                <a:spcPct val="138000"/>
              </a:lnSpc>
              <a:spcBef>
                <a:spcPts val="1000"/>
              </a:spcBef>
              <a:spcAft>
                <a:spcPts val="0"/>
              </a:spcAft>
              <a:buClr>
                <a:schemeClr val="dk1"/>
              </a:buClr>
              <a:buSzPts val="1100"/>
              <a:buFont typeface="Arial"/>
              <a:buNone/>
            </a:pPr>
            <a:r>
              <a:t/>
            </a:r>
            <a:endParaRPr sz="1100">
              <a:solidFill>
                <a:schemeClr val="dk1"/>
              </a:solidFill>
            </a:endParaRPr>
          </a:p>
          <a:p>
            <a:pPr indent="0" lvl="0" marL="0" rtl="0" algn="just">
              <a:lnSpc>
                <a:spcPct val="138000"/>
              </a:lnSpc>
              <a:spcBef>
                <a:spcPts val="1000"/>
              </a:spcBef>
              <a:spcAft>
                <a:spcPts val="0"/>
              </a:spcAft>
              <a:buClr>
                <a:schemeClr val="dk1"/>
              </a:buClr>
              <a:buSzPts val="1100"/>
              <a:buFont typeface="Arial"/>
              <a:buNone/>
            </a:pPr>
            <a:r>
              <a:rPr lang="vi" sz="1100">
                <a:solidFill>
                  <a:srgbClr val="202124"/>
                </a:solidFill>
                <a:highlight>
                  <a:srgbClr val="FFFFFF"/>
                </a:highlight>
                <a:latin typeface="Roboto"/>
                <a:ea typeface="Roboto"/>
                <a:cs typeface="Roboto"/>
                <a:sym typeface="Roboto"/>
              </a:rPr>
              <a:t>坐下来，整理一下衣服和头发，然后去洗手间。 当你进来时我会问：</a:t>
            </a:r>
            <a:endParaRPr sz="1100">
              <a:solidFill>
                <a:srgbClr val="202124"/>
              </a:solidFill>
              <a:highlight>
                <a:srgbClr val="FFFFFF"/>
              </a:highlight>
              <a:latin typeface="Roboto"/>
              <a:ea typeface="Roboto"/>
              <a:cs typeface="Roboto"/>
              <a:sym typeface="Roboto"/>
            </a:endParaRPr>
          </a:p>
          <a:p>
            <a:pPr indent="0" lvl="0" marL="0" rtl="0" algn="just">
              <a:lnSpc>
                <a:spcPct val="138000"/>
              </a:lnSpc>
              <a:spcBef>
                <a:spcPts val="1000"/>
              </a:spcBef>
              <a:spcAft>
                <a:spcPts val="0"/>
              </a:spcAft>
              <a:buClr>
                <a:schemeClr val="dk1"/>
              </a:buClr>
              <a:buSzPts val="1100"/>
              <a:buFont typeface="Arial"/>
              <a:buNone/>
            </a:pPr>
            <a:r>
              <a:t/>
            </a:r>
            <a:endParaRPr sz="1100">
              <a:solidFill>
                <a:schemeClr val="dk1"/>
              </a:solidFill>
            </a:endParaRPr>
          </a:p>
          <a:p>
            <a:pPr indent="0" lvl="0" marL="0" rtl="0" algn="just">
              <a:lnSpc>
                <a:spcPct val="138000"/>
              </a:lnSpc>
              <a:spcBef>
                <a:spcPts val="1000"/>
              </a:spcBef>
              <a:spcAft>
                <a:spcPts val="0"/>
              </a:spcAft>
              <a:buClr>
                <a:schemeClr val="dk1"/>
              </a:buClr>
              <a:buSzPts val="1100"/>
              <a:buFont typeface="Arial"/>
              <a:buNone/>
            </a:pPr>
            <a:r>
              <a:rPr lang="vi" sz="1100">
                <a:solidFill>
                  <a:srgbClr val="202124"/>
                </a:solidFill>
                <a:highlight>
                  <a:srgbClr val="FFFFFF"/>
                </a:highlight>
                <a:latin typeface="Roboto"/>
                <a:ea typeface="Roboto"/>
                <a:cs typeface="Roboto"/>
                <a:sym typeface="Roboto"/>
              </a:rPr>
              <a:t>– 你还想唱歌吗？</a:t>
            </a:r>
            <a:endParaRPr sz="1100">
              <a:solidFill>
                <a:srgbClr val="202124"/>
              </a:solidFill>
              <a:highlight>
                <a:srgbClr val="FFFFFF"/>
              </a:highlight>
              <a:latin typeface="Roboto"/>
              <a:ea typeface="Roboto"/>
              <a:cs typeface="Roboto"/>
              <a:sym typeface="Roboto"/>
            </a:endParaRPr>
          </a:p>
          <a:p>
            <a:pPr indent="0" lvl="0" marL="0" rtl="0" algn="just">
              <a:lnSpc>
                <a:spcPct val="138000"/>
              </a:lnSpc>
              <a:spcBef>
                <a:spcPts val="1000"/>
              </a:spcBef>
              <a:spcAft>
                <a:spcPts val="0"/>
              </a:spcAft>
              <a:buClr>
                <a:schemeClr val="dk1"/>
              </a:buClr>
              <a:buSzPts val="1100"/>
              <a:buFont typeface="Arial"/>
              <a:buNone/>
            </a:pPr>
            <a:r>
              <a:t/>
            </a:r>
            <a:endParaRPr sz="1100">
              <a:solidFill>
                <a:schemeClr val="dk1"/>
              </a:solidFill>
            </a:endParaRPr>
          </a:p>
          <a:p>
            <a:pPr indent="0" lvl="0" marL="0" rtl="0" algn="just">
              <a:lnSpc>
                <a:spcPct val="138000"/>
              </a:lnSpc>
              <a:spcBef>
                <a:spcPts val="1000"/>
              </a:spcBef>
              <a:spcAft>
                <a:spcPts val="0"/>
              </a:spcAft>
              <a:buClr>
                <a:schemeClr val="dk1"/>
              </a:buClr>
              <a:buSzPts val="1100"/>
              <a:buFont typeface="Arial"/>
              <a:buNone/>
            </a:pPr>
            <a:r>
              <a:rPr lang="vi" sz="1100">
                <a:solidFill>
                  <a:srgbClr val="202124"/>
                </a:solidFill>
                <a:highlight>
                  <a:srgbClr val="FFFFFF"/>
                </a:highlight>
                <a:latin typeface="Roboto"/>
                <a:ea typeface="Roboto"/>
                <a:cs typeface="Roboto"/>
                <a:sym typeface="Roboto"/>
              </a:rPr>
              <a:t>– 没关系，我们回家吧。</a:t>
            </a:r>
            <a:endParaRPr sz="1100">
              <a:solidFill>
                <a:srgbClr val="202124"/>
              </a:solidFill>
              <a:highlight>
                <a:srgbClr val="FFFFFF"/>
              </a:highlight>
              <a:latin typeface="Roboto"/>
              <a:ea typeface="Roboto"/>
              <a:cs typeface="Roboto"/>
              <a:sym typeface="Roboto"/>
            </a:endParaRPr>
          </a:p>
          <a:p>
            <a:pPr indent="0" lvl="0" marL="0" rtl="0" algn="just">
              <a:lnSpc>
                <a:spcPct val="138000"/>
              </a:lnSpc>
              <a:spcBef>
                <a:spcPts val="1000"/>
              </a:spcBef>
              <a:spcAft>
                <a:spcPts val="0"/>
              </a:spcAft>
              <a:buClr>
                <a:schemeClr val="dk1"/>
              </a:buClr>
              <a:buSzPts val="1100"/>
              <a:buFont typeface="Arial"/>
              <a:buNone/>
            </a:pPr>
            <a:r>
              <a:t/>
            </a:r>
            <a:endParaRPr sz="1100">
              <a:solidFill>
                <a:schemeClr val="dk1"/>
              </a:solidFill>
            </a:endParaRPr>
          </a:p>
          <a:p>
            <a:pPr indent="0" lvl="0" marL="0" rtl="0" algn="just">
              <a:lnSpc>
                <a:spcPct val="138000"/>
              </a:lnSpc>
              <a:spcBef>
                <a:spcPts val="1000"/>
              </a:spcBef>
              <a:spcAft>
                <a:spcPts val="0"/>
              </a:spcAft>
              <a:buClr>
                <a:schemeClr val="dk1"/>
              </a:buClr>
              <a:buSzPts val="1100"/>
              <a:buFont typeface="Arial"/>
              <a:buNone/>
            </a:pPr>
            <a:r>
              <a:rPr lang="vi" sz="1100">
                <a:solidFill>
                  <a:srgbClr val="202124"/>
                </a:solidFill>
                <a:highlight>
                  <a:srgbClr val="FFFFFF"/>
                </a:highlight>
                <a:latin typeface="Roboto"/>
                <a:ea typeface="Roboto"/>
                <a:cs typeface="Roboto"/>
                <a:sym typeface="Roboto"/>
              </a:rPr>
              <a:t>- 好的。 好吧，我们回家吧。</a:t>
            </a:r>
            <a:endParaRPr sz="1100">
              <a:solidFill>
                <a:srgbClr val="202124"/>
              </a:solidFill>
              <a:highlight>
                <a:srgbClr val="FFFFFF"/>
              </a:highlight>
              <a:latin typeface="Roboto"/>
              <a:ea typeface="Roboto"/>
              <a:cs typeface="Roboto"/>
              <a:sym typeface="Roboto"/>
            </a:endParaRPr>
          </a:p>
          <a:p>
            <a:pPr indent="0" lvl="0" marL="0" rtl="0" algn="just">
              <a:lnSpc>
                <a:spcPct val="138000"/>
              </a:lnSpc>
              <a:spcBef>
                <a:spcPts val="1000"/>
              </a:spcBef>
              <a:spcAft>
                <a:spcPts val="0"/>
              </a:spcAft>
              <a:buClr>
                <a:schemeClr val="dk1"/>
              </a:buClr>
              <a:buSzPts val="1100"/>
              <a:buFont typeface="Arial"/>
              <a:buNone/>
            </a:pPr>
            <a:r>
              <a:t/>
            </a:r>
            <a:endParaRPr sz="1100">
              <a:solidFill>
                <a:schemeClr val="dk1"/>
              </a:solidFill>
            </a:endParaRPr>
          </a:p>
          <a:p>
            <a:pPr indent="0" lvl="0" marL="0" rtl="0" algn="just">
              <a:lnSpc>
                <a:spcPct val="138000"/>
              </a:lnSpc>
              <a:spcBef>
                <a:spcPts val="1000"/>
              </a:spcBef>
              <a:spcAft>
                <a:spcPts val="0"/>
              </a:spcAft>
              <a:buClr>
                <a:schemeClr val="dk1"/>
              </a:buClr>
              <a:buSzPts val="1100"/>
              <a:buFont typeface="Arial"/>
              <a:buNone/>
            </a:pPr>
            <a:r>
              <a:rPr lang="vi" sz="1100">
                <a:solidFill>
                  <a:srgbClr val="202124"/>
                </a:solidFill>
                <a:highlight>
                  <a:srgbClr val="FFFFFF"/>
                </a:highlight>
                <a:latin typeface="Roboto"/>
                <a:ea typeface="Roboto"/>
                <a:cs typeface="Roboto"/>
                <a:sym typeface="Roboto"/>
              </a:rPr>
              <a:t>付完钱后，还剩下2罐啤酒给服务员。</a:t>
            </a:r>
            <a:endParaRPr sz="1100">
              <a:solidFill>
                <a:srgbClr val="202124"/>
              </a:solidFill>
              <a:highlight>
                <a:srgbClr val="FFFFFF"/>
              </a:highlight>
              <a:latin typeface="Roboto"/>
              <a:ea typeface="Roboto"/>
              <a:cs typeface="Roboto"/>
              <a:sym typeface="Roboto"/>
            </a:endParaRPr>
          </a:p>
          <a:p>
            <a:pPr indent="0" lvl="0" marL="0" rtl="0" algn="just">
              <a:lnSpc>
                <a:spcPct val="138000"/>
              </a:lnSpc>
              <a:spcBef>
                <a:spcPts val="1000"/>
              </a:spcBef>
              <a:spcAft>
                <a:spcPts val="0"/>
              </a:spcAft>
              <a:buClr>
                <a:schemeClr val="dk1"/>
              </a:buClr>
              <a:buSzPts val="1100"/>
              <a:buFont typeface="Arial"/>
              <a:buNone/>
            </a:pPr>
            <a:r>
              <a:t/>
            </a:r>
            <a:endParaRPr sz="1100">
              <a:solidFill>
                <a:schemeClr val="dk1"/>
              </a:solidFill>
            </a:endParaRPr>
          </a:p>
          <a:p>
            <a:pPr indent="0" lvl="0" marL="0" rtl="0" algn="just">
              <a:lnSpc>
                <a:spcPct val="138000"/>
              </a:lnSpc>
              <a:spcBef>
                <a:spcPts val="1000"/>
              </a:spcBef>
              <a:spcAft>
                <a:spcPts val="0"/>
              </a:spcAft>
              <a:buClr>
                <a:schemeClr val="dk1"/>
              </a:buClr>
              <a:buSzPts val="1100"/>
              <a:buFont typeface="Arial"/>
              <a:buNone/>
            </a:pPr>
            <a:r>
              <a:rPr lang="vi" sz="1100">
                <a:solidFill>
                  <a:srgbClr val="202124"/>
                </a:solidFill>
                <a:highlight>
                  <a:srgbClr val="FFFFFF"/>
                </a:highlight>
                <a:latin typeface="Roboto"/>
                <a:ea typeface="Roboto"/>
                <a:cs typeface="Roboto"/>
                <a:sym typeface="Roboto"/>
              </a:rPr>
              <a:t>我慢慢开车，遇到路边一家旅馆，就进去了。</a:t>
            </a:r>
            <a:endParaRPr sz="1100">
              <a:solidFill>
                <a:srgbClr val="202124"/>
              </a:solidFill>
              <a:highlight>
                <a:srgbClr val="FFFFFF"/>
              </a:highlight>
              <a:latin typeface="Roboto"/>
              <a:ea typeface="Roboto"/>
              <a:cs typeface="Roboto"/>
              <a:sym typeface="Roboto"/>
            </a:endParaRPr>
          </a:p>
          <a:p>
            <a:pPr indent="0" lvl="0" marL="0" rtl="0" algn="just">
              <a:lnSpc>
                <a:spcPct val="138000"/>
              </a:lnSpc>
              <a:spcBef>
                <a:spcPts val="1000"/>
              </a:spcBef>
              <a:spcAft>
                <a:spcPts val="0"/>
              </a:spcAft>
              <a:buClr>
                <a:schemeClr val="dk1"/>
              </a:buClr>
              <a:buSzPts val="1100"/>
              <a:buFont typeface="Arial"/>
              <a:buNone/>
            </a:pPr>
            <a:r>
              <a:t/>
            </a:r>
            <a:endParaRPr sz="1100">
              <a:solidFill>
                <a:schemeClr val="dk1"/>
              </a:solidFill>
            </a:endParaRPr>
          </a:p>
          <a:p>
            <a:pPr indent="0" lvl="0" marL="0" rtl="0" algn="just">
              <a:lnSpc>
                <a:spcPct val="138000"/>
              </a:lnSpc>
              <a:spcBef>
                <a:spcPts val="1000"/>
              </a:spcBef>
              <a:spcAft>
                <a:spcPts val="0"/>
              </a:spcAft>
              <a:buClr>
                <a:schemeClr val="dk1"/>
              </a:buClr>
              <a:buSzPts val="1100"/>
              <a:buFont typeface="Arial"/>
              <a:buNone/>
            </a:pPr>
            <a:r>
              <a:rPr lang="vi" sz="1100">
                <a:solidFill>
                  <a:srgbClr val="202124"/>
                </a:solidFill>
                <a:highlight>
                  <a:srgbClr val="FFFFFF"/>
                </a:highlight>
                <a:latin typeface="Roboto"/>
                <a:ea typeface="Roboto"/>
                <a:cs typeface="Roboto"/>
                <a:sym typeface="Roboto"/>
              </a:rPr>
              <a:t>- 你在酒店做什么？回家吧。</a:t>
            </a:r>
            <a:endParaRPr sz="1100">
              <a:solidFill>
                <a:srgbClr val="202124"/>
              </a:solidFill>
              <a:highlight>
                <a:srgbClr val="FFFFFF"/>
              </a:highlight>
              <a:latin typeface="Roboto"/>
              <a:ea typeface="Roboto"/>
              <a:cs typeface="Roboto"/>
              <a:sym typeface="Roboto"/>
            </a:endParaRPr>
          </a:p>
          <a:p>
            <a:pPr indent="0" lvl="0" marL="0" rtl="0" algn="just">
              <a:lnSpc>
                <a:spcPct val="138000"/>
              </a:lnSpc>
              <a:spcBef>
                <a:spcPts val="1000"/>
              </a:spcBef>
              <a:spcAft>
                <a:spcPts val="0"/>
              </a:spcAft>
              <a:buClr>
                <a:schemeClr val="dk1"/>
              </a:buClr>
              <a:buSzPts val="1100"/>
              <a:buFont typeface="Arial"/>
              <a:buNone/>
            </a:pPr>
            <a:r>
              <a:t/>
            </a:r>
            <a:endParaRPr sz="1100">
              <a:solidFill>
                <a:schemeClr val="dk1"/>
              </a:solidFill>
            </a:endParaRPr>
          </a:p>
          <a:p>
            <a:pPr indent="0" lvl="0" marL="0" rtl="0" algn="just">
              <a:lnSpc>
                <a:spcPct val="138000"/>
              </a:lnSpc>
              <a:spcBef>
                <a:spcPts val="1000"/>
              </a:spcBef>
              <a:spcAft>
                <a:spcPts val="0"/>
              </a:spcAft>
              <a:buClr>
                <a:schemeClr val="dk1"/>
              </a:buClr>
              <a:buSzPts val="1100"/>
              <a:buFont typeface="Arial"/>
              <a:buNone/>
            </a:pPr>
            <a:r>
              <a:rPr lang="vi" sz="1100">
                <a:solidFill>
                  <a:srgbClr val="202124"/>
                </a:solidFill>
                <a:highlight>
                  <a:srgbClr val="FFFFFF"/>
                </a:highlight>
                <a:latin typeface="Roboto"/>
                <a:ea typeface="Roboto"/>
                <a:cs typeface="Roboto"/>
                <a:sym typeface="Roboto"/>
              </a:rPr>
              <a:t>– 请休息。 我喝多了，要是被交警拦住我就麻烦了。 休息了一会缓解一下疲劳后，我们就出发了。 现在还早。</a:t>
            </a:r>
            <a:endParaRPr sz="1100">
              <a:solidFill>
                <a:srgbClr val="202124"/>
              </a:solidFill>
              <a:highlight>
                <a:srgbClr val="FFFFFF"/>
              </a:highlight>
              <a:latin typeface="Roboto"/>
              <a:ea typeface="Roboto"/>
              <a:cs typeface="Roboto"/>
              <a:sym typeface="Roboto"/>
            </a:endParaRPr>
          </a:p>
          <a:p>
            <a:pPr indent="0" lvl="0" marL="0" rtl="0" algn="just">
              <a:lnSpc>
                <a:spcPct val="138000"/>
              </a:lnSpc>
              <a:spcBef>
                <a:spcPts val="1000"/>
              </a:spcBef>
              <a:spcAft>
                <a:spcPts val="0"/>
              </a:spcAft>
              <a:buClr>
                <a:schemeClr val="dk1"/>
              </a:buClr>
              <a:buSzPts val="1100"/>
              <a:buFont typeface="Arial"/>
              <a:buNone/>
            </a:pPr>
            <a:r>
              <a:t/>
            </a:r>
            <a:endParaRPr sz="1100">
              <a:solidFill>
                <a:schemeClr val="dk1"/>
              </a:solidFill>
            </a:endParaRPr>
          </a:p>
          <a:p>
            <a:pPr indent="0" lvl="0" marL="0" rtl="0" algn="just">
              <a:lnSpc>
                <a:spcPct val="138000"/>
              </a:lnSpc>
              <a:spcBef>
                <a:spcPts val="1000"/>
              </a:spcBef>
              <a:spcAft>
                <a:spcPts val="0"/>
              </a:spcAft>
              <a:buClr>
                <a:schemeClr val="dk1"/>
              </a:buClr>
              <a:buSzPts val="1100"/>
              <a:buFont typeface="Arial"/>
              <a:buNone/>
            </a:pPr>
            <a:r>
              <a:rPr lang="vi" sz="1100">
                <a:solidFill>
                  <a:srgbClr val="202124"/>
                </a:solidFill>
                <a:highlight>
                  <a:srgbClr val="FFFFFF"/>
                </a:highlight>
                <a:latin typeface="Roboto"/>
                <a:ea typeface="Roboto"/>
                <a:cs typeface="Roboto"/>
                <a:sym typeface="Roboto"/>
              </a:rPr>
              <a:t>– 不，不，恐怕。</a:t>
            </a:r>
            <a:endParaRPr sz="1100">
              <a:solidFill>
                <a:srgbClr val="202124"/>
              </a:solidFill>
              <a:highlight>
                <a:srgbClr val="FFFFFF"/>
              </a:highlight>
              <a:latin typeface="Roboto"/>
              <a:ea typeface="Roboto"/>
              <a:cs typeface="Roboto"/>
              <a:sym typeface="Roboto"/>
            </a:endParaRPr>
          </a:p>
          <a:p>
            <a:pPr indent="0" lvl="0" marL="0" rtl="0" algn="just">
              <a:lnSpc>
                <a:spcPct val="138000"/>
              </a:lnSpc>
              <a:spcBef>
                <a:spcPts val="1000"/>
              </a:spcBef>
              <a:spcAft>
                <a:spcPts val="0"/>
              </a:spcAft>
              <a:buClr>
                <a:schemeClr val="dk1"/>
              </a:buClr>
              <a:buSzPts val="1100"/>
              <a:buFont typeface="Arial"/>
              <a:buNone/>
            </a:pPr>
            <a:r>
              <a:t/>
            </a:r>
            <a:endParaRPr sz="1100">
              <a:solidFill>
                <a:schemeClr val="dk1"/>
              </a:solidFill>
            </a:endParaRPr>
          </a:p>
          <a:p>
            <a:pPr indent="0" lvl="0" marL="0" rtl="0" algn="just">
              <a:lnSpc>
                <a:spcPct val="138000"/>
              </a:lnSpc>
              <a:spcBef>
                <a:spcPts val="1000"/>
              </a:spcBef>
              <a:spcAft>
                <a:spcPts val="0"/>
              </a:spcAft>
              <a:buClr>
                <a:schemeClr val="dk1"/>
              </a:buClr>
              <a:buSzPts val="1100"/>
              <a:buFont typeface="Arial"/>
              <a:buNone/>
            </a:pPr>
            <a:r>
              <a:rPr lang="vi" sz="1100">
                <a:solidFill>
                  <a:srgbClr val="202124"/>
                </a:solidFill>
                <a:highlight>
                  <a:srgbClr val="FFFFFF"/>
                </a:highlight>
                <a:latin typeface="Roboto"/>
                <a:ea typeface="Roboto"/>
                <a:cs typeface="Roboto"/>
                <a:sym typeface="Roboto"/>
              </a:rPr>
              <a:t>- 你害怕什么？ 我不会再吃了你。 跟我来！</a:t>
            </a:r>
            <a:endParaRPr sz="1100">
              <a:solidFill>
                <a:srgbClr val="202124"/>
              </a:solidFill>
              <a:highlight>
                <a:srgbClr val="FFFFFF"/>
              </a:highlight>
              <a:latin typeface="Roboto"/>
              <a:ea typeface="Roboto"/>
              <a:cs typeface="Roboto"/>
              <a:sym typeface="Roboto"/>
            </a:endParaRPr>
          </a:p>
          <a:p>
            <a:pPr indent="0" lvl="0" marL="0" rtl="0" algn="just">
              <a:lnSpc>
                <a:spcPct val="138000"/>
              </a:lnSpc>
              <a:spcBef>
                <a:spcPts val="1000"/>
              </a:spcBef>
              <a:spcAft>
                <a:spcPts val="0"/>
              </a:spcAft>
              <a:buClr>
                <a:schemeClr val="dk1"/>
              </a:buClr>
              <a:buSzPts val="1100"/>
              <a:buFont typeface="Arial"/>
              <a:buNone/>
            </a:pPr>
            <a:r>
              <a:t/>
            </a:r>
            <a:endParaRPr sz="1100">
              <a:solidFill>
                <a:schemeClr val="dk1"/>
              </a:solidFill>
            </a:endParaRPr>
          </a:p>
          <a:p>
            <a:pPr indent="0" lvl="0" marL="0" rtl="0" algn="just">
              <a:lnSpc>
                <a:spcPct val="138000"/>
              </a:lnSpc>
              <a:spcBef>
                <a:spcPts val="1000"/>
              </a:spcBef>
              <a:spcAft>
                <a:spcPts val="0"/>
              </a:spcAft>
              <a:buClr>
                <a:schemeClr val="dk1"/>
              </a:buClr>
              <a:buSzPts val="1100"/>
              <a:buFont typeface="Arial"/>
              <a:buNone/>
            </a:pPr>
            <a:r>
              <a:rPr lang="vi" sz="1100">
                <a:solidFill>
                  <a:srgbClr val="202124"/>
                </a:solidFill>
                <a:highlight>
                  <a:srgbClr val="FFFFFF"/>
                </a:highlight>
                <a:latin typeface="Roboto"/>
                <a:ea typeface="Roboto"/>
                <a:cs typeface="Roboto"/>
                <a:sym typeface="Roboto"/>
              </a:rPr>
              <a:t>我拿了房间。 见她犹豫不决，我拉着她的手，将她拉开。</a:t>
            </a:r>
            <a:endParaRPr sz="1100">
              <a:solidFill>
                <a:srgbClr val="202124"/>
              </a:solidFill>
              <a:highlight>
                <a:srgbClr val="FFFFFF"/>
              </a:highlight>
              <a:latin typeface="Roboto"/>
              <a:ea typeface="Roboto"/>
              <a:cs typeface="Roboto"/>
              <a:sym typeface="Roboto"/>
            </a:endParaRPr>
          </a:p>
          <a:p>
            <a:pPr indent="0" lvl="0" marL="0" rtl="0" algn="just">
              <a:lnSpc>
                <a:spcPct val="138000"/>
              </a:lnSpc>
              <a:spcBef>
                <a:spcPts val="1000"/>
              </a:spcBef>
              <a:spcAft>
                <a:spcPts val="0"/>
              </a:spcAft>
              <a:buClr>
                <a:schemeClr val="dk1"/>
              </a:buClr>
              <a:buSzPts val="1100"/>
              <a:buFont typeface="Arial"/>
              <a:buNone/>
            </a:pPr>
            <a:r>
              <a:t/>
            </a:r>
            <a:endParaRPr sz="1100">
              <a:solidFill>
                <a:schemeClr val="dk1"/>
              </a:solidFill>
            </a:endParaRPr>
          </a:p>
          <a:p>
            <a:pPr indent="0" lvl="0" marL="0" rtl="0" algn="just">
              <a:lnSpc>
                <a:spcPct val="138000"/>
              </a:lnSpc>
              <a:spcBef>
                <a:spcPts val="1000"/>
              </a:spcBef>
              <a:spcAft>
                <a:spcPts val="0"/>
              </a:spcAft>
              <a:buClr>
                <a:schemeClr val="dk1"/>
              </a:buClr>
              <a:buSzPts val="1100"/>
              <a:buFont typeface="Arial"/>
              <a:buNone/>
            </a:pPr>
            <a:r>
              <a:rPr lang="vi" sz="1100">
                <a:solidFill>
                  <a:srgbClr val="202124"/>
                </a:solidFill>
                <a:highlight>
                  <a:srgbClr val="FFFFFF"/>
                </a:highlight>
                <a:latin typeface="Roboto"/>
                <a:ea typeface="Roboto"/>
                <a:cs typeface="Roboto"/>
                <a:sym typeface="Roboto"/>
              </a:rPr>
              <a:t>锁上门，我走进浴室，快速地洗了个澡。 当我回来时，我只穿着比基尼。 我看到她仍然站在房间中央想要回家。 我一把抓住她，把她推到床上。 我侧躺着，抱住她的半个身子，用嘴捂住了她的嘴。 她的舌头和我的舌头打架。</a:t>
            </a:r>
            <a:endParaRPr sz="1100">
              <a:solidFill>
                <a:srgbClr val="202124"/>
              </a:solidFill>
              <a:highlight>
                <a:srgbClr val="FFFFFF"/>
              </a:highlight>
              <a:latin typeface="Roboto"/>
              <a:ea typeface="Roboto"/>
              <a:cs typeface="Roboto"/>
              <a:sym typeface="Roboto"/>
            </a:endParaRPr>
          </a:p>
          <a:p>
            <a:pPr indent="0" lvl="0" marL="0" rtl="0" algn="just">
              <a:lnSpc>
                <a:spcPct val="138000"/>
              </a:lnSpc>
              <a:spcBef>
                <a:spcPts val="1000"/>
              </a:spcBef>
              <a:spcAft>
                <a:spcPts val="0"/>
              </a:spcAft>
              <a:buClr>
                <a:schemeClr val="dk1"/>
              </a:buClr>
              <a:buSzPts val="1100"/>
              <a:buFont typeface="Arial"/>
              <a:buNone/>
            </a:pPr>
            <a:r>
              <a:t/>
            </a:r>
            <a:endParaRPr sz="1100">
              <a:solidFill>
                <a:schemeClr val="dk1"/>
              </a:solidFill>
            </a:endParaRPr>
          </a:p>
          <a:p>
            <a:pPr indent="0" lvl="0" marL="0" rtl="0" algn="just">
              <a:lnSpc>
                <a:spcPct val="138000"/>
              </a:lnSpc>
              <a:spcBef>
                <a:spcPts val="1000"/>
              </a:spcBef>
              <a:spcAft>
                <a:spcPts val="0"/>
              </a:spcAft>
              <a:buClr>
                <a:schemeClr val="dk1"/>
              </a:buClr>
              <a:buSzPts val="1100"/>
              <a:buFont typeface="Arial"/>
              <a:buNone/>
            </a:pPr>
            <a:r>
              <a:rPr lang="vi" sz="1100">
                <a:solidFill>
                  <a:srgbClr val="202124"/>
                </a:solidFill>
                <a:highlight>
                  <a:srgbClr val="FFFFFF"/>
                </a:highlight>
                <a:latin typeface="Roboto"/>
                <a:ea typeface="Roboto"/>
                <a:cs typeface="Roboto"/>
                <a:sym typeface="Roboto"/>
              </a:rPr>
              <a:t>我的手部活动增加了。 衬衫的扣子一粒粒解开，胸罩也被拉了下来，露出了乳房和乳头。 我爬下来，从她的脖子舔到她的阴道。 在吸吮和挤压相机的同时，我也释放了我的阴茎并将他放在她的手中。 看看下面的水，已经湿透了。</a:t>
            </a:r>
            <a:endParaRPr sz="1100">
              <a:solidFill>
                <a:srgbClr val="202124"/>
              </a:solidFill>
              <a:highlight>
                <a:srgbClr val="FFFFFF"/>
              </a:highlight>
              <a:latin typeface="Roboto"/>
              <a:ea typeface="Roboto"/>
              <a:cs typeface="Roboto"/>
              <a:sym typeface="Roboto"/>
            </a:endParaRPr>
          </a:p>
          <a:p>
            <a:pPr indent="0" lvl="0" marL="0" rtl="0" algn="just">
              <a:lnSpc>
                <a:spcPct val="138000"/>
              </a:lnSpc>
              <a:spcBef>
                <a:spcPts val="1000"/>
              </a:spcBef>
              <a:spcAft>
                <a:spcPts val="0"/>
              </a:spcAft>
              <a:buClr>
                <a:schemeClr val="dk1"/>
              </a:buClr>
              <a:buSzPts val="1100"/>
              <a:buFont typeface="Arial"/>
              <a:buNone/>
            </a:pPr>
            <a:r>
              <a:t/>
            </a:r>
            <a:endParaRPr sz="1100">
              <a:solidFill>
                <a:schemeClr val="dk1"/>
              </a:solidFill>
            </a:endParaRPr>
          </a:p>
          <a:p>
            <a:pPr indent="0" lvl="0" marL="0" rtl="0" algn="just">
              <a:lnSpc>
                <a:spcPct val="138000"/>
              </a:lnSpc>
              <a:spcBef>
                <a:spcPts val="1000"/>
              </a:spcBef>
              <a:spcAft>
                <a:spcPts val="0"/>
              </a:spcAft>
              <a:buClr>
                <a:schemeClr val="dk1"/>
              </a:buClr>
              <a:buSzPts val="1100"/>
              <a:buFont typeface="Arial"/>
              <a:buNone/>
            </a:pPr>
            <a:r>
              <a:rPr lang="vi" sz="1100">
                <a:solidFill>
                  <a:srgbClr val="202124"/>
                </a:solidFill>
                <a:highlight>
                  <a:srgbClr val="FFFFFF"/>
                </a:highlight>
                <a:latin typeface="Roboto"/>
                <a:ea typeface="Roboto"/>
                <a:cs typeface="Roboto"/>
                <a:sym typeface="Roboto"/>
              </a:rPr>
              <a:t>我知道，我跪在她的双腿之间，抓住她的裤子后面，把它拉下来。她抬起屁股，这样我就可以把它们脱掉。 让她整整齐齐地躺在床中央，我将双手放在床上，小腹贴着她的小腹，双腿叉在她的大腿上。</a:t>
            </a:r>
            <a:endParaRPr sz="1100">
              <a:solidFill>
                <a:srgbClr val="202124"/>
              </a:solidFill>
              <a:highlight>
                <a:srgbClr val="FFFFFF"/>
              </a:highlight>
              <a:latin typeface="Roboto"/>
              <a:ea typeface="Roboto"/>
              <a:cs typeface="Roboto"/>
              <a:sym typeface="Roboto"/>
            </a:endParaRPr>
          </a:p>
          <a:p>
            <a:pPr indent="0" lvl="0" marL="0" rtl="0" algn="just">
              <a:lnSpc>
                <a:spcPct val="138000"/>
              </a:lnSpc>
              <a:spcBef>
                <a:spcPts val="1000"/>
              </a:spcBef>
              <a:spcAft>
                <a:spcPts val="0"/>
              </a:spcAft>
              <a:buClr>
                <a:schemeClr val="dk1"/>
              </a:buClr>
              <a:buSzPts val="1100"/>
              <a:buFont typeface="Arial"/>
              <a:buNone/>
            </a:pPr>
            <a:r>
              <a:t/>
            </a:r>
            <a:endParaRPr sz="1100">
              <a:solidFill>
                <a:schemeClr val="dk1"/>
              </a:solidFill>
            </a:endParaRPr>
          </a:p>
          <a:p>
            <a:pPr indent="0" lvl="0" marL="0" rtl="0" algn="just">
              <a:lnSpc>
                <a:spcPct val="138000"/>
              </a:lnSpc>
              <a:spcBef>
                <a:spcPts val="1000"/>
              </a:spcBef>
              <a:spcAft>
                <a:spcPts val="1000"/>
              </a:spcAft>
              <a:buClr>
                <a:schemeClr val="dk1"/>
              </a:buClr>
              <a:buSzPts val="1100"/>
              <a:buFont typeface="Arial"/>
              <a:buNone/>
            </a:pPr>
            <a:r>
              <a:rPr lang="vi" sz="1100">
                <a:solidFill>
                  <a:srgbClr val="202124"/>
                </a:solidFill>
                <a:highlight>
                  <a:srgbClr val="FFFFFF"/>
                </a:highlight>
                <a:latin typeface="Roboto"/>
                <a:ea typeface="Roboto"/>
                <a:cs typeface="Roboto"/>
                <a:sym typeface="Roboto"/>
              </a:rPr>
              <a:t>我移动你的臀部，在她的阴茎上来回搜寻，寻找她阴户的入口。 当我的阴茎尖端接触到那个地方时，我也会移动我的臀部。 小鸡鸡已经就位，她闭上眼睛，看着自己的脸，脸上写满了期待。 我按着她的屁股，她的鸡巴慢慢地进入了。 当我到达阴茎顶端时，我看到她抿起嘴唇，将手一半放在我的胸口，一半好像要拥抱我。</a:t>
            </a:r>
            <a:endParaRPr sz="1000">
              <a:solidFill>
                <a:srgbClr val="333333"/>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ctrTitle"/>
          </p:nvPr>
        </p:nvSpPr>
        <p:spPr>
          <a:xfrm>
            <a:off x="311700" y="298225"/>
            <a:ext cx="8520600" cy="735600"/>
          </a:xfrm>
          <a:prstGeom prst="rect">
            <a:avLst/>
          </a:prstGeom>
        </p:spPr>
        <p:txBody>
          <a:bodyPr anchorCtr="0" anchor="b" bIns="91425" lIns="91425" spcFirstLastPara="1" rIns="91425" wrap="square" tIns="91425">
            <a:noAutofit/>
          </a:bodyPr>
          <a:lstStyle/>
          <a:p>
            <a:pPr indent="0" lvl="0" marL="0" rtl="0" algn="l">
              <a:lnSpc>
                <a:spcPct val="130000"/>
              </a:lnSpc>
              <a:spcBef>
                <a:spcPts val="0"/>
              </a:spcBef>
              <a:spcAft>
                <a:spcPts val="900"/>
              </a:spcAft>
              <a:buNone/>
            </a:pPr>
            <a:r>
              <a:rPr b="1" lang="vi" sz="2400">
                <a:solidFill>
                  <a:srgbClr val="550000"/>
                </a:solidFill>
                <a:highlight>
                  <a:schemeClr val="lt1"/>
                </a:highlight>
              </a:rPr>
              <a:t> 难忘的回忆</a:t>
            </a:r>
            <a:endParaRPr b="1" sz="2400">
              <a:solidFill>
                <a:srgbClr val="550000"/>
              </a:solidFill>
              <a:highlight>
                <a:srgbClr val="FFFFFF"/>
              </a:highlight>
            </a:endParaRPr>
          </a:p>
        </p:txBody>
      </p:sp>
      <p:sp>
        <p:nvSpPr>
          <p:cNvPr id="75" name="Google Shape;75;p16"/>
          <p:cNvSpPr txBox="1"/>
          <p:nvPr>
            <p:ph idx="1" type="subTitle"/>
          </p:nvPr>
        </p:nvSpPr>
        <p:spPr>
          <a:xfrm>
            <a:off x="311700" y="922775"/>
            <a:ext cx="8520600" cy="359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sz="1100">
                <a:solidFill>
                  <a:srgbClr val="202124"/>
                </a:solidFill>
                <a:highlight>
                  <a:srgbClr val="FFFFFF"/>
                </a:highlight>
              </a:rPr>
              <a:t>于是我停了下来，转过身，拥抱并亲吻了小兰。 吻了大约十秒后，小兰把我推开，说：恐怕，我家离这里很近。 我害怕有人会看到我。</a:t>
            </a:r>
            <a:endParaRPr sz="1100">
              <a:solidFill>
                <a:srgbClr val="202124"/>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vi" sz="1100">
                <a:solidFill>
                  <a:srgbClr val="202124"/>
                </a:solidFill>
                <a:highlight>
                  <a:srgbClr val="FFFFFF"/>
                </a:highlight>
              </a:rPr>
              <a:t>我说：我爱你，这么晚了，周围没人，请再吻我一下。</a:t>
            </a:r>
            <a:endParaRPr sz="1100">
              <a:solidFill>
                <a:srgbClr val="202124"/>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vi" sz="1100">
                <a:solidFill>
                  <a:srgbClr val="202124"/>
                </a:solidFill>
                <a:highlight>
                  <a:srgbClr val="FFFFFF"/>
                </a:highlight>
              </a:rPr>
              <a:t>小兰说：“不……我害怕”，然后就跑开了。 我见状，不敢再勉强小兰，就叫小兰上阿生的车，送小兰回家。 我们还互相打电话，共同表达我们的爱和思念。 两人约好见面、喝酒、偷吻。 我想让我们去一家没人能看到我们的酒店，但她不同意。</a:t>
            </a:r>
            <a:endParaRPr sz="1100">
              <a:solidFill>
                <a:srgbClr val="202124"/>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vi" sz="1100">
                <a:solidFill>
                  <a:srgbClr val="202124"/>
                </a:solidFill>
                <a:highlight>
                  <a:srgbClr val="FFFFFF"/>
                </a:highlight>
              </a:rPr>
              <a:t>– 我爱你，你也爱我，当我们见面时，看着对方让我快乐和满足。 我喜欢你，爱了你二十年，但从来没有女人先说过。 当你嫁给别人时我很难过，我需要你结婚。 我丈夫很爱我，但和他在一起时我仍然无法忘记Anh Anh。</a:t>
            </a:r>
            <a:endParaRPr sz="1100">
              <a:solidFill>
                <a:srgbClr val="202124"/>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vi" sz="1100">
                <a:solidFill>
                  <a:srgbClr val="202124"/>
                </a:solidFill>
                <a:highlight>
                  <a:srgbClr val="FFFFFF"/>
                </a:highlight>
              </a:rPr>
              <a:t>– 对不起，从我看到你的眼睛的那一刻起，我就知道你爱我。 我也打算跟你一起去，但当时我就答应爱我现在的妻子。 但当时他妻子的家庭条件极其困难，所以他不能。</a:t>
            </a:r>
            <a:endParaRPr sz="1100">
              <a:solidFill>
                <a:srgbClr val="202124"/>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vi" sz="1100">
                <a:solidFill>
                  <a:srgbClr val="202124"/>
                </a:solidFill>
                <a:highlight>
                  <a:srgbClr val="FFFFFF"/>
                </a:highlight>
              </a:rPr>
              <a:t>两人四目相对，坐了一会儿，才告辞回家。 有一天我们见面，我说：我想吻你。 她回答：来吧，吻我。</a:t>
            </a:r>
            <a:endParaRPr sz="1100">
              <a:solidFill>
                <a:srgbClr val="202124"/>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vi" sz="1100">
                <a:solidFill>
                  <a:srgbClr val="202124"/>
                </a:solidFill>
                <a:highlight>
                  <a:srgbClr val="FFFFFF"/>
                </a:highlight>
              </a:rPr>
              <a:t>我知道当时店里很拥挤，需要自信地发言。 我说：我们去酒店吧。</a:t>
            </a:r>
            <a:endParaRPr sz="1100">
              <a:solidFill>
                <a:srgbClr val="202124"/>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vi" sz="1100">
                <a:solidFill>
                  <a:srgbClr val="202124"/>
                </a:solidFill>
                <a:highlight>
                  <a:srgbClr val="FFFFFF"/>
                </a:highlight>
              </a:rPr>
              <a:t>她不同意。 我知道她是一个正派的女孩，却像一个不道德的人一样进入了酒店。 请理解小兰，因为小兰只是需要被我爱，但身体上，有一天我说：喝完水，我们去唱卡拉OK吧。</a:t>
            </a:r>
            <a:endParaRPr sz="1100">
              <a:solidFill>
                <a:srgbClr val="202124"/>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vi" sz="1100">
                <a:solidFill>
                  <a:srgbClr val="202124"/>
                </a:solidFill>
                <a:highlight>
                  <a:srgbClr val="FFFFFF"/>
                </a:highlight>
              </a:rPr>
              <a:t>她点点头，说道：“是啊，不过十一点我就得回家了。” 今天我在家还有工作要做。”</a:t>
            </a:r>
            <a:endParaRPr sz="1100">
              <a:solidFill>
                <a:srgbClr val="202124"/>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vi" sz="1100">
                <a:solidFill>
                  <a:srgbClr val="202124"/>
                </a:solidFill>
                <a:highlight>
                  <a:srgbClr val="FFFFFF"/>
                </a:highlight>
              </a:rPr>
              <a:t>我看了看表，已经快九点了，我要付咖啡钱，带她走。</a:t>
            </a:r>
            <a:endParaRPr sz="1100">
              <a:solidFill>
                <a:srgbClr val="202124"/>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vi" sz="1100">
                <a:solidFill>
                  <a:srgbClr val="202124"/>
                </a:solidFill>
                <a:highlight>
                  <a:srgbClr val="FFFFFF"/>
                </a:highlight>
              </a:rPr>
              <a:t>离开书店后，我直接开车进了一家酒店。</a:t>
            </a:r>
            <a:endParaRPr sz="1100">
              <a:solidFill>
                <a:srgbClr val="202124"/>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vi" sz="1100">
                <a:solidFill>
                  <a:srgbClr val="202124"/>
                </a:solidFill>
                <a:highlight>
                  <a:srgbClr val="FFFFFF"/>
                </a:highlight>
              </a:rPr>
              <a:t>– 啊……你要去哪里？</a:t>
            </a:r>
            <a:endParaRPr sz="1100">
              <a:solidFill>
                <a:srgbClr val="202124"/>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vi" sz="1100">
                <a:solidFill>
                  <a:srgbClr val="202124"/>
                </a:solidFill>
                <a:highlight>
                  <a:srgbClr val="FFFFFF"/>
                </a:highlight>
              </a:rPr>
              <a:t>难忘的回忆（第二部分）</a:t>
            </a:r>
            <a:endParaRPr sz="1100">
              <a:solidFill>
                <a:srgbClr val="202124"/>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vi" sz="1100">
                <a:solidFill>
                  <a:srgbClr val="202124"/>
                </a:solidFill>
                <a:highlight>
                  <a:srgbClr val="FFFFFF"/>
                </a:highlight>
              </a:rPr>
              <a:t>她掐了我一下，很害怕。 我向她保证：这既是酒店生意，也是卡拉OK生意。</a:t>
            </a:r>
            <a:endParaRPr sz="1100">
              <a:solidFill>
                <a:srgbClr val="202124"/>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vi" sz="1100">
                <a:solidFill>
                  <a:srgbClr val="202124"/>
                </a:solidFill>
                <a:highlight>
                  <a:srgbClr val="FFFFFF"/>
                </a:highlight>
              </a:rPr>
              <a:t>她还是有点怀疑，但进去后她就不敢出去了，因为她比较害羞，所以我抓住她的手，把她拉了进去。 为了不让她生气，我一进房间就说：我就是想吻你，你们彼此相爱，但连吻都满足不了我，让我郁闷。</a:t>
            </a:r>
            <a:endParaRPr sz="1100">
              <a:solidFill>
                <a:srgbClr val="202124"/>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vi" sz="1100">
                <a:solidFill>
                  <a:srgbClr val="202124"/>
                </a:solidFill>
                <a:highlight>
                  <a:srgbClr val="FFFFFF"/>
                </a:highlight>
              </a:rPr>
              <a:t>她说：你太狡猾了，十一点才被亲，还要回家。</a:t>
            </a:r>
            <a:endParaRPr sz="1100">
              <a:solidFill>
                <a:srgbClr val="202124"/>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vi" sz="1100">
                <a:solidFill>
                  <a:srgbClr val="202124"/>
                </a:solidFill>
                <a:highlight>
                  <a:srgbClr val="FFFFFF"/>
                </a:highlight>
              </a:rPr>
              <a:t>我实在是太喜欢了，立刻冲过去抱住她，亲吻她。 我们两人热情地接吻，嘴对嘴，我们的手最初抚摸着她的衬衫。</a:t>
            </a:r>
            <a:endParaRPr sz="1100">
              <a:solidFill>
                <a:srgbClr val="202124"/>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vi" sz="1100">
                <a:solidFill>
                  <a:srgbClr val="202124"/>
                </a:solidFill>
                <a:highlight>
                  <a:srgbClr val="FFFFFF"/>
                </a:highlight>
              </a:rPr>
              <a:t>– 嗯……不，你不是说你们只是接吻吗？</a:t>
            </a:r>
            <a:endParaRPr sz="1100">
              <a:solidFill>
                <a:srgbClr val="202124"/>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vi" sz="1100">
                <a:solidFill>
                  <a:srgbClr val="202124"/>
                </a:solidFill>
                <a:highlight>
                  <a:srgbClr val="FFFFFF"/>
                </a:highlight>
              </a:rPr>
              <a:t>- 我我爱你。 让我看看。 说着，我把手伸了进去。</a:t>
            </a:r>
            <a:endParaRPr sz="1100">
              <a:solidFill>
                <a:srgbClr val="202124"/>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vi" sz="1100">
                <a:solidFill>
                  <a:srgbClr val="202124"/>
                </a:solidFill>
                <a:highlight>
                  <a:srgbClr val="FFFFFF"/>
                </a:highlight>
              </a:rPr>
              <a:t>– 哦，你的乳房真漂亮，给我吸吮吧。</a:t>
            </a:r>
            <a:endParaRPr sz="1100">
              <a:solidFill>
                <a:srgbClr val="202124"/>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vi" sz="1100">
                <a:solidFill>
                  <a:srgbClr val="202124"/>
                </a:solidFill>
                <a:highlight>
                  <a:srgbClr val="FFFFFF"/>
                </a:highlight>
              </a:rPr>
              <a:t>不得不承认，她的胸部确实非常漂亮，虽然已经快40岁了，但依然丰满，不再下垂，乳头虽然有点黑，但又小又上翘，非常难看。 她什么也没说，只是瞪了我一眼。 看到这一幕，我开始用舌头踢她活泼的乳头。 她轻轻地呻吟了一声，用手梳理着头发。</a:t>
            </a:r>
            <a:endParaRPr sz="1100">
              <a:solidFill>
                <a:srgbClr val="202124"/>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vi" sz="1100">
                <a:solidFill>
                  <a:srgbClr val="202124"/>
                </a:solidFill>
                <a:highlight>
                  <a:srgbClr val="FFFFFF"/>
                </a:highlight>
              </a:rPr>
              <a:t>我欲火中烧，我欲火中烧，我的手逐渐向下攻击，摩擦着她的裤子外侧。</a:t>
            </a:r>
            <a:endParaRPr sz="1100">
              <a:solidFill>
                <a:srgbClr val="202124"/>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vi" sz="1100">
                <a:solidFill>
                  <a:srgbClr val="202124"/>
                </a:solidFill>
                <a:highlight>
                  <a:srgbClr val="FFFFFF"/>
                </a:highlight>
              </a:rPr>
              <a:t>- 哦，你的屁股真漂亮。 我在她耳边低声说道。</a:t>
            </a:r>
            <a:endParaRPr sz="1100">
              <a:solidFill>
                <a:srgbClr val="202124"/>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vi" sz="1100">
                <a:solidFill>
                  <a:srgbClr val="202124"/>
                </a:solidFill>
                <a:highlight>
                  <a:srgbClr val="FFFFFF"/>
                </a:highlight>
              </a:rPr>
              <a:t>-别这样做。 她抓住我的手，把我拉出了禁区。</a:t>
            </a:r>
            <a:endParaRPr sz="1100">
              <a:solidFill>
                <a:srgbClr val="202124"/>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vi" sz="1100">
                <a:solidFill>
                  <a:srgbClr val="202124"/>
                </a:solidFill>
                <a:highlight>
                  <a:srgbClr val="FFFFFF"/>
                </a:highlight>
              </a:rPr>
              <a:t>– 我爱你，我希望每天都能这样做。</a:t>
            </a:r>
            <a:endParaRPr sz="1100">
              <a:solidFill>
                <a:srgbClr val="202124"/>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vi" sz="1100">
                <a:solidFill>
                  <a:srgbClr val="202124"/>
                </a:solidFill>
                <a:highlight>
                  <a:srgbClr val="FFFFFF"/>
                </a:highlight>
              </a:rPr>
              <a:t>她开心地笑了。 我再次慢慢地吻她，从她的嘴唇、脖子、胸部和腹部。 我的手再次触碰了禁地。</a:t>
            </a:r>
            <a:endParaRPr sz="1100">
              <a:solidFill>
                <a:srgbClr val="202124"/>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vi" sz="1100">
                <a:solidFill>
                  <a:srgbClr val="202124"/>
                </a:solidFill>
                <a:highlight>
                  <a:srgbClr val="FFFFFF"/>
                </a:highlight>
              </a:rPr>
              <a:t>– 别……嗯……我。</a:t>
            </a:r>
            <a:endParaRPr sz="1100">
              <a:solidFill>
                <a:srgbClr val="202124"/>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vi" sz="1100">
                <a:solidFill>
                  <a:srgbClr val="202124"/>
                </a:solidFill>
                <a:highlight>
                  <a:srgbClr val="FFFFFF"/>
                </a:highlight>
              </a:rPr>
              <a:t>这次她的手没有像以前那样推开我的手。 我把手伸进去，哇，她的阴户充满了汁液。 我抚摸她，她高兴地呻吟着。 我伸手解开裤子的扣子，她吓了一跳，抬手去解开。 我把手伸进去爱抚她的阴蒂，她呻吟着蠕动。</a:t>
            </a:r>
            <a:endParaRPr sz="1100">
              <a:solidFill>
                <a:srgbClr val="202124"/>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vi" sz="1100">
                <a:solidFill>
                  <a:srgbClr val="202124"/>
                </a:solidFill>
                <a:highlight>
                  <a:srgbClr val="FFFFFF"/>
                </a:highlight>
              </a:rPr>
              <a:t>– 我爱你，小兰，让我感激不尽。</a:t>
            </a:r>
            <a:endParaRPr sz="1100">
              <a:solidFill>
                <a:srgbClr val="202124"/>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vi" sz="1100">
                <a:solidFill>
                  <a:srgbClr val="202124"/>
                </a:solidFill>
                <a:highlight>
                  <a:srgbClr val="FFFFFF"/>
                </a:highlight>
              </a:rPr>
              <a:t>我的手再次解开了她的裤子扣子，轻轻地将她的裤子拉了下来。 我的手拉着裤子，眼睛盯着内裤，几根阴毛露在外面。 我吻了她的内裤，里面沾满了阴液。</a:t>
            </a:r>
            <a:endParaRPr sz="1100">
              <a:solidFill>
                <a:srgbClr val="202124"/>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vi" sz="1100">
                <a:solidFill>
                  <a:srgbClr val="202124"/>
                </a:solidFill>
                <a:highlight>
                  <a:srgbClr val="FFFFFF"/>
                </a:highlight>
              </a:rPr>
              <a:t>她浑身颤抖，臀部因期待而翘起。 握住我的鸡鸡。 她紧紧地抱住它，生怕它会飞走。 我脱掉内裤，天哪，竟然有这么多阴毛。 我露出阴毛，往里面一看，发现有一个粉红色的洞漏出来。 我用手指抚摸着她的开口，然后逐渐压住钩子，扭动它。 她兴奋地呻吟着，她的手先解开我裤子的拉链，然后抓住我的鸡巴并抚摸它。</a:t>
            </a:r>
            <a:endParaRPr sz="1100">
              <a:solidFill>
                <a:srgbClr val="202124"/>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vi" sz="1100">
                <a:solidFill>
                  <a:srgbClr val="202124"/>
                </a:solidFill>
                <a:highlight>
                  <a:srgbClr val="FFFFFF"/>
                </a:highlight>
              </a:rPr>
              <a:t>——他用力地抚摸它，用力地。</a:t>
            </a:r>
            <a:endParaRPr sz="1100">
              <a:solidFill>
                <a:srgbClr val="202124"/>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vi" sz="1100">
                <a:solidFill>
                  <a:srgbClr val="202124"/>
                </a:solidFill>
                <a:highlight>
                  <a:srgbClr val="FFFFFF"/>
                </a:highlight>
              </a:rPr>
              <a:t>她不再害羞，抚摸得更快。 我的手还不错，两个手指都是勾着的，感觉很舒服。 她的呻吟声越来越高……呃……</a:t>
            </a:r>
            <a:endParaRPr sz="1100">
              <a:solidFill>
                <a:srgbClr val="202124"/>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vi" sz="1100">
                <a:solidFill>
                  <a:srgbClr val="202124"/>
                </a:solidFill>
                <a:highlight>
                  <a:srgbClr val="FFFFFF"/>
                </a:highlight>
              </a:rPr>
              <a:t>- 嗯...你的手呃...呃...我受不了了呃..呃..</a:t>
            </a:r>
            <a:endParaRPr sz="1100">
              <a:solidFill>
                <a:srgbClr val="202124"/>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vi" sz="1100">
                <a:solidFill>
                  <a:srgbClr val="202124"/>
                </a:solidFill>
                <a:highlight>
                  <a:srgbClr val="FFFFFF"/>
                </a:highlight>
              </a:rPr>
              <a:t>-张兰，我刺伤了你。 她微笑着点点头。</a:t>
            </a:r>
            <a:endParaRPr sz="1100">
              <a:solidFill>
                <a:srgbClr val="202124"/>
              </a:solidFill>
              <a:highlight>
                <a:srgbClr val="FFFFFF"/>
              </a:highligh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None/>
            </a:pPr>
            <a:r>
              <a:rPr lang="vi" sz="1100">
                <a:solidFill>
                  <a:srgbClr val="202124"/>
                </a:solidFill>
                <a:highlight>
                  <a:srgbClr val="FFFFFF"/>
                </a:highlight>
              </a:rPr>
              <a:t>我张开她的双腿，用手握住我的阴茎，缓慢地按压和抽吸。 人们 年长的男人认为他们是对的（熟人比陌生人更糟糕），15分钟后，他们俩都发出了喜悦和满足的呻吟。</a:t>
            </a:r>
            <a:endParaRPr sz="1100">
              <a:solidFill>
                <a:srgbClr val="202124"/>
              </a:solidFill>
              <a:highlight>
                <a:srgbClr val="FFFFFF"/>
              </a:highlight>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idx="1" type="subTitle"/>
          </p:nvPr>
        </p:nvSpPr>
        <p:spPr>
          <a:xfrm>
            <a:off x="0" y="58775"/>
            <a:ext cx="8520600" cy="792600"/>
          </a:xfrm>
          <a:prstGeom prst="rect">
            <a:avLst/>
          </a:prstGeom>
        </p:spPr>
        <p:txBody>
          <a:bodyPr anchorCtr="0" anchor="t" bIns="91425" lIns="91425" spcFirstLastPara="1" rIns="91425" wrap="square" tIns="91425">
            <a:noAutofit/>
          </a:bodyPr>
          <a:lstStyle/>
          <a:p>
            <a:pPr indent="0" lvl="0" marL="0" rtl="0" algn="l">
              <a:lnSpc>
                <a:spcPct val="121000"/>
              </a:lnSpc>
              <a:spcBef>
                <a:spcPts val="2000"/>
              </a:spcBef>
              <a:spcAft>
                <a:spcPts val="0"/>
              </a:spcAft>
              <a:buClr>
                <a:schemeClr val="dk1"/>
              </a:buClr>
              <a:buSzPts val="1100"/>
              <a:buFont typeface="Arial"/>
              <a:buNone/>
            </a:pPr>
            <a:r>
              <a:rPr lang="vi" sz="1900">
                <a:solidFill>
                  <a:schemeClr val="dk1"/>
                </a:solidFill>
              </a:rPr>
              <a:t>Liên Kết Hữu Ích </a:t>
            </a:r>
            <a:endParaRPr sz="1900">
              <a:solidFill>
                <a:schemeClr val="dk1"/>
              </a:solidFill>
            </a:endParaRPr>
          </a:p>
          <a:p>
            <a:pPr indent="0" lvl="0" marL="0" rtl="0" algn="ctr">
              <a:spcBef>
                <a:spcPts val="0"/>
              </a:spcBef>
              <a:spcAft>
                <a:spcPts val="0"/>
              </a:spcAft>
              <a:buNone/>
            </a:pPr>
            <a:r>
              <a:t/>
            </a:r>
            <a:endParaRPr/>
          </a:p>
        </p:txBody>
      </p:sp>
      <p:sp>
        <p:nvSpPr>
          <p:cNvPr id="81" name="Google Shape;81;p17"/>
          <p:cNvSpPr txBox="1"/>
          <p:nvPr/>
        </p:nvSpPr>
        <p:spPr>
          <a:xfrm>
            <a:off x="324325" y="851375"/>
            <a:ext cx="8733300" cy="5305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vi" sz="900" u="sng">
                <a:solidFill>
                  <a:schemeClr val="hlink"/>
                </a:solidFill>
                <a:hlinkClick r:id="rId3"/>
              </a:rPr>
              <a:t>https://www.facebook.com/sxzhbh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4"/>
              </a:rPr>
              <a:t>https://www.youtube.com/@sxzhbh/about</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5"/>
              </a:rPr>
              <a:t>https://www.linkedin.com/in/sxzhbh/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6"/>
              </a:rPr>
              <a:t>https://vimeo.com/sxzhbh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7"/>
              </a:rPr>
              <a:t>https://www.pinterest.com/sxzhbh/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8"/>
              </a:rPr>
              <a:t>https://www.goodreads.com/user/show/171749696-sxzhbh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9"/>
              </a:rPr>
              <a:t>https://www.starnow.com/u/sxzhbh/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0"/>
              </a:rPr>
              <a:t>https://git.forum.ircam.fr/sxzhbh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1"/>
              </a:rPr>
              <a:t>https://bbs.now.qq.com/home.php?mod=space&amp;uid=6188991</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2"/>
              </a:rPr>
              <a:t>https://www.twitch.tv/sxzhbh/about</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3"/>
              </a:rPr>
              <a:t>https://www.openstreetmap.org/user/sxzhbh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4"/>
              </a:rPr>
              <a:t>https://www.flickr.com/people/sxzhbh/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5"/>
              </a:rPr>
              <a:t>https://www.behance.net/sxzhbh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6"/>
              </a:rPr>
              <a:t>https://issuu.com/sxzhbh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7"/>
              </a:rPr>
              <a:t>https://hub.docker.com/u/sxzhbh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8"/>
              </a:rPr>
              <a:t>https://www.mixcloud.com/sxzhbh/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9"/>
              </a:rPr>
              <a:t>https://community.cisco.com/t5/user/viewprofilepage/user-id/1636950</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0"/>
              </a:rPr>
              <a:t>https://sxzhbh.gitbook.io/untitled/</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1"/>
              </a:rPr>
              <a:t>https://tawk.to/sxzhbh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2"/>
              </a:rPr>
              <a:t>https://500px.com/p/sxzhbh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3"/>
              </a:rPr>
              <a:t>https://readthedocs.org/projects/sxzhbh/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4"/>
              </a:rPr>
              <a:t>https://sketchfab.com/sxzhbh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5"/>
              </a:rPr>
              <a:t>https://www.reverbnation.com/sxzhbh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6"/>
              </a:rPr>
              <a:t>https://public.tableau.com/app/profile/sxzh.bh/vizzes</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7"/>
              </a:rPr>
              <a:t>https://onlyfans.com/sxzhbh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8"/>
              </a:rPr>
              <a:t>https://www.awwwards.com/sxzhbh/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9"/>
              </a:rPr>
              <a:t>https://flipboard.com/@1818h/sxzhbh-6dodc7utz</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0"/>
              </a:rPr>
              <a:t>https://heylink.me/sxzhbh/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1"/>
              </a:rPr>
              <a:t>https://band.us/band/93039913/intro</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2"/>
              </a:rPr>
              <a:t>https://camp-fire.jp/profile/sxzhbh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3"/>
              </a:rPr>
              <a:t>https://www.walkscore.com/people/133893429367/sxzhbh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4"/>
              </a:rPr>
              <a:t>https://qiita.com/sxzhbh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5"/>
              </a:rPr>
              <a:t>https://www.bark.com/en/gb/company/sxzhbh/XV1DX/</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6"/>
              </a:rPr>
              <a:t>https://comicvine.gamespot.com/profile/sxzhbh/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7"/>
              </a:rPr>
              <a:t>https://telegra.ph/sxzhbh-11-21</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8"/>
              </a:rPr>
              <a:t>https://osf.io/bhw3x/</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9"/>
              </a:rPr>
              <a:t>https://sxzhbh.contently.com/</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40"/>
              </a:rPr>
              <a:t>https://hashnode.com/@sxzhbh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41"/>
              </a:rPr>
              <a:t>https://anyflip.com/homepage/catys</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42"/>
              </a:rPr>
              <a:t>https://bimber.bringthepixel.com/main/buddypress/members/sxzhbh/profile/</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43"/>
              </a:rPr>
              <a:t>https://community.windy.com/user/sxzhbh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44"/>
              </a:rPr>
              <a:t>https://chart-studio.plotly.com/~sxzhbh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45"/>
              </a:rPr>
              <a:t>https://pubhtml5.com/homepage/mjvv/</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46"/>
              </a:rPr>
              <a:t>https://www.beatstars.com/sxzhbh/about</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47"/>
              </a:rPr>
              <a:t>https://www.bitchute.com/channel/hryjckEe1RAL/</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48"/>
              </a:rPr>
              <a:t>https://www.instapaper.com/p/sxzhbh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49"/>
              </a:rPr>
              <a:t>https://hackmd.io/@sxzhbh/ByYOjcFN6</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50"/>
              </a:rPr>
              <a:t>https://replit.com/@sxzhbh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51"/>
              </a:rPr>
              <a:t>https://pxhere.com/en/photographer/4126810</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52"/>
              </a:rPr>
              <a:t>https://communities.bentley.com/members/8f81bc09_2d00_cf94_2d00_44b8_2d00_8e10_2d00_557d3f2ea00d</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53"/>
              </a:rPr>
              <a:t>https://www.silverstripe.org/ForumMemberProfile/show/123524</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54"/>
              </a:rPr>
              <a:t>https://www.adsoftheworld.com/users/75384333-ea65-4f06-9f4a-6c937dfdbc87</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55"/>
              </a:rPr>
              <a:t>https://www.intensedebate.com/profiles/sxzhbh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56"/>
              </a:rPr>
              <a:t>https://allmylinks.com/sxzhbh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57"/>
              </a:rPr>
              <a:t>http://forum.yealink.com/forum/member.php?action=profile&amp;uid=293229</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58"/>
              </a:rPr>
              <a:t>https://booklog.jp/users/sxzhbh/profile</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59"/>
              </a:rPr>
              <a:t>https://coub.com/sxzhbhcom</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60"/>
              </a:rPr>
              <a:t>https://files.fm/sxzhbh/info</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61"/>
              </a:rPr>
              <a:t>https://socialtrain.stage.lithium.com/t5/user/viewprofilepage/user-id/32126</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62"/>
              </a:rPr>
              <a:t>https://www.myminifactory.com/users/sxzhbh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63"/>
              </a:rPr>
              <a:t>http://users.atw.hu/tuleles/phpBB2/profile.php?mode=viewprofile&amp;u=20722</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64"/>
              </a:rPr>
              <a:t>https://gifyu.com/sxzhbh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65"/>
              </a:rPr>
              <a:t>https://app.roll20.net/users/12672680/sxzhbh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66"/>
              </a:rPr>
              <a:t>https://varecha.pravda.sk/profil/sxzhbh/o-mne/</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67"/>
              </a:rPr>
              <a:t>https://www.metal-archives.com/users/sxzhbh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68"/>
              </a:rPr>
              <a:t>https://www.symbaloo.com/shared/AAAAA_Ap8gUAA41_WnQOWw==</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69"/>
              </a:rPr>
              <a:t>https://www.reddit.com/user/sxzhbh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70"/>
              </a:rPr>
              <a:t>https://www.veoh.com/users/sxzhbh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71"/>
              </a:rPr>
              <a:t>https://www.designspiration.com/sxzhbh/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72"/>
              </a:rPr>
              <a:t>https://www.viewbug.com/member/sxzhbh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73"/>
              </a:rPr>
              <a:t>https://artistecard.com/sxzhbh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74"/>
              </a:rPr>
              <a:t>https://os.mbed.com/users/sxzhbh/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75"/>
              </a:rPr>
              <a:t>https://www.webwiki.com/sxzhbh.com</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76"/>
              </a:rPr>
              <a:t>https://hypothes.is/users/sxzhbh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77"/>
              </a:rPr>
              <a:t>https://influence.co/sxzhbh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78"/>
              </a:rPr>
              <a:t>https://data.world/sxzhbh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79"/>
              </a:rPr>
              <a:t>https://community.arlo.com/t5/user/viewprofilepage/user-id/934693</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80"/>
              </a:rPr>
              <a:t>https://www.fitday.com/fitness/forums/members/sxzhbh.html</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81"/>
              </a:rPr>
              <a:t>https://www.renderosity.com/users/id:1426722</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82"/>
              </a:rPr>
              <a:t>https://www.speedrun.com/users/sxzhbh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83"/>
              </a:rPr>
              <a:t>https://www.storeboard.com/sxzhbh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84"/>
              </a:rPr>
              <a:t>https://developer.tobii.com/community-forums/members/sxzhbh/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85"/>
              </a:rPr>
              <a:t>https://tupalo.com/en/users/5792694</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86"/>
              </a:rPr>
              <a:t>https://linkfly.to/sxzhbh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87"/>
              </a:rPr>
              <a:t>https://rentry.co/fh9gm</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88"/>
              </a:rPr>
              <a:t>https://www.bitsdujour.com/profiles/Ilikt2</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89"/>
              </a:rPr>
              <a:t>https://www.dermandar.com/user/sxzhbh/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90"/>
              </a:rPr>
              <a:t>https://www.bahamaslocal.com/userprofile/264910/sxzhbh.html</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91"/>
              </a:rPr>
              <a:t>https://qooh.me/sxzhbh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92"/>
              </a:rPr>
              <a:t>https://www.chordie.com/forum/profile.php?id=1781698</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93"/>
              </a:rPr>
              <a:t>https://www.fimfiction.net/user/659148/sxzhbh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94"/>
              </a:rPr>
              <a:t>https://bn4.cari.com.my/home.php?mod=space&amp;uid=2610810&amp;do=profile</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95"/>
              </a:rPr>
              <a:t>https://bikeindex.org/users/sxzhbh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96"/>
              </a:rPr>
              <a:t>https://www.diggerslist.com/sxzhbh/about</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97"/>
              </a:rPr>
              <a:t>http://molbiol.ru/forums/index.php?showuser=1310312</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98"/>
              </a:rPr>
              <a:t>https://keymander.iogear.com/profile/67564/sxzhbh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99"/>
              </a:rPr>
              <a:t>https://www.manga-news.com/index.php/membre/sxzhbh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00"/>
              </a:rPr>
              <a:t>https://able2know.org/user/sxzhbh/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01"/>
              </a:rPr>
              <a:t>https://myopportunity.com/profile/sxzhbh/sl</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02"/>
              </a:rPr>
              <a:t>https://public.sitejot.com/sxzhbh.html</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03"/>
              </a:rPr>
              <a:t>https://inkbunny.net/sxzhbh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04"/>
              </a:rPr>
              <a:t>http://www.invelos.com/UserProfile.aspx?Alias=sxzhbh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05"/>
              </a:rPr>
              <a:t>https://zzb.bz/cAoXY</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06"/>
              </a:rPr>
              <a:t>https://englishbaby.com/findfriends/gallery/detail/2467155</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07"/>
              </a:rPr>
              <a:t>https://myapple.pl/users/429435-sxzhbh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08"/>
              </a:rPr>
              <a:t>https://nhattao.com/members/sxzhbh.6340306/</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09"/>
              </a:rPr>
              <a:t>https://py.checkio.org/class/sxzhbh/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10"/>
              </a:rPr>
              <a:t>https://www.equinenow.com/farm/sxzhbh.htm</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11"/>
              </a:rPr>
              <a:t>https://www.rctech.net/forum/members/sxzhbh-338775.html</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12"/>
              </a:rPr>
              <a:t>https://js.checkio.org/class/sxzhbh/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13"/>
              </a:rPr>
              <a:t>https://gettogether.community/profile/96786/</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14"/>
              </a:rPr>
              <a:t>https://www.careercup.com/user?id=4882397403807744</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15"/>
              </a:rPr>
              <a:t>https://www.metroflog.co/sxzhbh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16"/>
              </a:rPr>
              <a:t>http://krachelart.com/UserProfile/tabid/43/UserId/1254478/Default.aspx</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17"/>
              </a:rPr>
              <a:t>https://manylink.co/@sxzhbh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18"/>
              </a:rPr>
              <a:t>https://satori.lv/profile/-20857</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19"/>
              </a:rPr>
              <a:t>https://www.arabnet.me/english/startups/sxzhbh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20"/>
              </a:rPr>
              <a:t>https://www.bigbasstabs.com/profile/71730.html</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21"/>
              </a:rPr>
              <a:t>https://creatorsbank.com/sxzhbh/profile/</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22"/>
              </a:rPr>
              <a:t>https://forum.dzpknews.com/space-uid-602975.html</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23"/>
              </a:rPr>
              <a:t>https://www.funddreamer.com/users/sxzhbh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24"/>
              </a:rPr>
              <a:t>https://www.clickasnap.com/profile/sxzhbh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25"/>
              </a:rPr>
              <a:t>https://answerpail.com/index.php/user/sxzhbh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26"/>
              </a:rPr>
              <a:t>https://www.warriorforum.com/members/sxzhbh.html</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27"/>
              </a:rPr>
              <a:t>https://www.opencode.net/sxzhbh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28"/>
              </a:rPr>
              <a:t>https://www.pling.com/u/sxzhbh/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29"/>
              </a:rPr>
              <a:t>https://vnvista.com/hi/127195</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30"/>
              </a:rPr>
              <a:t>https://atlas.dustforce.com/user/sxzhbh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31"/>
              </a:rPr>
              <a:t>https://muare.vn/shop/lan-do-44/811663</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32"/>
              </a:rPr>
              <a:t>https://www.theexeterdaily.co.uk/users/sxzhbh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33"/>
              </a:rPr>
              <a:t>http://gendou.com/user/sxzhbh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34"/>
              </a:rPr>
              <a:t>http://mayfever.crowdfundhq.com/users/sxzhbh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35"/>
              </a:rPr>
              <a:t>https://forums.auran.com/members/sxzhbh.1250543/#about</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36"/>
              </a:rPr>
              <a:t>https://www.7sky.life/members/sxzhbh/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37"/>
              </a:rPr>
              <a:t>https://www.ohay.tv/profile/sxzhbh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38"/>
              </a:rPr>
              <a:t>https://pitchwall.co/user/sxzhbh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39"/>
              </a:rPr>
              <a:t>https://commiss.io/sxzhbh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40"/>
              </a:rPr>
              <a:t>https://www.angrybirdsnest.com/members/sxzhbh/profile/</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41"/>
              </a:rPr>
              <a:t>https://www.bookemon.com/member-home/sxzhbh/1017332</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42"/>
              </a:rPr>
              <a:t>https://tudomuaban.com/chi-tiet-rao-vat/1973820/sxzhbh.html</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43"/>
              </a:rPr>
              <a:t>https://blog.clickteam.jp/forums/users/sxzhbh/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44"/>
              </a:rPr>
              <a:t>https://favinks.com/profile/sxzhbh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45"/>
              </a:rPr>
              <a:t>https://www.foroatletismo.com/foro/members/sxzhbh.html</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46"/>
              </a:rPr>
              <a:t>https://www.playping.com/sxzhbh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47"/>
              </a:rPr>
              <a:t>http://www.stwx.net/space-uid-5839214.html</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48"/>
              </a:rPr>
              <a:t>http://winnipeg.pinklink.ca/author/sxzhbh/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49"/>
              </a:rPr>
              <a:t>https://freestyler.ws/user/425126/sxzhbh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50"/>
              </a:rPr>
              <a:t>https://mecabricks.com/en/user/sxzhbh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51"/>
              </a:rPr>
              <a:t>https://gamebuino.com/@sxzhbh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52"/>
              </a:rPr>
              <a:t>https://metaldevastationradio.com/sxzhbh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53"/>
              </a:rPr>
              <a:t>https://www.showmethesite.us/lazychicken/ActivityFeed/MyProfile/tabid/2622/UserId/352363/Default.aspx</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54"/>
              </a:rPr>
              <a:t>http://www.disonde.com/jishu/bbs/home.php?mod=space&amp;uid=1082388</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55"/>
              </a:rPr>
              <a:t>https://www.gamingtop100.net/server/20007/sxzhbh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56"/>
              </a:rPr>
              <a:t>https://matkafasi.com/user/sxzhbh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57"/>
              </a:rPr>
              <a:t>https://advancedsitestats.com/sxzhbh.com/</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58"/>
              </a:rPr>
              <a:t>https://cryptomonnaies.me/user/sxzhbh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59"/>
              </a:rPr>
              <a:t>http://egamingsupply.com/forum/member.php/63134-sxzhbh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60"/>
              </a:rPr>
              <a:t>https://www.homepokergames.com/vbforum/member.php?u=89632</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61"/>
              </a:rPr>
              <a:t>https://drivehud.com/forums/users/dohoanglan3564/</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62"/>
              </a:rPr>
              <a:t>https://www.iglinks.io/dohoanglan3564-fh2</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63"/>
              </a:rPr>
              <a:t>http://inuyasha-fanfiction.com/viewuser.php?uid=50688</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64"/>
              </a:rPr>
              <a:t>https://ardec.ca/en/profile/UX8XA</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65"/>
              </a:rPr>
              <a:t>https://vacationinsiderguide.com/user/sxzhbh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66"/>
              </a:rPr>
              <a:t>https://www.mochub.com/user/58619</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67"/>
              </a:rPr>
              <a:t>https://www.singlel.ink/u/8f85ffaf-e2803082</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68"/>
              </a:rPr>
              <a:t>https://kaeuchi.jp/forums/users/sxzhbh/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69"/>
              </a:rPr>
              <a:t>http://compcar.ru/forum/member.php?u=100850</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70"/>
              </a:rPr>
              <a:t>https://b.io/sxzhbh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71"/>
              </a:rPr>
              <a:t>https://dsred.com/home.php?mod=space&amp;uid=2981644</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72"/>
              </a:rPr>
              <a:t>https://wakelet.com/@sxzhbh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73"/>
              </a:rPr>
              <a:t>https://www.credly.com/users/sxzhbh/badges</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74"/>
              </a:rPr>
              <a:t>https://www.hd.club.tw/space-uid-2950964.html</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75"/>
              </a:rPr>
              <a:t>https://www.multichain.com/qa/user/sxzhbh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76"/>
              </a:rPr>
              <a:t>https://blog.ulifestyle.com.hk/sxzhbh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77"/>
              </a:rPr>
              <a:t>https://dixxodrom.ru/forums/users/sxzhbh/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78"/>
              </a:rPr>
              <a:t>http://dtan.thaiembassy.de/uncategorized/2562/?mingleforumaction=profile&amp;id=142743</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79"/>
              </a:rPr>
              <a:t>http://programujte.com/profil/50648-sxzhbh/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80"/>
              </a:rPr>
              <a:t>http://www.biblesupport.com/user/568047-sxzhbh/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81"/>
              </a:rPr>
              <a:t>http://www.trainingpages.com/author/sxzhbh/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82"/>
              </a:rPr>
              <a:t>https://2019.phillytechweek.com/people/sxzhbh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83"/>
              </a:rPr>
              <a:t>https://because-gus.com/forums/participants/sxzhbh/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84"/>
              </a:rPr>
              <a:t>https://en.bio-protocol.org/userhome.aspx?id=1460822</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85"/>
              </a:rPr>
              <a:t>https://castbox.fm/episode/id5683546-id650373074?country=us</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86"/>
              </a:rPr>
              <a:t>https://gitlab.software.imdea.org/sxzhbh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87"/>
              </a:rPr>
              <a:t>https://themalachiteforest.com/community/profile/sxzhbh/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88"/>
              </a:rPr>
              <a:t>https://vws.vektor-inc.co.jp/forums/users/sxzhbh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89"/>
              </a:rPr>
              <a:t>https://wmart.kz/forum/user/139816/</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90"/>
              </a:rPr>
              <a:t>https://writeupcafe.com/profile/sxzhbh/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91"/>
              </a:rPr>
              <a:t>https://www.australia-australie.com/membres/sxzhbh/profile/</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92"/>
              </a:rPr>
              <a:t>https://www.babyweb.cz/uzivatele/d655d688d1c88a</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93"/>
              </a:rPr>
              <a:t>https://www.fantasyplanet.cz/diskuzni-fora/users/sxzhbh/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94"/>
              </a:rPr>
              <a:t>https://www.flyingsolo.com.au/members/sxzhbh/profile/</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95"/>
              </a:rPr>
              <a:t>https://www.inventoridigiochi.it/membri/sxzhbh/profile/</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96"/>
              </a:rPr>
              <a:t>https://www.litteratureaudio.com/membre/sxzhbh/profil</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97"/>
              </a:rPr>
              <a:t>https://www.mtg-forum.de/user/64833-sxzhbh/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98"/>
              </a:rPr>
              <a:t>https://www.pixilart.com/sxzhbh/about</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99"/>
              </a:rPr>
              <a:t>https://www.quia.com/profiles/sxzhbh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00"/>
              </a:rPr>
              <a:t>https://www.serialzone.cz/uzivatele/201948-sxzhbh/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01"/>
              </a:rPr>
              <a:t>https://www.shippingexplorer.net/en/user/sxzhbh/98608</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02"/>
              </a:rPr>
              <a:t>https://www.telix.pl/forums/users/sxzhbh/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03"/>
              </a:rPr>
              <a:t>https://www.vevioz.com/sxzhbh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04"/>
              </a:rPr>
              <a:t>https://www.zotero.org/sxzhbh/cv</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05"/>
              </a:rPr>
              <a:t>http://vetstate.ru/forum/?PAGE_NAME=profile_view&amp;UID=94714</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06"/>
              </a:rPr>
              <a:t>http://www.4mark.net/story/10737425/sxzhbh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07"/>
              </a:rPr>
              <a:t>https://freemasonry.social/@sxzhbh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08"/>
              </a:rPr>
              <a:t>https://ticketbud.com/events/9d344b2a-88e5-11ee-ad1f-42010a71702b</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09"/>
              </a:rPr>
              <a:t>https://www.microlinkinc.com/site/sxzhbh.com</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10"/>
              </a:rPr>
              <a:t>http://www.orangepi.org/orangepibbsen/home.php?mod=space&amp;uid=4509907</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11"/>
              </a:rPr>
              <a:t>https://www.joindota.com/users/2204981-sxzhbh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12"/>
              </a:rPr>
              <a:t>https://completed.com/individual/30569348/sxzh-bh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13"/>
              </a:rPr>
              <a:t>https://git.metabarcoding.org/sxzhbh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14"/>
              </a:rPr>
              <a:t>https://www.mchinese.ca/home.php?mod=space&amp;uid=1125058</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15"/>
              </a:rPr>
              <a:t>https://mstdn.social/@sxzhbh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16"/>
              </a:rPr>
              <a:t>https://fairy.id/@sxzhbh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17"/>
              </a:rPr>
              <a:t>https://fontstruct.com/fontstructors/2361787/sxzhbh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18"/>
              </a:rPr>
              <a:t>https://www.algebra.com/tutors/aboutme.mpl?userid=sxzhbh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19"/>
              </a:rPr>
              <a:t>https://glints.com/vn/profile/public/b8aa3d01-d4f9-425f-9f1c-71a955981b97</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20"/>
              </a:rPr>
              <a:t>https://original.misterpoll.com/users/5412495</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21"/>
              </a:rPr>
              <a:t>http://bbs.sdhuifa.com/home.php?mod=space&amp;uid=403148</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22"/>
              </a:rPr>
              <a:t>http://onlineboxing.net/jforum/user/editDone/261043.page</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23"/>
              </a:rPr>
              <a:t>https://www.rcuniverse.com/forum/members/sxzhbh.html</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24"/>
              </a:rPr>
              <a:t>https://videos.muvizu.com/Profile/sxzhbh/Latest/</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25"/>
              </a:rPr>
              <a:t>http://80.82.64.206/user/sxzhbh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26"/>
              </a:rPr>
              <a:t>https://pixelfed.de/sxzhbh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27"/>
              </a:rPr>
              <a:t>https://liulo.fm/sxzhbh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28"/>
              </a:rPr>
              <a:t>https://community.alteryx.com/t5/user/viewprofilepage/user-id/523718</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29"/>
              </a:rPr>
              <a:t>https://blog.ss-blog.jp/_pages/mobile/step/index?u=https://sxzhbh.com/</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30"/>
              </a:rPr>
              <a:t>https://sc.hkex.com.hk/TuniS/sxzhbh.com</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31"/>
              </a:rPr>
              <a:t>https://bit.ly/m/sxzhbh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32"/>
              </a:rPr>
              <a:t>https://pbase.com/sxzhbh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33"/>
              </a:rPr>
              <a:t>https://www.docdroid.net/oC8WFny/sxzhbh-docx</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34"/>
              </a:rPr>
              <a:t>http://maisoncarlos.com/UserProfile/tabid/42/userId/1799253/Default.aspx</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35"/>
              </a:rPr>
              <a:t>https://beermapping.com/account/sxzhbh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36"/>
              </a:rPr>
              <a:t>https://muckrack.com/sxzhbh/bio</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37"/>
              </a:rPr>
              <a:t>http://matdo.sangnhuong.com/member.php?u=97258</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38"/>
              </a:rPr>
              <a:t>http://caphe.sangnhuong.com/member.php?u=100223</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39"/>
              </a:rPr>
              <a:t>https://emplois.fhpmco.fr/author/sxzhbh/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40"/>
              </a:rPr>
              <a:t>https://clinfowiki.win/wiki/User:Sxzhbh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41"/>
              </a:rPr>
              <a:t>https://kst.com.vn/user/sxzhbh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42"/>
              </a:rPr>
              <a:t>https://help.orrs.de/user/sxzhbh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43"/>
              </a:rPr>
              <a:t>https://www.giveawayoftheday.com/forums/profile/153519</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44"/>
              </a:rPr>
              <a:t>https://www.kfz-betrieb.vogel.de/community/user/dohoanglan3564</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45"/>
              </a:rPr>
              <a:t>https://apk.tw/space-uid-5989095.html</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46"/>
              </a:rPr>
              <a:t>https://www.notebook.ai/@sxzhbh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47"/>
              </a:rPr>
              <a:t>https://youdontneedwp.com/sxzhbh/my-new-post-6715ec91-db8a-46c2-a28c-45a67d95951b</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48"/>
              </a:rPr>
              <a:t>https://descubre.beqbe.com/p/sxzhbh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49"/>
              </a:rPr>
              <a:t>https://www.youmagine.com/sxzhbh/designs</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50"/>
              </a:rPr>
              <a:t>http://www.so0912.com/home.php?mod=space&amp;uid=1960647</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51"/>
              </a:rPr>
              <a:t>https://eternagame.org/players/343368</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52"/>
              </a:rPr>
              <a:t>https://www.freelistingusa.com/listings/sxzhbh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53"/>
              </a:rPr>
              <a:t>https://www.projectnoah.org/users/sxzhbh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54"/>
              </a:rPr>
              <a:t>https://bookrastinating.com/user/sxzhbh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55"/>
              </a:rPr>
              <a:t>https://spiderum.com/nguoi-dung/sxzhbh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56"/>
              </a:rPr>
              <a:t>https://meetup.furryfederation.com/events/23f93b4b-9ef6-4ace-8f2b-2761078fc234</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57"/>
              </a:rPr>
              <a:t>https://www.growkudos.com/profile/sxzh_bh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58"/>
              </a:rPr>
              <a:t>https://mobilizon.it/events/ecbde9fc-38bd-4ac7-8324-f4cecea1784b</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59"/>
              </a:rPr>
              <a:t>https://www.espace-recettes.fr/profile/sxzhbh/645594</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60"/>
              </a:rPr>
              <a:t>https://www.imagekind.com/MemberProfile.aspx?MID=0cc64033-2680-426d-92d0-a71f5fb4d22d</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61"/>
              </a:rPr>
              <a:t>https://forums.worldwarriors.net/profile/sxzhbh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62"/>
              </a:rPr>
              <a:t>https://pythondevs.social/sxzhbh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63"/>
              </a:rPr>
              <a:t>https://cadillacsociety.com/users/sxzhbh/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64"/>
              </a:rPr>
              <a:t>https://www.fz.se/medlem/338075</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65"/>
              </a:rPr>
              <a:t>http://gioxach.sangnhuong.com/member.php?u=98474</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66"/>
              </a:rPr>
              <a:t>http://caycanh.sangnhuong.com/member.php?u=33182</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67"/>
              </a:rPr>
              <a:t>http://www.chenjiagou.net/home.php?mod=space&amp;uid=188223</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68"/>
              </a:rPr>
              <a:t>https://chiasesuckhoe.com/profile/sxzhbh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69"/>
              </a:rPr>
              <a:t>http://cuuho.sangnhuong.com/member.php?u=96290</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70"/>
              </a:rPr>
              <a:t>https://www.pixiv.net/en/users/100725007</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71"/>
              </a:rPr>
              <a:t>https://itvnn.net/member.php?130130-sxzhbh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72"/>
              </a:rPr>
              <a:t>https://community.amd.com/t5/user/viewprofilepage/user-id/399643</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73"/>
              </a:rPr>
              <a:t>https://www.click4r.com/posts/g/13062139/</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74"/>
              </a:rPr>
              <a:t>https://app.scholasticahq.com/scholars/244438-sxzh-bh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75"/>
              </a:rPr>
              <a:t>https://hub.safe.com/users/sxzhbh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76"/>
              </a:rPr>
              <a:t>https://glose.com/u/sxzhbh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77"/>
              </a:rPr>
              <a:t>https://www.faceparty.com/sxzhbh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78"/>
              </a:rPr>
              <a:t>https://edshelf.com/profile/sxzhbh/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79"/>
              </a:rPr>
              <a:t>https://schoolido.lu/user/sxzhbh/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80"/>
              </a:rPr>
              <a:t>https://www.itchyforum.com/en/member.php?277376-sxzhbh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81"/>
              </a:rPr>
              <a:t>https://www.tzportfolio.com/help/forum/profile/sxzhbh.html</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82"/>
              </a:rPr>
              <a:t>https://meuanunciogratis.com.br/index.php/author/sxzhbh/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83"/>
              </a:rPr>
              <a:t>https://rotorbuilds.com/profile/27532</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84"/>
              </a:rPr>
              <a:t>https://shoplook.io/profile/sxzhbh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85"/>
              </a:rPr>
              <a:t>https://www.kniterate.com/community/users/sxzhbh/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86"/>
              </a:rPr>
              <a:t>https://code.datasciencedojo.com/sxzhbh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87"/>
              </a:rPr>
              <a:t>https://www.vbulletin.org/forum/member.php?u=572693</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88"/>
              </a:rPr>
              <a:t>https://www.gisbbs.cn/user_uid_1975139.html</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89"/>
              </a:rPr>
              <a:t>https://codepen.io/sxzhbh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90"/>
              </a:rPr>
              <a:t>https://community.opengroup.org/sxzhbh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91"/>
              </a:rPr>
              <a:t>https://www.furaffinity.net/user/sxzhbh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92"/>
              </a:rPr>
              <a:t>https://forum.epicbrowser.com/profile.php?id=27696</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93"/>
              </a:rPr>
              <a:t>https://ioby.org/users/dohoanglan3564742040</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94"/>
              </a:rPr>
              <a:t>https://kythuatphancung.vn/forum/index.php?/profile/134297-sxzhbh/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95"/>
              </a:rPr>
              <a:t>https://www.icheckmovies.com/profiles/sxzhbh/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96"/>
              </a:rPr>
              <a:t>http://www.jbt4.com/home.php?mod=space&amp;uid=8517433</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97"/>
              </a:rPr>
              <a:t>https://tess.elixir-europe.org/users/sxzhbh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98"/>
              </a:rPr>
              <a:t>https://us.enrollbusiness.com/BusinessProfile/6468779/sxzhbh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99"/>
              </a:rPr>
              <a:t>https://globalcatalog.com/sxzhbh.cn</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00"/>
              </a:rPr>
              <a:t>https://www.teafish.cc/home.php?mod=space&amp;uid=2576679</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01"/>
              </a:rPr>
              <a:t>https://git.industra.space/sxzhbh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02"/>
              </a:rPr>
              <a:t>https://gitlab.aicrowd.com/sxzhbh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03"/>
              </a:rPr>
              <a:t>https://www.swanmei.com/space-uid-2855786.html</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04"/>
              </a:rPr>
              <a:t>https://linkspreed.com/sxzhbh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05"/>
              </a:rPr>
              <a:t>http://l-avt.ru/support/dialog/?PAGE_NAME=profile_view&amp;UID=57734</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06"/>
              </a:rPr>
              <a:t>https://www.ujkh.ru/forum.php?PAGE_NAME=profile_view&amp;UID=108698</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07"/>
              </a:rPr>
              <a:t>https://richs5star.breakawayiris.com/ActivityFeed/MyProfile/tabid/749/userId/535480/Default.aspx</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08"/>
              </a:rPr>
              <a:t>https://bbs.weipubao.cn/home.php?mod=space&amp;uid=3136086</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09"/>
              </a:rPr>
              <a:t>https://jszst.com.cn/home.php?mod=space&amp;uid=2422074</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10"/>
              </a:rPr>
              <a:t>https://byfc0396.com/home.php?mod=space&amp;uid=3105094</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11"/>
              </a:rPr>
              <a:t>https://redleaflogic.biz/pukiwiki-1.4.7_notb/index.php?sxzhbh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12"/>
              </a:rPr>
              <a:t>https://macro.market/company/sxzhbh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13"/>
              </a:rPr>
              <a:t>https://fliphtml5.com/homepage/bkooh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14"/>
              </a:rPr>
              <a:t>https://motion-gallery.net/users/565801</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15"/>
              </a:rPr>
              <a:t>https://linkmix.co/19935585</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16"/>
              </a:rPr>
              <a:t>https://potofu.me/sxzhbh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17"/>
              </a:rPr>
              <a:t>https://digitaltibetan.win/wiki/User:Sxzhbh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18"/>
              </a:rPr>
              <a:t>https://moparwiki.win/wiki/User:Sxzhbh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19"/>
              </a:rPr>
              <a:t>https://mobilizon.envs.net/events/b4ba184d-b603-4cbb-9f71-964432eb6582</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20"/>
              </a:rPr>
              <a:t>https://www.atseo.eu/site/sxzhbh.com/fiche</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21"/>
              </a:rPr>
              <a:t>https://yoomark.com/content/sxzhbh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22"/>
              </a:rPr>
              <a:t>https://virt.club/sxzhbh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23"/>
              </a:rPr>
              <a:t>https://www.photofrnd.com/sxzhbh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24"/>
              </a:rPr>
              <a:t>http://www.vsem.org.vn/member.php?5431-sxzhbh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25"/>
              </a:rPr>
              <a:t>https://thearticlesdirectory.co.uk/members/dohoanglan3564/</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26"/>
              </a:rPr>
              <a:t>https://social.urgclub.com/sxzhbh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27"/>
              </a:rPr>
              <a:t>https://www.cgarchitect.com/members/sxzhbh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28"/>
              </a:rPr>
              <a:t>http://www.travelful.net/location/5289091/trungquoc/sxzhbh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29"/>
              </a:rPr>
              <a:t>https://www.startupranking.com/sxzhbh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30"/>
              </a:rPr>
              <a:t>https://webarticleservices.com/members/sxzhbh/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31"/>
              </a:rPr>
              <a:t>https://forum.index.hu/User/UserDescription?u=1970109</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32"/>
              </a:rPr>
              <a:t>https://www.abclinuxu.cz/lide/sxzhbh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333"/>
              </a:rPr>
              <a:t>https://community.fabric.microsoft.com/t5/user/viewprofilepage/user-id/650185</a:t>
            </a:r>
            <a:endParaRPr sz="900" u="sng">
              <a:solidFill>
                <a:schemeClr val="hlink"/>
              </a:solidFill>
            </a:endParaRPr>
          </a:p>
          <a:p>
            <a:pPr indent="0" lvl="0" marL="0" rtl="0" algn="l">
              <a:spcBef>
                <a:spcPts val="0"/>
              </a:spcBef>
              <a:spcAft>
                <a:spcPts val="0"/>
              </a:spcAft>
              <a:buNone/>
            </a:pPr>
            <a:r>
              <a:t/>
            </a:r>
            <a:endParaRPr sz="900" u="sng">
              <a:solidFill>
                <a:srgbClr val="1155CC"/>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ctrTitle"/>
          </p:nvPr>
        </p:nvSpPr>
        <p:spPr>
          <a:xfrm>
            <a:off x="311700" y="226525"/>
            <a:ext cx="8520600" cy="792600"/>
          </a:xfrm>
          <a:prstGeom prst="rect">
            <a:avLst/>
          </a:prstGeom>
        </p:spPr>
        <p:txBody>
          <a:bodyPr anchorCtr="0" anchor="b" bIns="91425" lIns="91425" spcFirstLastPara="1" rIns="91425" wrap="square" tIns="91425">
            <a:noAutofit/>
          </a:bodyPr>
          <a:lstStyle/>
          <a:p>
            <a:pPr indent="0" lvl="0" marL="0" rtl="0" algn="l">
              <a:lnSpc>
                <a:spcPct val="121000"/>
              </a:lnSpc>
              <a:spcBef>
                <a:spcPts val="2000"/>
              </a:spcBef>
              <a:spcAft>
                <a:spcPts val="0"/>
              </a:spcAft>
              <a:buNone/>
            </a:pPr>
            <a:r>
              <a:rPr lang="vi" sz="1900"/>
              <a:t>Liên Kết Hữu Ích </a:t>
            </a:r>
            <a:endParaRPr/>
          </a:p>
        </p:txBody>
      </p:sp>
      <p:sp>
        <p:nvSpPr>
          <p:cNvPr id="87" name="Google Shape;87;p18"/>
          <p:cNvSpPr txBox="1"/>
          <p:nvPr>
            <p:ph idx="1" type="subTitle"/>
          </p:nvPr>
        </p:nvSpPr>
        <p:spPr>
          <a:xfrm>
            <a:off x="901050" y="1074625"/>
            <a:ext cx="7317900" cy="3989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vi" sz="900" u="sng">
                <a:solidFill>
                  <a:schemeClr val="hlink"/>
                </a:solidFill>
                <a:hlinkClick r:id="rId3"/>
              </a:rPr>
              <a:t>https://sites.google.com/view/sxzhbh/trang-ch%E1%BB%A7</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4"/>
              </a:rPr>
              <a:t>https://sxzhbh.wixsite.com/sxzhbh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5"/>
              </a:rPr>
              <a:t>https://www.liveinternet.ru/users/sxzhbh/blog#post502163611</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6"/>
              </a:rPr>
              <a:t>https://sxzhbh.gitbook.io/sxzhbh/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7"/>
              </a:rPr>
              <a:t>https://sxzhbh.webflow.io/</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8"/>
              </a:rPr>
              <a:t>https://sxzhbh.mystrikingly.com/</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9"/>
              </a:rPr>
              <a:t>https://sxzhbh.seesaa.net/article/501527443.html</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0"/>
              </a:rPr>
              <a:t>https://telegra.ph/sxzhbh-11-22</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1"/>
              </a:rPr>
              <a:t>https://sxzhbh.hashnode.dev/sxzhbh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2"/>
              </a:rPr>
              <a:t>https://sxzhbh.bravesites.com/</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3"/>
              </a:rPr>
              <a:t>https://sxzhbh.blogspot.com/2023/11/sxzhbh.html</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4"/>
              </a:rPr>
              <a:t>https://sxzhbh.doorkeeper.jp/</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5"/>
              </a:rPr>
              <a:t>https://sxzhbh.splashthat.com/</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6"/>
              </a:rPr>
              <a:t>https://postheaven.net/2b8x78nn2h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7"/>
              </a:rPr>
              <a:t>https://sxzhbh.onlc.ml/</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8"/>
              </a:rPr>
              <a:t>https://all4webs.com/sxzhbh/home.htm?63189=56232</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9"/>
              </a:rPr>
              <a:t>http://sxzhbh.website3.me/</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0"/>
              </a:rPr>
              <a:t>https://sxzhbh.onlc.eu/</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1"/>
              </a:rPr>
              <a:t>https://sxzhbh.onlc.be/</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2"/>
              </a:rPr>
              <a:t>https://sxzhbh.onlc.fr/</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3"/>
              </a:rPr>
              <a:t>https://educatorpages.com/site/sxzhbh/pages/about-me</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4"/>
              </a:rPr>
              <a:t>https://655d803734459.site123.me/</a:t>
            </a:r>
            <a:endParaRPr sz="900" u="sng">
              <a:solidFill>
                <a:schemeClr val="hlink"/>
              </a:solidFill>
            </a:endParaRPr>
          </a:p>
          <a:p>
            <a:pPr indent="0" lvl="0" marL="0" rtl="0" algn="l">
              <a:spcBef>
                <a:spcPts val="0"/>
              </a:spcBef>
              <a:spcAft>
                <a:spcPts val="0"/>
              </a:spcAft>
              <a:buNone/>
            </a:pPr>
            <a:r>
              <a:t/>
            </a:r>
            <a:endParaRPr sz="900" u="sng">
              <a:solidFill>
                <a:srgbClr val="1155CC"/>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ctrTitle"/>
          </p:nvPr>
        </p:nvSpPr>
        <p:spPr>
          <a:xfrm>
            <a:off x="311700" y="744575"/>
            <a:ext cx="8520600" cy="705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vi"/>
              <a:t>lINK GOV EDU</a:t>
            </a:r>
            <a:endParaRPr/>
          </a:p>
        </p:txBody>
      </p:sp>
      <p:sp>
        <p:nvSpPr>
          <p:cNvPr id="93" name="Google Shape;93;p19"/>
          <p:cNvSpPr txBox="1"/>
          <p:nvPr>
            <p:ph idx="1" type="subTitle"/>
          </p:nvPr>
        </p:nvSpPr>
        <p:spPr>
          <a:xfrm>
            <a:off x="311700" y="1657750"/>
            <a:ext cx="8520600" cy="2182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vi" sz="900" u="sng">
                <a:solidFill>
                  <a:schemeClr val="hlink"/>
                </a:solidFill>
                <a:hlinkClick r:id="rId3"/>
              </a:rPr>
              <a:t>https://www.kzntreasury.gov.za/Lists/FRAUD%20RISK%20ASSESSMENT%20QUESTIONNAIRE/DispForm.aspx?ID=45768</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4"/>
              </a:rPr>
              <a:t>https://medicine.ju.edu.jo/Lists/ConfReg/AllItems.aspx?Paged=TRUE&amp;p_ID=49592</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5"/>
              </a:rPr>
              <a:t>https://tapchivatuyentap.tlu.edu.vn/Activity-Feed/My-Profile/UserId/14229</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6"/>
              </a:rPr>
              <a:t>https://lwccareers.lindsey.edu/profiles/3963761-sxzh-bh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7"/>
              </a:rPr>
              <a:t>https://ml007.k12.sd.us/PI/Lists/Post%20Tech%20Integration%20Survey/DispForm.aspx?ID=13624</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8"/>
              </a:rPr>
              <a:t>http://www.ctump.edu.vn/Default.aspx?tabid=115&amp;userId=14671</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9"/>
              </a:rPr>
              <a:t>https://info.undp.org/docs/dao/UNSP2015/Lists/PostSurvey/Item/displayifs.aspx?List=6e146e50-e299-46da-a20e-b9e885dace29&amp;ID=43494</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0"/>
              </a:rPr>
              <a:t>https://aiti.edu.vn/members/sxzhbh.85313/</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1"/>
              </a:rPr>
              <a:t>https://www.dmidcroms.com/CRS/Lists/DMIDCROMS%20Resources%20Feedback/DispForm.aspx?ID=15194</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2"/>
              </a:rPr>
              <a:t>https://vnmu.edu.vn/members/sxzhbh.120384/</a:t>
            </a:r>
            <a:endParaRPr sz="9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3"/>
              </a:rPr>
              <a:t>https://www.gov.bn/Lists/eDarussalam%20Survey/DispForm.aspx?ID=105415</a:t>
            </a:r>
            <a:endParaRPr sz="10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4"/>
              </a:rPr>
              <a:t>https://waterchartlcpy.onwr.go.th/question/sxzhbh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5"/>
              </a:rPr>
              <a:t>https://securitiesregulationmonitor.com/Lists/Contacts/DispForm.aspx?ID=8208</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6"/>
              </a:rPr>
              <a:t>https://pimrec.pnu.edu.ua/members/sxzhbh/profile/</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7"/>
              </a:rPr>
              <a:t>https://ucgp.jujuy.edu.ar/profile/sxzhbh/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8"/>
              </a:rPr>
              <a:t>https://kenhsinhvien.edu.vn/members/sxzhbh.11827/</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19"/>
              </a:rPr>
              <a:t>https://sen.edu.vn/members/sxzhbh.15658/</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0"/>
              </a:rPr>
              <a:t>https://grupoperuinnova.edu.pe/members/sxzhbh/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1"/>
              </a:rPr>
              <a:t>https://hauionline.edu.vn/members/sxzhbh.11382/</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2"/>
              </a:rPr>
              <a:t>https://independent.academia.edu/sxzhbh</a:t>
            </a:r>
            <a:endParaRPr sz="900" u="sng">
              <a:solidFill>
                <a:schemeClr val="hlink"/>
              </a:solidFill>
            </a:endParaRPr>
          </a:p>
          <a:p>
            <a:pPr indent="0" lvl="0" marL="0" rtl="0" algn="l">
              <a:lnSpc>
                <a:spcPct val="115000"/>
              </a:lnSpc>
              <a:spcBef>
                <a:spcPts val="0"/>
              </a:spcBef>
              <a:spcAft>
                <a:spcPts val="0"/>
              </a:spcAft>
              <a:buNone/>
            </a:pPr>
            <a:r>
              <a:rPr lang="vi" sz="900" u="sng">
                <a:solidFill>
                  <a:schemeClr val="hlink"/>
                </a:solidFill>
                <a:hlinkClick r:id="rId23"/>
              </a:rPr>
              <a:t>http://dukccq.dongnai.gov.vn/Lists/HisCounter/DispForm.aspx?ID=967268</a:t>
            </a:r>
            <a:endParaRPr sz="900" u="sng">
              <a:solidFill>
                <a:schemeClr val="hlink"/>
              </a:solidFill>
            </a:endParaRPr>
          </a:p>
          <a:p>
            <a:pPr indent="0" lvl="0" marL="0" rtl="0" algn="ctr">
              <a:spcBef>
                <a:spcPts val="0"/>
              </a:spcBef>
              <a:spcAft>
                <a:spcPts val="0"/>
              </a:spcAft>
              <a:buNone/>
            </a:pPr>
            <a:r>
              <a:t/>
            </a:r>
            <a:endParaRPr sz="900" u="sng">
              <a:solidFill>
                <a:srgbClr val="1155CC"/>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