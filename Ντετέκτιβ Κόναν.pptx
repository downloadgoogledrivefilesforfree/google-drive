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Κλειστή γνωστή Βιετνάμ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Κλειστό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βιετναμέζικα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στο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γνώστης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επίσκεψη διάσημος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διάσημους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ταινίες conan εξέφρασε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δείτε 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 το δικό του αίμα κόμικ πλήρες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κινούμενο σχέδιο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 φωνητική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παρακολούθηση ταινιών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περίφημη ΣΗΜΕΙΩΣΗ</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α nime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δράμα εμπλέκεται tu διάσημο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conan κόμικς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πλήρης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 κινούμενα σχέδια conan 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hinh conan κωμικά</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Κλειστό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διάσημο long tieng</a:t>
            </a:r>
            <a:endParaRPr>
              <a:solidFill>
                <a:schemeClr val="dk1"/>
              </a:solidFill>
            </a:endParaRPr>
          </a:p>
          <a:p>
            <a:pPr indent="0" lvl="0" marL="0" rtl="0" algn="l">
              <a:spcBef>
                <a:spcPts val="0"/>
              </a:spcBef>
              <a:spcAft>
                <a:spcPts val="0"/>
              </a:spcAft>
              <a:buNone/>
            </a:pPr>
            <a:r>
              <a:rPr lang="vi">
                <a:solidFill>
                  <a:schemeClr val="dk1"/>
                </a:solidFill>
              </a:rPr>
              <a:t>διάσημος ντετέκτιβ conan βιετναμέζικα φωνή</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Κλειστή γνωστή Βιετνάμ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Κλειστό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βιετναμέζικα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στο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γνώστης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επίσκεψη διάσημος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διάσημους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ταινίες conan εξέφρασε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δείτε 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 το δικό του αίμα κόμικ πλήρες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κινούμενο σχέδιο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 φωνητική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παρακολούθηση ταινιών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περίφημη ΣΗΜΕΙΩΣΗ</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α nime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δράμα εμπλέκεται tu διάσημο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conan κόμικς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πλήρης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 κινούμενα σχέδια conan 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hinh conan κωμικά</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Κλειστό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διάσημο long tieng</a:t>
            </a:r>
            <a:endParaRPr>
              <a:solidFill>
                <a:schemeClr val="dk1"/>
              </a:solidFill>
            </a:endParaRPr>
          </a:p>
          <a:p>
            <a:pPr indent="0" lvl="0" marL="0" rtl="0" algn="l">
              <a:spcBef>
                <a:spcPts val="0"/>
              </a:spcBef>
              <a:spcAft>
                <a:spcPts val="0"/>
              </a:spcAft>
              <a:buNone/>
            </a:pPr>
            <a:r>
              <a:rPr lang="vi">
                <a:solidFill>
                  <a:schemeClr val="dk1"/>
                </a:solidFill>
              </a:rPr>
              <a:t>διάσημος ντετέκτιβ conan βιετναμέζικα φωνή</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Κλειστή γνωστή Βιετνάμ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Κλειστό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βιετναμέζικα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στο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γνώστης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επίσκεψη διάσημος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διάσημους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ταινίες conan εξέφρασε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δείτε 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 το δικό του αίμα κόμικ πλήρες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κινούμενο σχέδιο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 φωνητική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παρακολούθηση ταινιών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περίφημη ΣΗΜΕΙΩΣΗ</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α nime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δράμα εμπλέκεται tu διάσημο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conan κόμικς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πλήρης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 κινούμενα σχέδια conan 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hinh conan κωμικά</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Κλειστό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διάσημο long tieng</a:t>
            </a:r>
            <a:endParaRPr>
              <a:solidFill>
                <a:schemeClr val="dk1"/>
              </a:solidFill>
            </a:endParaRPr>
          </a:p>
          <a:p>
            <a:pPr indent="0" lvl="0" marL="0" rtl="0" algn="l">
              <a:spcBef>
                <a:spcPts val="0"/>
              </a:spcBef>
              <a:spcAft>
                <a:spcPts val="0"/>
              </a:spcAft>
              <a:buNone/>
            </a:pPr>
            <a:r>
              <a:rPr lang="vi">
                <a:solidFill>
                  <a:schemeClr val="dk1"/>
                </a:solidFill>
              </a:rPr>
              <a:t>διάσημος ντετέκτιβ conan βιετναμέζικα φωνή</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Κλειστή γνωστή Βιετνάμ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Κλειστό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βιετναμέζικα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στο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γνώστης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επίσκεψη διάσημος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διάσημους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ταινίες conan εξέφρασε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δείτε 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 το δικό του αίμα κόμικ πλήρες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κινούμενο σχέδιο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 φωνητική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παρακολούθηση ταινιών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περίφημη ΣΗΜΕΙΩΣΗ</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α nime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δράμα εμπλέκεται tu διάσημο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conan κόμικς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πλήρης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 κινούμενα σχέδια conan 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hinh conan κωμικά</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Κλειστό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διάσημο long tieng</a:t>
            </a:r>
            <a:endParaRPr>
              <a:solidFill>
                <a:schemeClr val="dk1"/>
              </a:solidFill>
            </a:endParaRPr>
          </a:p>
          <a:p>
            <a:pPr indent="0" lvl="0" marL="0" rtl="0" algn="l">
              <a:spcBef>
                <a:spcPts val="0"/>
              </a:spcBef>
              <a:spcAft>
                <a:spcPts val="0"/>
              </a:spcAft>
              <a:buNone/>
            </a:pPr>
            <a:r>
              <a:rPr lang="vi">
                <a:solidFill>
                  <a:schemeClr val="dk1"/>
                </a:solidFill>
              </a:rPr>
              <a:t>διάσημος ντετέκτιβ conan βιετναμέζικα φωνή</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Κλειστή γνωστή Βιετνάμ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Κλειστό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βιετναμέζικα</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στο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διάσημος ντετέκτιβ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γνώστης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επίσκεψη διάσημος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conan διάσημους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ταινίες conan εξέφρασε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δείτε 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 το δικό του αίμα κόμικ πλήρες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κινούμενο σχέδιο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 φωνητική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παρακολούθηση ταινιών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ρολόι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περίφημη ΣΗΜΕΙΩΣΗ</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Θήκη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α nime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βλέποντας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δράμα εμπλέκεται tu διάσημο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γελοιογραφία conan κόμικς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διάσημος ντετέκτιβ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υπόθεση Κλειστή</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ΣΗΜΕΙΩΣΕΙΣ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κινουμένων σχεδίων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διάσημος ντετέκτιβ πλήρης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ταινία conan διάσημος ντετέκτιβ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παρακολουθώντας κινούμενα σχέδια conan hoat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hinh conan κωμικά</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κινούμενα σχέδια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Κλειστό επεισόδιο</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διάσημο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διάσημο long tieng</a:t>
            </a:r>
            <a:endParaRPr>
              <a:solidFill>
                <a:schemeClr val="dk1"/>
              </a:solidFill>
            </a:endParaRPr>
          </a:p>
          <a:p>
            <a:pPr indent="0" lvl="0" marL="0" rtl="0" algn="l">
              <a:spcBef>
                <a:spcPts val="0"/>
              </a:spcBef>
              <a:spcAft>
                <a:spcPts val="0"/>
              </a:spcAft>
              <a:buNone/>
            </a:pPr>
            <a:r>
              <a:rPr lang="vi">
                <a:solidFill>
                  <a:schemeClr val="dk1"/>
                </a:solidFill>
              </a:rPr>
              <a:t>διάσημος ντετέκτιβ conan βιετναμέζικα φωνή</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Ντετέκτιβ Κόναν</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7867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Χρειάζεται να πληρώσετε για να παρακολουθήσετε τον ντετέκτιβ Conan με πλήρη μεταγλώττιση;</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Ένα πράγμα που πολλοί άνθρωποι που αγαπούν τον διάσημο ντετέκτιβ Conan θέλουν να μάθουν είναι αν κοστίζει η παρακολούθηση; Για να μάθετε εάν η "παρακολούθηση ντετέκτιβ Conan dubbing film" κοστίζει ή όχι και ποια πλατφόρμα παρέχει τις υπηρεσίες υψηλής ποιότητας, μείνετε συντονισμένοι!</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Το Detective Conan είναι ένα εξαιρετικά δημοφιλές ιαπωνικό ντετέκτιβ animation. Ως αποτέλεσμα, δεν υπάρχουν ιστότοποι ταινιών στο διαδίκτυο που ανεβάζουν την έκδοση μεταγλώττισης της σειράς. Συγκεκριμένα, εάν πληρώνετε ένα τέλος για να παρακολουθείτε ταινίες Conan στο διαδίκτυο, εναπόκειται σε εσάς να το παρακολουθήσετε σε ποιον ιστότοπο. Επί του παρόντος, υπάρχουν πολλοί ιστότοποι που επιτρέπουν στους χρήστες να παρακολουθούν δωρεάν το Detective Conan vietsub. Υπάρχουν όμως και ορισμένοι ιστότοποι που απαιτούν πληρωμή για προβολή.</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Ποιο να επιλέξετε μεταξύ του ντετέκτιβ Conan vietsub και της μεταγλώττισης;</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Αυτό εξαρτάται από τα αγαπημένα σας. Μερικοί άνθρωποι επιθυμούν να παρακολουθήσουν την έκδοση vietsub, αλλά υπάρχουν επίσης άτομα που είναι τεμπέληνα να διαβάσουν το υποδίκτυο και προτιμούν να παρακολουθούν την μεταγλωττισμένη έκδοση. Εν κατακλείδι, απλώς επιλέξτε έναν αξιόπιστο διαδικτυακό ιστότοπο ταινιών, τότε η ποιότητα του ντετέκτιβ Conan subbed ή μεταγλώττισης δεν διαφέρει.</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14317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Υψηλής ποιότητας ιστότοπος που παρέχει τον ντετέκτιβ Conan με μεταγλώττιση</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1118575"/>
            <a:ext cx="8520600" cy="3285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Ποιες ιστοσελίδες λοιπόν παρέχουν υψηλής ποιότητας ταινία με ντετέκτιβ Conan; Αν και υπάρχουν πολλοί ιστότοποι που έχουν ανεβάσει αυτήν τη σειρά, αλλά ένας από τους καλύτερους είναι το pops.vn. Η δέσμευση του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Γρηγορότερη ενημέρωση για νέα επεισόδια Conan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Υψηλής ποιότητας ταινίες Full HD, έντονος ήχος</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Γρήγορη σύνδεση, χωρίς καθυστέρηση</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Εντελώς δωρεάν</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Προσαρμοσμένο σε όλες τις ηλεκτρονικές συσκευές</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Ποικιλία διαφορετικής ψυχαγωγίας</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Επομένως, εάν θέλετε να παρακολουθήσετε ολόκληρο το ντετέκτιβ Conan, μεταβείτε στον ιστότοπο Pops.vn. Δεν θα σας απογοητεύσουμε!</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