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Tertutup terkenal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 detektif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pada 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 terkenaldetektif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filemkendaraan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lawatanterkenal conan tuan thuyết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conandetektif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FilemConan disuarakan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vietsubAnimated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tfull komik darahnya sendiri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bersuara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filem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tuCATATAN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kartunTertutup</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detective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terlibat tu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terkenal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terkenal tieng panjang</a:t>
            </a:r>
            <a:endParaRPr>
              <a:solidFill>
                <a:schemeClr val="dk1"/>
              </a:solidFill>
            </a:endParaRPr>
          </a:p>
          <a:p>
            <a:pPr indent="0" lvl="0" marL="0" rtl="0" algn="l">
              <a:spcBef>
                <a:spcPts val="0"/>
              </a:spcBef>
              <a:spcAft>
                <a:spcPts val="0"/>
              </a:spcAft>
              <a:buNone/>
            </a:pPr>
            <a:r>
              <a:rPr lang="vi">
                <a:solidFill>
                  <a:schemeClr val="dk1"/>
                </a:solidFill>
              </a:rPr>
              <a:t>detektif terkenal conan Vietnamover voiceover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Tertutup terkenal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 detektif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pada 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 terkenaldetektif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filemkendaraan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lawatanterkenal conan tuan thuyết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conandetektif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FilemConan disuarakan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vietsubAnimated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tfull komik darahnya sendiri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bersuara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filem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tuCATATAN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kartunTertutup</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detective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terlibat tu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terkenal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terkenal tieng panjang</a:t>
            </a:r>
            <a:endParaRPr>
              <a:solidFill>
                <a:schemeClr val="dk1"/>
              </a:solidFill>
            </a:endParaRPr>
          </a:p>
          <a:p>
            <a:pPr indent="0" lvl="0" marL="0" rtl="0" algn="l">
              <a:spcBef>
                <a:spcPts val="0"/>
              </a:spcBef>
              <a:spcAft>
                <a:spcPts val="0"/>
              </a:spcAft>
              <a:buNone/>
            </a:pPr>
            <a:r>
              <a:rPr lang="vi">
                <a:solidFill>
                  <a:schemeClr val="dk1"/>
                </a:solidFill>
              </a:rPr>
              <a:t>detektif terkenal conan Vietnamover voiceover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Tertutup terkenal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 detektif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pada 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 terkenaldetektif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filemkendaraan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lawatanterkenal conan tuan thuyết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conandetektif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FilemConan disuarakan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vietsubAnimated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tfull komik darahnya sendiri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bersuara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filem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tuCATATAN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kartunTertutup</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detective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terlibat tu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terkenal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terkenal tieng panjang</a:t>
            </a:r>
            <a:endParaRPr>
              <a:solidFill>
                <a:schemeClr val="dk1"/>
              </a:solidFill>
            </a:endParaRPr>
          </a:p>
          <a:p>
            <a:pPr indent="0" lvl="0" marL="0" rtl="0" algn="l">
              <a:spcBef>
                <a:spcPts val="0"/>
              </a:spcBef>
              <a:spcAft>
                <a:spcPts val="0"/>
              </a:spcAft>
              <a:buNone/>
            </a:pPr>
            <a:r>
              <a:rPr lang="vi">
                <a:solidFill>
                  <a:schemeClr val="dk1"/>
                </a:solidFill>
              </a:rPr>
              <a:t>detektif terkenal conan Vietnamover voiceover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Tertutup terkenal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 detektif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pada 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 terkenaldetektif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filemkendaraan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lawatanterkenal conan tuan thuyết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conandetektif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FilemConan disuarakan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vietsubAnimated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tfull komik darahnya sendiri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bersuara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filem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tuCATATAN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kartunTertutup</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detective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terlibat tu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terkenal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terkenal tieng panjang</a:t>
            </a:r>
            <a:endParaRPr>
              <a:solidFill>
                <a:schemeClr val="dk1"/>
              </a:solidFill>
            </a:endParaRPr>
          </a:p>
          <a:p>
            <a:pPr indent="0" lvl="0" marL="0" rtl="0" algn="l">
              <a:spcBef>
                <a:spcPts val="0"/>
              </a:spcBef>
              <a:spcAft>
                <a:spcPts val="0"/>
              </a:spcAft>
              <a:buNone/>
            </a:pPr>
            <a:r>
              <a:rPr lang="vi">
                <a:solidFill>
                  <a:schemeClr val="dk1"/>
                </a:solidFill>
              </a:rPr>
              <a:t>detektif terkenal conan Vietnamover voiceover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Tertutup terkenal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 detektif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pada 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 terkenaldetektif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filemkendaraan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lawatanterkenal conan tuan thuyết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conandetektif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FilemConan disuarakan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vietsubAnimated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tfull komik darahnya sendiri</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bersuara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filem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detective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tuCATATAN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kartunTertutup</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detective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terkenal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terlibat tu terkenal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terkenal detektif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CATATAN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detective terkenal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terkenal detektif</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menonton 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komik</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kartun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Kes Closed episod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terkenal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terkenal tieng panjang</a:t>
            </a:r>
            <a:endParaRPr>
              <a:solidFill>
                <a:schemeClr val="dk1"/>
              </a:solidFill>
            </a:endParaRPr>
          </a:p>
          <a:p>
            <a:pPr indent="0" lvl="0" marL="0" rtl="0" algn="l">
              <a:spcBef>
                <a:spcPts val="0"/>
              </a:spcBef>
              <a:spcAft>
                <a:spcPts val="0"/>
              </a:spcAft>
              <a:buNone/>
            </a:pPr>
            <a:r>
              <a:rPr lang="vi">
                <a:solidFill>
                  <a:schemeClr val="dk1"/>
                </a:solidFill>
              </a:rPr>
              <a:t>detektif terkenal conan Vietnamover voiceover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Detektif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Adakah anda perlu membayar untuk menonton detektif Conan yang dijuluki penuh?</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Satu perkara yang ingin diketahui oleh banyak orang yang menyukai detektif terkenal Conan adalah adakah kos untuk menonton? Untuk mengetahui sama ada "menonton filem detektif Conan dubbing" kos atau tidak dan platform mana yang menyediakan perkhidmatan berkualiti tinggi, nantikan!</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adalah animasi detektif Jepun yang sangat popular. Hasilnya, tidak ada laman web filem dalam talian yang memuat naik versi dubbing siri ini. Khususnya, jika anda membayar yuran untuk menonton filem Conan dalam talian, terserah anda untuk menontonnya di laman web mana. Pada masa ini, terdapat banyak laman web yang membolehkan pengguna menonton vietsub Detective Conan secara percuma. Tetapi ada juga beberapa laman web yang memerlukan pembayaran untuk dilihat.</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Mana yang harus dipilih antara versi Detektif Conan vietsub dan dubbing?</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Ini bergantung pada kegemaran anda. Sebilangan orang suka menonton versi vietsub tetapi ada juga orang yang malas membaca sub dan lebih suka menonton versi yang dijuluki. Kesimpulannya, pilih saja laman web filem dalam talian yang terkenal, maka kualiti detektif Conan subbed atau dijuluki tidak berbeza.</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721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Laman web berkualiti tinggi yang menyediakan Detective Conan yang dijuluki</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1094350"/>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Jadi laman web manakah yang menyediakan filem yang dijuluki Detective Conan berkualiti tinggi? Walaupun terdapat banyak laman web yang memuat naik siri ini tetapi salah satu yang terbaik adalah pops.vn. Komitmen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Kemas kini terpantas pada episod Conan baru</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Filem HD penuh berkualiti tinggi, suara yang jelas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Sambungan pantas, tidak ketinggalan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Sepenuhnya percuma</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Disesuaikan dengan semua e-peranti</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Pelbagai hiburan berbeza</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Oleh itu, jika anda ingin menonton Detective Conan yang lengkap, sila akses ke laman web Pops.vn. Kami tidak akan mengecewakan anda!</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