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4" r:id="rId3"/>
    <p:sldId id="263" r:id="rId4"/>
    <p:sldId id="262" r:id="rId5"/>
    <p:sldId id="26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D86C8"/>
    <a:srgbClr val="2E91FE"/>
    <a:srgbClr val="0270CA"/>
    <a:srgbClr val="0075CC"/>
    <a:srgbClr val="FFFDEF"/>
    <a:srgbClr val="3747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8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DBFE5-5151-8DB4-2E6A-1B55418F8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19BB37-1DA5-CC80-DCB3-C541BE0C8D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6711E-40CD-CF11-A393-EA1A3357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A0C6C-FBC1-8B45-D9BA-4DC879DA9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CB158-2CB2-7FC3-2907-74E987DF7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232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9C353-9897-801B-C84F-AD943C177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CEC1-5932-5C53-44A4-1C80527C70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75CF4-411E-0D43-EB3B-5A6DDDB8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9ED03-26A4-7687-FA1E-262FEC084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CF1001-798A-1B0C-9C14-88E8921EB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263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C385C-1BA0-DF8A-0E37-F4B4F7BC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316907-AC27-F832-ED92-1D198F90EF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B03D0-EDF5-74B4-5720-937760E1A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7BA01-68FD-0B5B-84FF-A8CA0DEE1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3ACF4-1345-DD2D-CC8D-F56027E5E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264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003CA-A829-D406-772D-A9B529F9C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03D90-0731-F688-1421-E8FD4D1B45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39F845-7719-F48B-AAF0-B5A7A4186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5D1479-2562-6564-5010-4717E6C9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1DE80-DA52-92F9-5A2A-F574BE9E0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4C598-8325-FC94-3B97-770AC5969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46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D6EA-0398-7D6A-06B2-53F2588A7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D4A690-BC34-593F-B671-5403A978A1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0800C-A3E9-3C7A-4559-2B1597A150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A36FB3-0502-DD85-1B35-94E3784E61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CFA20A-B108-7854-9B68-B8BC250C64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8DF933-F996-9C2C-5878-225BFA11D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49FC4C-E84F-82BE-258E-5E37EAE9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312905-311D-625F-3099-5B3F42256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3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45B07-0BE7-6DCB-AF88-B49C4D0BC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119C39-1A15-18A2-8B8E-A3922D3F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494342-0296-3CD1-FDB0-E071F1B7F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3A410-6473-4092-46F0-88A59D3E6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338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7C546-0908-D7D4-7FDD-87534CF7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5F4E92-19AC-7C74-C70F-F87E40FE6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C9FF5-773F-C304-4582-215B672B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6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C807-6B16-3889-3DAB-2EF0934CA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8D99F-B28E-524F-A633-65DCDF5C3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A8EAE-7ECF-975B-897E-D5C898569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41288A-868A-B6BA-8508-643120749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27D66-EC66-E0F2-ED1B-09AF8FB26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45509-361A-75C3-0F05-0E260AD79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02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25F34-47DD-B651-5E65-37B21C5E6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B02D64-8849-B379-D031-A55D5A6B61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FEEEA-E00B-825E-40DE-C113978BB8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49A77F-2EE8-F18D-B70B-368AA555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DB1A3-9DBB-9521-BFEF-EB0A5A629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2FEA1-401E-2281-5A4F-EF3F6BEDB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75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93742-2D10-C5F8-8BB0-6665374CE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910C1-A349-294E-746F-151E174AF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F2B88-8B15-E6E5-CBBD-DD4FCFCA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01479-AC9F-B557-DF22-7FD3C42A8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1C6D7-8782-E836-5386-7C6A5ADF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144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A36F9C-8D76-C52F-CCBB-F0BB2F7CE0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2D20F-954E-DDE9-F118-1014DD154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DFDAC-6BB7-E1A9-FEAD-244DBA71A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F784B-12A0-AC1A-2E13-9020E4566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5942AD-41A0-3B31-06C5-4C71248D4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53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915C5A-AD28-DCAB-576C-4543A0656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29341-C36A-8427-8C1A-A49C2D46A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6D86E-7630-8D1F-A33D-470572C74D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6CAA24-A949-4487-9D2D-2BC2A60AC7CB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B2579-A37D-98AF-8082-5C110ECB2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FB565C-45BC-69CC-9366-4EDBE0B3E4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A6FA89-C3D3-49CC-9E68-B528374F63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8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factatesting.org/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Oranges in a fruit tree farm">
            <a:extLst>
              <a:ext uri="{FF2B5EF4-FFF2-40B4-BE49-F238E27FC236}">
                <a16:creationId xmlns:a16="http://schemas.microsoft.com/office/drawing/2014/main" id="{4A9F3C45-7166-B94A-A611-D430018D84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9" b="6682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76BA8022-3D16-652B-0BE2-4D2A6C8494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19554" y="4171127"/>
            <a:ext cx="9952892" cy="1350442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Updates to the FCS Joint Council Conference</a:t>
            </a:r>
          </a:p>
          <a:p>
            <a:r>
              <a:rPr lang="en-US" sz="3600" dirty="0">
                <a:solidFill>
                  <a:srgbClr val="FFFFFF"/>
                </a:solidFill>
              </a:rPr>
              <a:t>June 2025</a:t>
            </a:r>
          </a:p>
        </p:txBody>
      </p:sp>
      <p:pic>
        <p:nvPicPr>
          <p:cNvPr id="7" name="Picture 6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578BE7D6-1B96-65A5-A3E1-94030289C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6330" y="1065912"/>
            <a:ext cx="7519339" cy="216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7588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1D86C8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31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2BC598-6183-B659-C838-1072243C9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1421" y="643467"/>
            <a:ext cx="840915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579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8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AE2719-BFF8-95C8-80C1-8F9630D58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1469" y="1887415"/>
            <a:ext cx="10369062" cy="438443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Striving to enhance professional testing practices</a:t>
            </a:r>
          </a:p>
          <a:p>
            <a:r>
              <a:rPr lang="en-US" dirty="0">
                <a:solidFill>
                  <a:schemeClr val="bg1"/>
                </a:solidFill>
              </a:rPr>
              <a:t>Join us at our 17</a:t>
            </a:r>
            <a:r>
              <a:rPr lang="en-US" baseline="30000" dirty="0">
                <a:solidFill>
                  <a:schemeClr val="bg1"/>
                </a:solidFill>
              </a:rPr>
              <a:t>th</a:t>
            </a:r>
            <a:r>
              <a:rPr lang="en-US" dirty="0">
                <a:solidFill>
                  <a:schemeClr val="bg1"/>
                </a:solidFill>
              </a:rPr>
              <a:t> Annual Conference </a:t>
            </a:r>
            <a:r>
              <a:rPr lang="en-US">
                <a:solidFill>
                  <a:schemeClr val="bg1"/>
                </a:solidFill>
              </a:rPr>
              <a:t>February 25-27, 2026 </a:t>
            </a:r>
            <a:r>
              <a:rPr lang="en-US" dirty="0">
                <a:solidFill>
                  <a:schemeClr val="bg1"/>
                </a:solidFill>
              </a:rPr>
              <a:t>at the University of Central Florida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factatesting.org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6" name="Content Placeholder 5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6977AFFF-F539-E955-165F-AB42198A272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741" y="353401"/>
            <a:ext cx="4606517" cy="1325564"/>
          </a:xfrm>
        </p:spPr>
      </p:pic>
    </p:spTree>
    <p:extLst>
      <p:ext uri="{BB962C8B-B14F-4D97-AF65-F5344CB8AC3E}">
        <p14:creationId xmlns:p14="http://schemas.microsoft.com/office/powerpoint/2010/main" val="3617038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86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7D924-F23B-9B89-87A8-893CE274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F96E-78FC-F65F-5821-1C58DC91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Updates</a:t>
            </a:r>
          </a:p>
        </p:txBody>
      </p:sp>
      <p:pic>
        <p:nvPicPr>
          <p:cNvPr id="5" name="Content Placeholder 4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065F32F2-781C-6D3F-0399-E3683FF25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699" y="5677528"/>
            <a:ext cx="4102301" cy="1180472"/>
          </a:xfr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449180"/>
              </p:ext>
            </p:extLst>
          </p:nvPr>
        </p:nvGraphicFramePr>
        <p:xfrm>
          <a:off x="1532792" y="3899856"/>
          <a:ext cx="8127975" cy="9499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709325">
                  <a:extLst>
                    <a:ext uri="{9D8B030D-6E8A-4147-A177-3AD203B41FA5}">
                      <a16:colId xmlns:a16="http://schemas.microsoft.com/office/drawing/2014/main" val="531805753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1627079607"/>
                    </a:ext>
                  </a:extLst>
                </a:gridCol>
                <a:gridCol w="2709325">
                  <a:extLst>
                    <a:ext uri="{9D8B030D-6E8A-4147-A177-3AD203B41FA5}">
                      <a16:colId xmlns:a16="http://schemas.microsoft.com/office/drawing/2014/main" val="1596399356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Level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2023-2024 Pass Rate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2024-2025 Pass Rate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34687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/>
                        <a:t>Statewide                                   (State and District)</a:t>
                      </a:r>
                      <a:endParaRPr sz="1600" b="1"/>
                    </a:p>
                  </a:txBody>
                  <a:tcPr marL="91450" marR="91450" marT="45725" marB="457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89%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u="none" strike="noStrike" cap="none" dirty="0"/>
                        <a:t>83%</a:t>
                      </a:r>
                      <a:endParaRPr sz="1600" b="1" dirty="0"/>
                    </a:p>
                  </a:txBody>
                  <a:tcPr marL="91450" marR="91450" marT="45725" marB="45725"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2187638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1403839" y="1814383"/>
            <a:ext cx="8256928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Civic Literacy</a:t>
            </a:r>
          </a:p>
          <a:p>
            <a:pPr marL="914400" lvl="1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Statewide FCLE Data</a:t>
            </a:r>
          </a:p>
          <a:p>
            <a:pPr marL="914400" lvl="1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Pass Rates from 2023-2024 to 2024-2025</a:t>
            </a:r>
          </a:p>
        </p:txBody>
      </p:sp>
      <p:sp>
        <p:nvSpPr>
          <p:cNvPr id="6" name="AutoShape 1" descr="data:image/png;base64,iVBORw0KGgoAAAANSUhEUgAABFcAAAFMCAYAAAAOd1MCAAAgAElEQVR4XuydBVhUW9fH/2OgoBiE2NjitQOxEUXFFhMb+5WwUFREMbDFQOzuQkWsa2Nid+dFQcRATFRi3n1mGBhggDmHYYSZdd7ne74rs2Pt397nzD7/WXstkZhdoIsIEAEiQASIABEgAkSACBABIkAEiAARIAJEQBABEYkrgrhRJSJABIgAESACRIAIEAEiQASIABEgAkSACEgIkLiSiReCOPZNJrYufaaJspVIXwNUOxEBTV4rNNV/lwDdq3+XP/VOBIgAESACRIAIEAEikDUIkLiSiedJk1+Y6YVNtQtPk9eKaklRa3wJ0L3KlxiVJwJEgAgQASJABIgAEdBGAkqLK+LISIh0dfHdtwNq7xyEJ74dM4zXreml4BJ7Cqenls2wPrJCw8q8MG/tXhIXugdjZddnmFR5MIrsDYCTWeYPo0MvbKpdgcqsFdX2mPVau7q0L46W3gaPdrFZz3glLBaLDqFjtsMYGbMCzZUor6jIz8NTMT7SBUu76sd/TPeqQJhUjQgQASJABIgAESACRECrCCQSV8R4gkmVzLDwfREY6Elf0EXiKpgasByvujZBzuWhGPf274grnKij3y0ARYrngTjmO/6ILDFljy9GNsjNa8I44aaWR1B8nVx5q6K313asG1qFVzvqKJz0hTnQtQ563Z6Ax8e7IlecAWmJK9znA4+ZwLgAEPvlB/I3GA2/vUNgpquOEaTcR0ovbGLsQaeKz+D9xA2mCqrL1ujsx8k/rNDFTyWiX1ZaIzIK3Fr583ghKldegi/FCyFn3Ad5yg3FiVNDUOz9YQy3mQC/N9L7pdWUrdjqXFFSp0rlZ1iR5IX8x96B0O9+WXK/ya7CbRbgxgrL+H/HhAdiat8xWHc7mv1NB80mrJe0CURgn0MXOB34mujvKZeXNRmBdV2qYW62tXi6p2WiCRZHh2L9wL6YfOqL5O/lOizAQWZLfvbflz0aoIFncHz5ph4XcHpKyUT1fwV6oOn8Oji2rz0Oyt0T4ug/EOvWxuz9G2BfNfOLkqndtaoQV7i5W9a2D8Reh+NF2tTEld+Pp6KRe01cy0Cx/e8+qah3IkAEiAARIAJEgAgQASKgHAGF4kr4NDFWdlfcgLznSkZ5sSjyXOH6KjupHq7GvXR/8uuB6lOq4+JdxS/hKQ2fa9vcIzc8zp6GfdE32DSiJTyOGmDGjVdwq6UcNK6U7CV/XezMeJuUr61cyUTiiugS+hi645p+HowLOITBptIXQWXElfVVZC+bv3B0RGPM0NmGSwsqKGdEXCnVvLgldClUXOFa+BEWggj2Pv/zyEBUGhokmcuBZcXMs8oARQ2UV422dhNhmG8X+It9E/3Sr6o1wgtwOgvLxBVFQgnwgnk1dcYH9wtY3VMf4uiHGFe9J7J738OMYgtSFFfKTK6Fqw+dFIpcnLlHhpaET6kLOOJWkrV5CUNKTkPNc8cx8PUoVHD9B9evD0Gh6JtwKjcb9S/6wmBaCYXlHctJ13LIzoFo6HwDOk3nJxNXni3tiE5XHXFzS0smLEZgvnU1BDsFY0mnWMk9cK2X9L8VX28xv9FIFNzmK7lvuPIJ94S031oTyuL8f5PA565Q9T2RziUAVdnz+9YU1JtUDZePSEVcElfSOzNUnwgQASJABIgAESACREAbCCglrkiFhA4otu8J+j+Qeq7sarAINrPO4sNPQ9Touw03VrXCsw0d0cLtKn4zcuU7bMRB9reXTMwYcLshREd3wGJTLJZarEHnZlNw4w/7rTtfF2w67wNLg084Os4aPVa9gX6+Sqhe+Ql+1Q9MdCwoqbgSvKMDLJfb4PTSx2jWXgdH3yyQvBhxL8xHbX5h2yCZb0fiaZS9OC95+BiOlSA55qTf7SCG7RJjRedgrB9gg1FbH+A79NF46B7JGPSCfNGrnT187/8A5+kyeNUx1NtfFH19pW0XqsAJLMPwaHof2M/5F2GRgJnNMvgddMDPWaVQ1yM/qte+i2+l/HDfKypZWz69dLB/ijNuVfXC9G5F4g2WF1d+Hh+NOmtaY301D3jmOoBDroUk5fiJK0yYYB4JNXfaSV5euWMSnabfZROhg1JsTvZvaA+THMDb4xPRtPcRxgDIbz4Wuxd/hbP1apwL+QyTIvbYEzwdFkHb0cV6kWQec+ZvjU0B01HnzEBUXJET9R8dxadhF3DK7TsW2PTFvEfZgD8GGLp1D2a2yiexOz3iigwQN3cFuj2FbC6BT/hXwRyUi7wMjx4dMPPoB2TPXQRdJ+zEcFE/NI3zYNJDYoFFyBr5cWwYWvRajYfhQL6ibbHk30PMEyISAbM6w85TuiYq2nhi07ZJsGDrXZGd3Fpp4FEevf73AutXvoK+SVusvXwIXQyT27/KowmerBmOXT8HYuZIc+SK81xRJK5wXhuVBhkjQE4ouT27Kfq9nI/rLucFiyuJ7yxOwOiFbCvOorlfPYwR74r3HklYo/LiR0J5F+YxEvP5MDrXO4G+E7/C7bB0faZ2ccLOAasQrOr5Az6tbIAlZ1M8Dhf9dh2smkdi6yOpUJRUXJEXJRrfX4/2bZbglkgHuvkbwtt/CTqWEit1T9RldVuyuk9jgGyGHbGN3ROWBsDzjYPQYtJdyXMxweNGsXfPH4X9P5cc+XvWsCQenXyI15+AfutOS47uRHH3YWNPnI/Jg1KNKkPkq4v5zAtJMg7bFbj/5zdiYhvA+8IqdDeVtvOkhi6O7iyJNeu+wX23LR5JRBROgLOD7pobcG94DY6FF6HZ063owk4HkbiiDVsBGiMRIAJEgAgQASJABIhAegmkeSyo0agL2OUSnUxc4WKuyHuu/Lo9AlV75MehBzNQMccnzGteDJ/cfsHuYim0OzgCNwPHoFCO23A0tUO5Q48xpirwenlTtL8xA1ec9ySqu7azEbZXe55MXJEdC2Jv6gh/XxZLb1/F4Eqc8GODvNteYUK1Q+hntAq2bw5KXgoUXYq8EjyPVseaV+dQdllRNFmQD+OPHkKHV45o7XAcHdb+gvXJ3HA+5Yh/X8xH+PQGGLqzIba/ccZRdoRK5rlifKw/TGz2o83iS5jX5DT6NRmF7C7P4JWtueQYUpV2npgwcQDES4spaKszNhaxxo02Z3F7XWOF4srW7pVwd9ATzDRbivpNIrA9SPorOz9xJcFz5UzvrajSm83XXRc2XxGsnfrYWecsDo1/jj56y9H6zVb0NmBHBHpY4W3fO/Bs758Qz0H0AI6lnFDGPwDci/GbFd3R9uY4BNqsQDHnfDhwf7HkpZLzNuj51B3Xl5rjV+AcWLkbYic7osK94GaEuPIzhTlYqNMW9SeVwJowf9T17QmrWT8w58IJiMYp77kiWyN1d9dA5fG/JGukl2g+OtqsQbPdhxEzdhDuNV6I7fP0Mbt2e5yush53mEBSr9wMVFscjjXdNqJX3XnQG3cDPvnsUWhgILqztTLFbA262SxFwTH34JO/LVsr4XF/Xyppu6THMyiyf/bFjfgysDjmRy7DtUsOKKTgWJBIXAFTT29HzzsD4gW1pPeEsseCZG0NjvMySdrO7/uzUa+vPvxuOeHzjPppiivy5U3BxNBeLXGl+0nMjvlfirbK+oz5vBed65yH0+3FaKHPiQJW8AkpiO/Rn1GojD12xokasvLygiL3t6TiyudzE2DeTx+HgzrBW25dhzAhsuHs+rhy4x+46K1I/Z4AJxZ1wNeZNzHDMhYBHjZYnn8VtlitS3SfzbeujY8TX2Hcm15o7N8Dl9kxpXxx3j31Lk3D5YaO8fdVQv/N4P2PFV4Me4CdI/TBCa2VpjGvoovdsKdtbdztc1nikcQxrVr9NVbEzsLjzn3w0+UoxjWIldyfLc4NxuMdZSWs7vS/LhFnxdEsRkuufegfsR4dwpcleq6s61ISTx2CMbd5LIkr6f2WpfpEgAgQASJABIgAESACWkFAsOdKUnHl9iwz1Pb8CBNDabSH2C/vUN31OebENofd3SWSWBh/XnigBnvZ/FDcRBITgoudAqOJWG23GV4/fRHgKY17osyxIM5zxWqpDS6wF8uIeTXQN2QtAjp6o8b8Zrh71B4pRWJJGk8jOypiYkAgplu+x6QaZtiqF/eyikD2620jnGq0D7tqjUfNSU9QtYUj+vTph37d6sJEVxqfRiau3B8iQru1idcMFwNkZ7WRaORRJ/7oCccpaVuFUzjJIvNcifm2DW1M78H9/Rw0zvEWM8y7IfvqS3CrKT3ikFpA28QxV8KgV30mjpzqi8j5TTEqcjUCpksPQnDeDVXHlsMF9sJ2sp8FJj9riqEDbdHJrinMmFCV6Nf9F16oWcGbzaM0tgc3j2JjR5xwv4nmckdJ/jxehnqNfVF8QE8M6dQRLRuYxMeKyQhx5XAKc3Cpz3aUt92N/HU7o0f3IbAfYgMz5kCT2rEg+bg8sjUyw/IH5jUsgfGXEs+zlcdzrK44CR2G7sJLnSLIGR4KPebNFHi9PFxNe+DfXLXRvncPDOrvBOuqubG1pwgOvoNwOmot6iASS1vqwTNoJtb2Xg1bdmSN88RxqLQH7UV2eNZlH1KyX96K1I4FJRUX5OulJq6kdSwoQew4DNvK3mh57DicmNh2Ow1xhfNSkS//6YADmm1qjXNMaMgR71lVFp7W3bHiWTbI4sZwohx3pMm9bj98dDuDVXFBV8Ou3kZk1RoopSsVD92iluPWCvP4YXJeOmOiNifypJHFIZKPudJLbwHMWwN7nrpIjweJbsCxyBzUu7YV2SbWTfWe4ALI3pnfCjbrjNB/WD90794UtYrlAtd3nZnM48tQJ+65GIaqrhfQ73YjnLflPG+Ym0vc9YfdV4r7n4vHLZvi0zQucHWsJE5OTVsdHH5sinHZjmDA7xVowzzOknrgdOi6HPciRYiNDIO+JRfHRiquyNrhut07sCT2NX6Bqd+7on/Q/PjjgvLeRuS5ohV7ARokESACRIAIEAEiQASIQDoJqExc4USL0X8OxQskMru4v8vEFS74Yc12MfB7PiNRbANOcBjFU1zhAp92EO3CKBYvo8lb5ilRPRgtOi1EWIvYFOPFcDbJH/nowY44lWZHgjqs/Yytg8KSiCu3MbZCTRyqJg2S+uX+XixctgzbNp7B12LuOP+8DzbJiSvn2QvzsJ2K43fIiyucDUnbupCEh4ydTFz5uLEbCjs9TfSCZtxtL+6uMVdKXJHFl+A8STqec8QtduTiEXvpUyyu9IUJM+B70C0c2eeLOQuOo+3mG5huneC50pi93NXoIIaf7CU0zmDuJT7pC7k4MgK3z/2LfcsXY0uEI66clbafEeIKJ1oomgPOvO8hl7Fm8Vxs3uqHp2FtsevLIUQMTN1zhRM5FK2RdZGJ4+zEfFsNq3zDETXiCi4t0U8kupWIDMaFDV7w2rQD/lfDMGDbLzQ7mFtOXAHWdhZh0oOUxRWJkKnA/nZy3lmpiSsZeSyIE0p6VluJuv6+GFtTehQvNXEleXnmeVLLCgvfmLAg2kyUZULAh58FUcbCSRKIVz6oMSesTK7fD+/HnJF4aii6FAlJisQV+ZgraYkb9a/5ok8xcar3hCw7z8/whzi17wR85q6E/pizcP/YEaOiNsWLmLK+FB2VUpm4EjsWp2v2g65PINyZ50oCk+TiSuTp0ag8tyx6/fBF4bUJR6tIXEnnNytVJwJEgAgQASJABIgAEdA6AioTV7hjQZXbx2LHUx/UZZ4Yoaf24XXNztDxSRBX2G/a7FiQLQw3P2Ku87kR/f4MjjyqgZb5mdeE3JGilI4FyQe0/XxuKGqzWCu7v/jE//o/6cwgHI5cy7w7Up5HeXHFQXKkyAyrvrvgzKsF+D6xKCwXGGPS0b3o8sEFlv380X7dS1ReVwbLdLxw5chw3BhTDN1XNmOeKItxg3kxzH7miP3356PqJXuJd0S1kf9i7bjCODthGiJd96Hh/lJynivBEs+H5G2twtcUY65wniodIFpyU/KixF2cJ4u10T1M/zEHQb3S9lyRvUhKA5kOQYE1gRin6y53XOEX+wW7MjaYBcKvz0E0KfMMc79zXjJgngBVsKjwERxjMSPi07xKjgUNg8HG02wedRDzPhCHH1VG84+jEokrXFyM5eWkRxBiPq9Fc6P7mByzWBI8NiPEFS7IsaI5KO0tQp8DjvBjx7pKb2iNMiPfSbxDSi0Uoetaa3g/24W+5QzivZ1SWyOx88xQa9JH9PYJwCybIKyZcAR1p1WAZ+XREDscxe7BTyRHwh4X9cSZFY9h0fwkRhx5hYm1mXeBiQtyeDzFLlMHmAy8IWljRq2taNNgXvyxIC7YclLPlYUFOym03/yCcjFXIJmvXoief0Hi7REb+RCuddIf0FaRFwm3PrkX9oSAtlyg20VoygSK3iYPknmdJL1TU/ay4Y6uWWFTlV04MSUh7KzUq+saxoawI0LsucNlDhr+nsVMkfNcSetYULwNSY67hbPjN7Xc/sEF/2zonuY9wQJO55mDpg8OSoLmyo7i3GFeKv/YAjseTY97Lh5lz8XWKOvfJ81jQbL+r9yQHgtK6rly5NFgHFRwLGh5rBP+rWAP3dU32P35U+LNMzJ0pkLPFal3ThfsLzoJt1gAYk745C46FqR1ewEaMBEgAkSACBABIkAEiEA6CaRLXPn9mLnM13Rj0RWP4hYL/HrF2wadpl2TBEg1qjEZvnEBXWWeK5ytv+8vQXub6ZKAkbly1obnAS7wJ3spmsVEljnBqQa0lY+5EhNbHxO3b8Eoy4ISBB82WKJZgBvubWqVKpKkwUo/sqCo8d4r/b+nENB2CwtCO1wS0DZn3lLo7nkQW0dWYQF8W6HRwOPIVnUmLt8dhdB5ndlnx/DmG1C4siN2nvNBPiYuyXuuRAUlb2vLyPcYnELMlaggFgvBIgIb3k0CwxR3/YJP2wq43vUFrI+WTfNYkPyv9JIXXydWhwU3DUshoK18oFuDGv2xdacTarDYFjPMreD1YgAOhU8DF7xTFvgzV86qmMFS2XZ7OiCRuBITfgr/s2Kpnz/mYol6DdB5yWYWhFP6+pYR4gp7rcflebbJ5qARzsCjTw9JQNtsuoZoyAIwc4GKdQInoGqzuXj3qw8OiLfEZwxKfY3EYLtzEzhveojPcoGLP7OjaS0m3QFMrFGnyEncCXFBwPuJeCsXYLd4NUdsPSMN4JxSQFtF4srD1fmS2e+/qjK2NC+RLOaK4mxBYEImS8XcYqJkLnLKpU1WlL6ZS7l8znpTmqmYOY+QWu7vFaRrrq4wFXPK5RPSO6ckrvxgR4f0Ox+CUdyRQm4NyY4LRe90QEeXawhnsZhyluiO3Ue4oMEJj4G0AtrKPzAUB5QVJwr+nNI9UYYFgm7JAkF/1tNBDhYMdxULhmvDguHK30+G1UfA17+vJM6RfLrqNp77sXZAIaQc0FaRuOKE4pznUPVxOJEkoG0lZoul7TZ8LFACzZuybEr/tcHVSyywrZxIIxv3mTFV4FX4dHyQbIngQgFt0/nVStWJABEgAkSACBABIkAEtI1AInEl6w7+E9ba1sQzp9csAGPWHUVSyxOlYtacYalMXNEwJOkajiavlXSBkVROnIo5/e1pTgsSbzaWgazGCenRJ+6iVMyaM780EiJABIgAESACRIAIEAH1Ecjy4ooYhzDIoDeut9yM8zs7Ir/62GV4T5r8wpxakMwMB6uBHWjyWlHFdHFxZ5rOr4NjLGiuJj0j0sPmz4tlsKy1DAXH++GIm+yoFcsQ1rYPxF6H41Nb072aHspUlwgQASJABIgAESACREBbCGR5cUWTJ0qTX5jphU21K1eT14qqSHHHc46W3gaPdtLYRXQlJ/Dz8FSMj3Rhx/cSAgbTvUorhQgQASJABIgAESACRIAIpE2AxJW0Gf21Epr8wkwvbKpdVpq8VlRLilrjS4DuVb7EqDwRIAJEgAgQASJABIiANhIgcSUTz7omvzDTC5tqF54mrxXVkqLW+BKge5UvMSpPBIgAESACRIAIEAEioI0ESFzRxlmnMRMBIkAEiAARIAJEgAgQASJABIgAESACKiNA4orKUFJDRIAIEAEiQASIABEgAkSACBABIkAEiIA2EiBxRRtnncZMBIgAESACRIAIEAEiQASIABEgAkSACKiMAIkrKkNJDREBIkAEiAARIAJEgAgQASJABIgAESAC2kiAxBVtnHUaMxEgAkSACBABIkAEiAARIAJEgAgQASKgMgIkrqgMJTVEBIgAESACRIAIEAEiQASIABEgAkSACGgjARJXtHHWacxEgAgQASJABIgAESACRIAIEAEiQASIgMoIkLiiMpTUEBEgAkSACBABIkAEiAARIAJEgAgQASKgjQQSiSt+B/y0kQGNmQgQASJABIgAESACRIAIEAEiQASIABEgArwIdOrYKb58MnGlvnU7Xo1RYSKgKQQCTx4CrX9Nmc2sOQ5uDZZomvCA/lujeBPgh2U/m/yt7qlfIkAEiAARIAJEgAj8dQKOeueQrY7xX7cj9voHtK1p8NftOHwrHDVNOv51OzgDboUdyDR7ZhJXMsWSICMyGwESVzLbjGifPSSuaN+c04iJABEgAkSACBCBzEmAxJXE80LiSvJ1yv0gSeJK5rx/yaq/TIDElb88AdQ9SFyhRUAEiAARIAJEgAgQgcxBgMQVElfSWokkrqRFiD7XWgIkrmjt1GeagZO4kmmmggwhAkSACBABIkAEtJwAiSskrqR1C5C4khYh+lxrCZC4orVTn2kGTuJKppkKMoQIEAEiQASIABHQcgIkrpC4ktYtQOJKWoToc60lQOKK1k59phl4esWVD+/eIuS/lyhWqgyMCxcVPC4KaCsYHVUkAkSACBABIkAENIRAesWVqD9/8PrxK8TExKB05XLIqaMjiEx6A9r+YXY8eBqE6OhoVP+nLHQE2qGKmCthH9/i9duXKFm0DEyMhO9V0xvQVpV7Zoq5ImhZUyVNJ0DiiqbPcOYfnxBx5eGt61g+3Q2P79xARHh4/CALGBiicm1zOE+bj3L/VOE1eBJXeOGiwkSACBABIkAEiIAGEhAiroS/+4jt89fgfuBtvA95JxFWuCt79uwoVKwwqjWsjV7jBqFAIUOliQkRV0LDPmLKgvU4y+x48zaxHSWKFkazhjUxbexgmBgXVNoOoeLK3cfXMX+lG+4/uYXPEZ/i+zMoaIhqlcwx0XEuKpapqrQdXEEh4kpG7ZlJXOE1dVRYWwiQuKItM515x8lXXNmzdhkWTnJB1O/fKQ5KV08PExeuRBu7vkoPnMQVpVFRQSJABIgAESACREBDCfAVV66fCsSSkZ74GvElVSIFDApi3KrpqFK/plLk+IorR05fxoDRs5iQkbodhgYFsHP5NFjWr6GUHULElS37lsNzsQt+R6W8V9XT1YOn60p0tumjlB1CxJWM3DOTuKL0tFFBTSGw0nshrFu1RrmKlVIcEokrmjLbmW8cb/57BUMjY+jlzZuqcXzElaO7t2HyUOmXUAEDg0ReK7JO5P++ZPdhNGzZRik4JK4ohYkKEQEiQASIABEgAhpMgI+4cu/iDUzrN5b94BWlFBG9PHkwbcdCVKhVOc3yfMSVMxdvosMAV/xW0o68efRwdJsXLGr+k6YdfMWVQ6d2w8ndLs12uQKcZ8/a+f6wqt9aqfJ8PFdO7N+FiQOUt2PhDn9ee2YSV5SaMiqkKQROHTsKF8ehKGRiAt8jJ5EvfwGFQyNxRVNmPHONI/zTB9y9fQu6ufVQu64FcuTMmarAV6JppzQH8DHsHbrXrYSvXyIwasZ81GtuA6dO1vj4Piy+rlEhEyw7cArnjh7AsumTUKhwEey9+Qy6ennSbJ/ElTQRUQEiQASIABEgAkRAwwkoK658j/iKEc364dP7j/FEipgWQ0xUDN6zIzncZWhijNy6uVlsvDfxZUzYMSHv01uQO49uqiSVFVfCmR3VWwxAmJwdpUsWQ1R0DILj7ChcyBh59HLjhZwdJZgdd09uZH9P3Q4+4sqH8DBY96qEL2yvKrsMDIwQHp7AqGABw0THhEyMi+DM7qfQy532XlVZceUT2xt3MzeT7JllV0FDI3z+lGBH0h8pjQsXxr6bz5XeM5O4ouEPAhpeAoGgly/RvUMr/IqMlPyxes3a2LhrH7IxdTTpReKK8JXz40h/1Hc6idojLmHDKFPhDWlYzcifP3D9ymXExErP2xYsaIBqNWtBJMqmcKTKeq54Og+C35b14ASUjaeuonCJknj17DGcOjRHWOhbmBQpCh//Uyhd3gzv3rxG/2Z18OnDBwwc4waHKTPTpEziSpqIqAARIAKZiMDX0Hm46jIXJSw2o+LItpnIMjKFCBCBrExAWXFlldtCHNm8L36oxcuYYsbuJYhl+79x7YYBYjHm+q+U/MA2xW4k3jwPii/bzakv+kxgZVK5lBVXnN0XYdUWv/iWypcpiZM7FyE6NhYN2v8PYva/C/uXI5dOTrToNQZP5exwdezDjuYMSdUOPuLK+NmDsct/fXx71SubY8uS41jAYq9s9l2B1s07Y86ENeg7shXuPrweX85pgBvGDvVMc9koK654Og9me+Z18e1VrmUOH7/jLF7hJOxZuxzNO3TBpKVr4NypJR6wOIaya5DLJAyfnLYdlC0ozalKuYDsBVK+hF7ROug3eRMcWin2hlCmO//hxph8rDwmHg+EXTmxMlWojBIEfnz7hm7tWiIkOEEh5qrZ9bHHxGnJbxZNElf+vFiA9i0WITQFTl29QzGlXawSFJUrQuJKck4xLCL7jatX8DPyR6IPS5YsjTLlyysEq4y4EhUVhdYVCiPiszR4bfFSpbHC/wyKlDTFm5fP4D6oFzzXbUeJMuXxNug/DO9ghRD2/7mrZJlyTIl/luakkriSJiIqQASIgJIEQq/1xYNFRxSWzoZyaLDgCnIrSBgRI/LHmZ4DYFjUDTUXuKTaG4krSk4GFSMCRIAXAWXEFS/HI+sAACAASURBVHGsGPY1OyDi02fpXqtcKczwXYoCRgXht3IHNnguk/y999gh6D6qPyI+fsbkrs54/Vy6NytR1hQ+Z7elapcy4oqYCTjFatniY7jUjorMjlO7FqMQs8Nr1U5MnLVC8ncPl0GYNKIf3jM7mvcYhSdxdpRndjw4vTlVO5QVV/5ER8G8bSF8+SqN+VKjigW2eZ9AdEwUuv2vMZ6+eIhWVp3gM2M3O74UiT4jW+D2/auSsqVKlkPArqdpzpMy4gq3Z25Vzph5rUjtqFqnrsSrO5rZN6RVI7x4/BDN2tli1kZmx69IOHZsjvs3rknnkceemTxX0pwuxQVkL5B5y1qhcZV8rNB7XD0QiHAUhvPBmxhcWZgwQuKKwAlJpZpYHIvBvXswr4FAhaXmLvaBTfvExy80SVyJDjuEpXOOgHNEDL9/GFdeRCNh3QIN7FegY3Vh61URUBJXklO5e+sGc31MiIguX6JK1eoSr5OklzLiSujrILSvVipR1aLFS2L5odNMaCkb//fg/15gWBtLhL0NSVT2/Nvvabo5krii+mcStUgEtJVAxKs1CDkm/TXw8xNf/GKnFw3/6QodIyCb2BTl7NyQU0GyChJXtHXF0LiJQOYhoIy48i4oBMMa9pAYXdqsLGbs8YZ+wfzYvXgTti1Yk2gwMoHl2+cvmNxtBF49fiH5fPuDf5Enf8px+ZQRV14GvYVZk56S9iozO07uXAzDgvkw03szpnkleG5wn8sElk+fv8LabhQexNnx4e5h5E/FDmXFleB3QWhkW1piS53q9ZnHygnmvCNG12GN8PDpnXgmDc2tsGHhvyyjUhTzYGmB63ek720Pz3xL82iQMuKK/J65hkUD+OxndrD/DWrZEE/vJ9hRt0kzLNnL7GBijJMtE3quXJLYoeyemcQVgfesohfIlyubodO8J/HHIYL8h8Fp0iEEsR+rs+cpj26eO+HWsTDrMRwXvB0xYek5fGUnBHQMrTDKxwf5NpaH+7GEnOecR8HkVh9xeFpHeO56iZ+srEH5/pi1fRYaGL7EIqtG2PSqEaxs7+L0AQPydklhLn0WzsOaZd4pzjSXZ37bvoOoWCkhiJQmiSvyA3/kbY4ei98mO7Lz7rgrhrhsi1+rAxb4YYTEAyvxWtUragUnLx/0sSgAcdRb7HO1w8wDLxANHZRq5IGl6+xhdEJ6LKh8i+4oeGsXrn4UoWBlV2zeNxKmLMTI94fLMGrofFx9GwVRzsJoNWobZg43w/M42+q16oiHJw+gvKNmHCsKevkCr15JvzAVXdnYsaDa5hbIo6+f6GNlxJWXTGXvXi958DOzajWw9dyt+Pb6NKmJx3dvJ+t+/82nEq+W1C4SVwR+SVA1IkAEUiVw18cQ79metfaIcBSsJxX4w5/Ox6NVSxEZ+gPZdUuiXLtlKNr5o8RrRXbpoj0abt+In5/24K7XGHz/7yey5TJAcfM5KD+sC769p2NBtPSIABFQPQFlxJUXd59gTJtBkoCsqy7ugnHxwiwN8y1M6uas0KDp2xejepM6+BD8Dk7N+uLXz0gsPLIWZauZpTgAZcSVW/efwaLtYIkdj89thymzg0vD3IIdQ1J0cUFsmzeqgyBmR3Vre+ZpHYnLh1ajVtWKKdqhrLjy7NVDduyoChNqCuD83lfIlyc/Ziwdg3Vs7Emv//VzxYThc/D1xxcmyJTC129fWNyVJyhdIvW9qjLiimzPzMXbPHDvFfTzFcCiSWOwbdmiZHb0HzUezlPn4NvXCHSswuxgXjfK7plJXBF476UmrliMvgTv2gtg1WcfYot0grNLZdxY6InTb/UxYPNTDP3aT/Ly+U+ndZg2OBjzenjgxrdmmHVxHj5PqYZ5Z8rDYcc+9KxeGA/nVcPQjZ9Qts1kDKhxG4tmHURM9ZnYv78JNjNxZUOQiL2gGqBgvuqYdHArWnDaDV2JCDx/8ggf5IJ7KsJjVrkKCrLASrJLm8SVXzfc0brbBvyQW6sBIebwPH8AVQLaoMOUO6hkuwB9zQOx0m0v3mbvga3PFuLDhDJw3v1bsja7592G2btfokzXfdjWdLlkfWfXqwN79x74ttcDu2/8RDP3m/DqchwDak7AvUSfZZPcFzY360iEHyY3oqBRXjQcfRKzeib36Mhqy/vn9+/4E/UnVbPz5MkLTuSTv5QRVz5//IAW5QolqsfHc+V0UDgL6qzgZ2K5FklcyWorjuwlAlmDQFJx5Uf4agQ6TYRuvnoo3aMn3l7yQMSDCFTpfwP5653DxeGjUaCwA6pNHoMcBg9w7n8dkSPSEuWG9ELoZVd8uvGFlX0AvWqbKeZK1lgCZCURyFIElBFXwt99xIA6Um94oZ4r667uhVHRlPe/yogroWEfYVq3i8QOoZ4rLy7vQYkiifeY8hOmrLgSHvERtVpL25F5rmTPnhMDxtjg4rUz8U2m5Lly58Qn5M+b+l5VGXElggWttS5rLOlP5rmSncW9GdnFBlfPnY63IyXPFWX3zCSuCLytZeJKSespGG5jjNDH27Bt7WV8FteRvJTGzjWC++EicNp9H0PriMG9wFqzF9g8bdZhR5ONaDrhPMq2XIYFUy1hlPsXO9uVGwUMC+LfEfIxVy5gXMUeOJOrO5YcHwdOszsxiYkvp6tgYsB6hNo3lHiuzL69G62Fh3kRSCDrVPv+9Ss71xedqsG6LKd6rty548tok7hydkJRJpLoo9+Ks+jHjgf9DBiNDm7nwYmES/vq4Gvc2mTxruA7zBgzTpTH+BNuuGL9P1wpPgK7zruCnczE3CYt4Pt1GFbNegl7uYC28mt/Ze2l6DjjNpqOuwR3Wx38eb0Mg+w2AOy+WFxhskRcsZn6EPP65c86CywNS4WsP65JZcQVrlzbyiUQFhIssYITVlYfPS8JassdBZoypA+mr9kqOSLE/duhXTO8DX4tLVvCFP73/kuTM4kraSKiAkSACAggkFRceXGwAV7teIIaQ9/CqGkudvZ+M84PGA0jUzdUnVM+UcwVccwv/Pn2GdnZGaIceXLjS8gMXBu3WBLEtkj3BySuCJgPqkIEiEDqBJQRV7gWBtVhsU7efZA0xjfmCpdFaP2N/akaooy4wjVgWrcrQsOkdvCNucJlEXp9zTdVO5QVV7hG6tuWROg76V6VC2a7c9kZ5Mihg8Gu7XH20jG0aNIOy2ftk8Rc6T3CGnceSGOdFC9qigvM2yWtSxlxhWtDfs/MBbNddSgAOdiPmy527XDx5DFYtm6PuVuYHSzmigNLDPHgptQOPntmElfSmq0UPlcU0FYkroKp54/BtjiQNHZK7O89GFJpNJ5UnAz/o91w3b0jJmx/yY5TAKLsBmg9cQ/mDDRLVK9HeX84lBqOi6LE8TBE7FV2wvFteDekITa/bINVQWtQFyKBI9H8aq9fvcTLl89THCjz/UEt87rMPSzhhV6bxBVurcofR5OB4rL9rLUPhs8oJ2w6916yVrmLW3+cuHKeiSu3S47D/rMjWaShhCupV5csoK645Tos+UcqoCS9Cst9puoAu397hQtZf5zNyoorc1wc4LtuRarZgpYdPI1S5SomyhbUx9mFpW5ekCYeElfSREQFiAAREEAgqbjy/EBt/Lfrv/hjQrGi+7g0yhLZw7qh7o42yQLavr08BE837UO0NDah5CJxRcBEUBUiQASUIqCsuLJ60iIc3rQ34bnEgsNO37UEYpalZ1y7oSzKBzDHb7nEYzlptqAOA7tj0PQRqdqjrLgycsoSrGDPSNnFZQs6vsOLBXCNZUduHCVZiy4wO3Ry5kiWLchpYDcs9HBK1Q4+4srkBQ7YsndlfHuybEETWBahI6f2op11N8wYuxz9R9vg7qMb8eWG9B6DSU5p71WVFVdke2ZZB7JsQTOdh+DkAV+0sO2GCV4r4Ny5FR7eTrCDz56ZxBWlbqfkhZK+QJ6NOyLBHX1YPNAE/s4pe64c8Kwu8QbIX0AX316ewnzHIfj3v4pwOxMAXebxkpAtSOq5EqDXDxuvzkJl5jkguaLY/+WUxlwhcUW5CUwtoKgZi7VSuGixRA1pk7gi9VwxxLAd9+FoESfkSdYYEwnj1vGQ9dfhzH5JlImGyT1XEvClJq6sspB6riTyTonrSxYPRtPEFY4M3/XH1VFWXAn/8B7dzM3wJeIzRk6fi/rWbdiXQgt8eMeFMJZehQoXASewBBzch2Us3ZyRcSH4skxBefW5YNypXySupEWIPicCREAIgfR4rnz7MA9XRs6FSeUZqOLqgG8fE+KskOeKkNmgOkSACKRFQFlx5dPb93Bo2lsSP0V2FS1VHFG/o/AhlEXxZpdxERPo5NJByH8JWUz18uTB8nPbUNAkIUyBIpuUFVdC3r1H5ab9JPFTZFdp02L48ycaIXF2FGN25GZ2vJCzI28ePTwM2IbChQxSRcJHXPn4+T2se1ZCxBdp9iLuMihoiPDPCckekv7byLAQzrBMQfp50t6rKiuuyO+ZZXYUMDBEhFzSiaT/5rtnJnElrTsphc+TvkDGfj8Ix9rsmIS4NRZfXQvzh84pxlzp9KyN5AWzere1mNw/FutcBuPY47qYGXgAhqvNWIyVbyjTcjImjhoA8W5zScwVQ7P+GDi4CoL2zMTR8KHwPdYeO0lcUXr2UkqFW7RYCVQwq5SsHW0SV2QxVyLyVEHPkf+D6fut8FkfDsd/A6C3xJAdb9OHleNCNM9/TBLzJ5x5rnCpwousLc1EmZxoMGgq2piclXz2qwQLXDv+JrrIHQuS91w5OveDJObKHebrYj3SBZZ5zmHZ3DOw8rmHjk8aSrxaNFFc4bv+uAWprLjClf13z3a4D+ktWccFDAzYl4Q0NbP8Jf9lsXjXITRq1Vap+4fEFaUwUSEiQAR4ElA+5soDFLJ5gwtONoj+VBIV+y5A3io3cW38HOQv3hslOtZFcIA0Pgt5rvCcBCpOBIiA0gSUFVe4Bs/uPY6lrrMlgooyV249XYxe7I56LLNjWpey4grXznaWEWfY+LnsuI1ydujp6mLDIjfYtm6SlhngI65wjfmf3IkRk3ul2S5XgAvEu37BIVjWa6VUeWXFFa6xY747MGmw8nZwe+b61jZK2cHtmUlcUQpV8kKKAtq+2tBWIppwQT395llA2WxBOY3qYNCMTXBg2Vn+vFgLh55TJBlWGrK4FMsH6+PiCkdMWX4OH1lMTC6z0EiWOrhvw3DyXOE5d5E/f+DG1Svx8Ve4qNU1ateBiGVrSXppk7jCjf39JS+4uS6VZvBhx9RaOK2Fh4MFcof5wnWAC06x9M06hq1Ru+RBBN4qJIklNKR6iFy2IKZAV+iEqWuXwfyuNFsQd6xowyhTtqYXoH2LReCOBR1faYMfz/fC3XkiTj1habRY8NqqHRZh/pxO+LJamslIE8UVjjGf9ceV5yOucOXPMK+UBa7OCAtNfuxKtr65M6MTF61U+kuCq0fiCs8HDRUnAkRAKQLKZgsqYdtA0t7rU93xbNsp5PhVExaL9iDk8v/w34GTEP/KC5MG9RF26QSKVPNGif4hFHNFqRmgQkSACPAhwEdc4dq9fioQS0Z64muE3NlFBR0WNDTAKO/JqGFprpQ5fMQVrsEjpy9jwOhZ+JyGHUbMjh3LPGBZv4ZSdvAVV7hGjwbsw9RFIxD2PuW9KhdnZea4lUoLK1y7fMSVjN4zk7ii1PKhQppC4HP4R3ZE4xZ0dHKhjkW9ZBlaZOPUVHFFU+Yxq45D2fXHjY+vuMLV+fnjO9bN98SJvTvx9k1QPKbSFczQqlsv9HUelyhwszIcSVxRhhKVIQJEgAgQASJABDSZAF9xhWPBHRHaMmc1rp24iO/fviXCky9/PjRoZ4WeLgNRoJCh0uj4iitcw9wRIbc5a3D4ZCBLb5zYjgLMjq5tm2Iqs6OQUepZeeSNFCKucPV/RH7H0o2eOHRyF4LfJuxVy5U2Q4cWPTGsN9ur6iQkGVEGDF9xJSP3zCSuKDNjVEajCLx7GwJ9Fmsij75+iuMicUWjpjxTDUaZ9SdUXJEfaNjbYLwNeoXSFSqxTGSpn99NDRCJK5lq+ZAxRIAIEAEiQASIwF8gIERckZn55/dv3L1wE2+evERMTCzKVq2Iqg1qskw1soCayg9IiLgia/3X7z84ffEmHjx9xeyIQW1mR1PmqZKTpSTmewkVV+T7Cf0QjDehr1CuZCUYFBC+VxUirmTUnpnEFb4ricprBQESV7RimjP1IIV4rmTEgEhcyQiq1CYRIAJEgAgQASKQlQikR1xR5TjTI66o0g5ViCuqsie94oqq7KCYK6oiSe1oHAESVzRuSrPcgEhcyXJTRgYTASJABIgAESACGkqAxJXEE0viSvKFTuKKht78NKz0EyBxJf0MqYX0ESBxJX38qDYRIAJEgAgQASJABFRFgMQVElfSWkskrqRFiD7XWgIkrmjt1GeagZO4kmmmggwhAkSACBABIkAEtJwAiSskrqR1C5C4khYh+lxrCZC4orVTn2kGTuJKppkKMoQIEAEiQASIABHQcgIkrpC4ktYtQOJKWoToc60lQOKK1k59phm4qsUVsegytg25iYarHVCaxygpoC0PWFSUCBABIkAEiAAR0EgCWVdc+Y3wsN/QM8mHxAmO3+PysXCYNjRDkbz8pyw9MVdif4bg9vUQlLCsC2MxIBaF4PFdEcr8Uwy5srM/8LyEBrTl9sZbhx6GmecMmBvz7FRBcRJX0s+QWtBQAiSuaOjEZqFhqVpciRXtwZj8u9D/iy9q8vjeInElCy0aMpUIEAEiQASIABHIEAKqFFei3u3GpIb/wfGFK0x5Wss/W9AZ2JpOR3CPeTg5zxz54/u7hGF1ZmLjh3wYu30zZjbkl45ZqLjy59V0tO01DeEFh2P5UR9YcOJKtiMY07QDDv+pDbfNV2FfhsdGlY1HqLjC7Y1H5++BK3kLo7nzLkwc3xgCdKZ4oiSu8FzMVFx7CJC4oj1znVlHSuJKZp0ZsosIEAEiQASIABHQNgKqFFeA99hj2wMxI87CziqWF0ph4soR5Gz7BI+zj8a5hVYoIKejhB5xQ70FlXH2dG+U4mGJEHFFLHoKr54N8WnwU8xuVpB5rFzG+qk30WCqAyoxPeXdMVvY7mgM/01jJB4tyl7pEVe4Hx77vJuMm91bYl9wC0zauRaNKyT28VHWjjTFFWUbonJEgAgQASKgegIlmnZSutFY0SHMqDQUV0QpfRv9wfcQKywR4LmitBFUkAgQASJABIgAESACGkogWx3lz46IcR/7R+7H6xRYRDw4ix/VZmH+wrq8aAkTV87C4cVohIzoidk/RuDsOhsUziHrlvNsOQvHIA9YQ6S0LYLElWx7McRiB/pf9kVjicdK6v9W1pj0iisyr+6wc9MxfshKFBu4CxNcGkM/npFylqQprtS3bqdcS1SKCGgYAfJc0bAJzYLD4eu5IhYF49aOc+y3EMWXWHQOW4d9xFgB4gp9F6hnAdFzRz2cuV6INbFWHwH19UTrWn2sqSftI8DdX6oUVziC2bLXQY+FrWHCA6dQcUUqnnzFzhH9Me5lK+zZOhz1CgB/bnqjyhAd+N74H6rxsEOQuMI8VTzaDkBx78cYyo7+/L4zHI3+5wvbhW/gVj83fj8YjZZjs2PlvwsknizKXnzFFdmeOUyyN2aeMytHoWxcZ7G/H8Bv9iwE5XTHynszeMcp7NQx4YdRkZhdskH4HfADbaiVnVIqp2kEaIOiaTOa9cbDV1xJa4TpiblC3wVp0VXN5/TcUQ1HZVoh1spQUk0ZYq0ajsq0QqyVoURliIAwAnzFFWG9pF0rfeIK55nyBSeWuKHPwlfIVUQX30M/ova4HTjhVDTtzuVKCBFXuOqvfBuguc8zGBfMie/votB5zEjc9JmCN/kN8O2DCHYzpUeG+Fx8xZUEb+/feB8SDoNihZHUSSV7TBfMfuKDKjxEHvJc4TNrVFarCNAGRaumO1MOlsSVTDktGWoUPXcyFG+ixok1sVYfAfX1ROtafaypJ+0jkHXFlUv4n/l19L7mjMZyx35iv7/Av8f/g84/jWFtpsN7QoWKK1xHHx/tx8WgXzCsZItGprkh/sOyB90MgeE/VVEyny5vW/iKK7IOhP7wmJKBJK7wnjqqoC0EaIOiLTOdeccpVFwRR0ficcB+BH0EchhVRZOmVaHD5HjOBfL29lCU6mkOPr8HcF8U5LminnVCzx31cOZ6IdbEWn0E1NcTrWv1saaetI9A1hVXMmau0iOuqNoioeKKqu0gcUXVRKk9jSFAGxSNmcosOxAh4sqvR94YYTsSd78XgUF+MWK/vsMvPWtM2H8CNv8IQ0HiijBuQmrRc0cINWF1iLUwbkJqEWsh1ITVIdbCuFEtIqAMAb7iihinMae4B4qvuYi+rfllBErNHiHHgnqazoDx6gB4t1KdHULEFS6AraNFDxjPicE0Sx7nbdKYIL7iCuexMj6/HUpujYGzCkPMkriizJ1EZbSSAG1QtHLaM9Wg+YornGfKxlYl8MzmOaaOKgvOwVOMSDzybga3Q32x4bgDL48VGQwSV9S3LOi5Q6zVR0B9PdG6JtbqI0A9EYGMI8BXXOEseXf5MrLXqAdjYZl9FQ6Gv7gCvL5yBTHVLVBahXYIEVe4AQXf+RfiSq1RQufviSsSOy4dRY6arVGY/ymkFBcZiSsZd/9Ry1mcAG0Gs/gEaoD5fMWVlM6Npvc8KYkr6ltM9Nwh1uojoL6eaF0Ta/URoJ6IQMYRECKuZIQ1QsSVjLBDqLiSEbbw9VzJCBu4NklcySiy1G6WJ0CbwSw/hVl+AHzFFTFLbze7/AjUOHkVbUomDP/Xs6nMHfU75j1fwCudnKwFElfUt5TouUOs1UdAfT3RuibW6iNAPRGBjCNA4kpitiSuJF9rJK5k3P1HLWdxArQZzOITqAHm8xVXuCE/XGiGgfOATu4eqGEkRvSng1jnuRNlXJ7Da2xZQVRIXBGETVAleu4IwiaoErEWhE1QJWItCJugSsRaEDaqRASUIkDiCokraS0UElfSIkSfay0B2qBo7dRnmoELEVc4418fn45FM5bjSbgIOQs2RE/3pbCzKSJ4XCSuCEbHuyI9d3gjE1yBWAtGx7siseaNTHAFYi0YHVUkAmkS4C+u/MafX7mgo8I4J5yRdCwo+VTRsaA0ly8VIAJ/lwBtUP4uf+pdmiq2RNNO6UYhFj2FTx03NLrui5oCYoeRuJLuKVC6AXruKI0q3QWJdboRKt0AsVYaVboLEut0I6QGiECKBPiKK1y2IM/i8xDZrhe6jbJDTTMu1UD6L6Hiyo+whzh68AwOPohIboS4MlwWd0I1HuYJORYkFoXgxtFzCEmtH3FZNGhTF8Y89qx8xRUuCcStHefwPhU7RCiPunbmvJJBkOcKjwVERbWLAG1QtGu+M+NohYgrYZfmYf2mO/iZaECf8eTwIxi3bQAjcUPYr3bgFXuFxBX1rQ567hBr9RFQX0+0rom1+ghQT0Qg4wjwFVc4S74/DsCBFVvw794niClSE62dHdGhuxnyp8ObRYi4EnF8GqoMOQ2UqYGGNQohWffqEleyHcHEDkNwRiRTTv4g7F04DAoXRk7J1P3Bt3dNseqyLxpnoLjCJXsYnb8HHhUzQY4Ulkz2mC6Y/cQHVXjYQeJKxt1/1HIWJ0CbwSw+gRpgPl9xRSw6Dfei3RHRfSLaWyQcA+J+JTg2ZTfKTxuNcgJV+PrW7TSAaOYfAj131DdHxJpYq4+A+nqida0+1tST9hEQIq5wlKQeLMdRY21FPF7thwtXP6G4eVd0m9QHjeoYpfhynxJh/uLKeyzq0g8P+/tiTYe8Kps4IZ4rSTsXZ9uLIRY70D9OTEn6b2WN5eu5kt5MminZReKKsjNG5bSOAG1QtG7KM92AhYgrc2rsQ/vbiVV27ljQmnbeaHCIn/ouA0KeK+pbGvTcIdbqI6C+nmhdE2v1EaCeiEDGEUifuBKAbsHTYcbMi/n+DBfWbIff+hMIi+yA6c9d2Y9fyl/8xZUzsDU9i0EvpqJdSm4ayncfX5LEleTQSFwRsJCoinYQoM2gdsxzZh4lX3FFNpbYyEhE59SFjoq+QElcUd8qoecOsVYfAfX1ROuaWKuPAPVEBDKOgCrElQq/PuDhocM4sHIrrv+njzpdXTBiTiPo8zCbv7hyE/YVdqDdzfnoqjrHFZC4QuIKj2VLRbWdAG0GtX0F/P3xCxFXXm1vhcEOx/EVRdB36ys4tffHBLNNaLb3EGz+ETYmEleEcRNSi547QqgJq0OshXETUotYC6EmrA6xFsaNahEBZQikT1xZj+ztsuHuoZfQq9gMncfZo1XzMsgpDTTC6+IvrgB+Yy3h9mMqTs23QhEVCSyqEVeOwK3tEXRi3tUWLLYJHQvitRSoMBHIOgRog5J15kpTLeUrrshirhRc/BxDzObAwaUkfE4MwLuVrTHZrzvWHHXgFfFcxpXEFfWtMHruZF3WL1c2Q1evGlj3cCFqCtgsq2/k6u+J1rX6mBNr9bGmnrSPAH9x5T0uLVqMHavO4S2KoqZtT/Qe0Rali6Qva5AQcSX2SyAcOk7A+leK5y03rLAvyAPWECk9sekVVyK/heDLb0CkYwCTfLqSfrk4gTePhKBkRmcLQiS+hP6CboHcEKnY27tTx4RMnyIxu2RE/Q74gYIYKr2+qKCGEaANioZNaBYcDl9xRRacq9dHX5jnvINFNWfA6pYvqmMPxuTfhf5fKBVzZl8G9NxR3wyplvUDTK/XFgciomAz9RVm2qVv46w+CurpSbWs1WNzVu2FWGfVmSO7swIBvuKKGBewyvY6zAQGrk2JiRBxRdbWz48fEBGjqOVcMDDJlzyLUCoTI1RcifkWgMWTemLptbD41kvXmYGFM91RMx+P1DxytvENaMtVzShvbxJXssLdTDaqnQBtUNSOnDpMQoCvuCJmKvwh+4p40vYuETreSAAAIABJREFUXLq/h08dNzS67ot/Xk3FoNohmPJpDSoIoEyeKwKgCaxCzx2B4ARUUyXryLPOaOZqhIUujzBugxX8jw6DAfudcnnb2nja5TYWDzSRWMh5twy+NBTHNtsBwb5wHeCCUy+ikS1neQxa5QfnpgXgP9wYm2L7IO/13Qg1X4djS6thn6sdZh54gWjWRvFGM7FinT1MmXeMOOpt/Gcx2Q3QpIs5/gusjjVnR6IwwnHB2xETlp7DV7aRlq8nAFe6qqiSdboM0YLKxFoLJpmG+NcI8BVXgPe473uXPY2TXyIUR42uZrxircha4S+uMA+affcQlIIdVp0rQvotxe8SJK6IIrF5TB7szL0d3kxgKacnRuzPu/Cd1QFL2bGlk4vskYufGZLSfMWVjPT2JnFFwARSFc0nQBsUzZ/jzD5C3uIKS8U8u1Jz7Hurj0LF8uB7yDvkLmaA8JBwWLo/h9fYsoKGTOKKIGyCKtFzRxA2QZVUyZoTRPZXvI71TnfhUM4HLS8cg21x9qvYhrYYeLIvjm+zQ04mtqzrXAsvu7+GZ9drGF+zD3TdL8O9hwkir46Dbfd3cLu3BT9cjTH1vA08ds1Dg2IFEby8LsY8GAP/jfbIK3qA+S1a4FHHQGwYZYpH3uYYsK8F1vjOQpX84dg7whxeD0dgPxNXIlnfvTY1wcaD41Ehdzg2DKyEkxXPYrs7l6tCvZcqWavX8qzXG7HOenNGFmcdAnzFFc5zxdvcC3dZMmb560foR+Qy7obJt0byyhIka4O/uHIJ/7NYiCMieTui8S40AoUKd8GOK85ozOM4kMwOIeIKF1PFiaVe7nzBF82zJ1CJjd2GoQ3/ZSmZt6CxAOcVvuJKRnp7k7iSde5pslSNBGiDokbY1JVCAvzFlcs4sfQVYo3kv5V0UbpBa1QsmVswZRJXBKPjXZGeO7yRCa6gKtYx3zdjaJVtaBcnqBwbWxSbCpyWiBjcZwOqHEL/e7th+XMN+tY9h8H3t6B+4FBYuhbD9tseKC8ZwUsssmqEby7vUOOwoUSo4cQTRRcnqIx8OAPHV1bAYpuGCLUPwty4Y0g/jvSH9dxa2He2PXal8BknvBQWTE1YRVWxFta7dtUi1to13zRa9RLgK66kZN3P64sxZ30dTFneCEISO/IXVxRbEuo/CR0u2OHavKqCQAoSV0Rn4NJwFqyPn0Qb5rUiu2K+e6NPi3uYcHkNqqtBXMlIb28SVwQtJ6qk6QRog6LpM5z5x8dXXMmoEZG4klFkk7dLz52sx5o76mN/rB/89tuzo0BA5CVnWPbPiVWSwLaR2GZvirs2wRifrQfsTg9joogNOBGkvtPJZIO1GH0J7R/WSSSuxHw5gdkDxuPwsyjosHh/sV/Dodt0nURckQkyU9rFStqSF1d2MrFmQ1DiwITZYzphVZAP6gr4hTI9M0PrOj30+NUl1vx4UWkiwIeAqsQVMU7Ds3ggugVPghBfQlWJK8AZdDa9DIegCbwC2cqYCRFXuLoBcwtg1I32mO05FzUNxIgJP4tZU/rgZbUAHHVrwmdK4svy9VzhjgVllLc3iSuCppAqaToB2qBo+gxn/vHxFVc4F8fR+XvgYhL306Qj1UMXLOER3JbEFfWtFXruZDXWUo+TpCIGN4qu3qHgRI/w3Xbo7G8FO5EnIgcFY3RTMX4eT+q5kjBu2REjqeeKVJw5ZnYO6yaYsaNFkBwFEuK5oj6yyXuida0++sRafaypJ+0joApxRRz1G8H7p8LNrSA8n7tCsY9i6mxVIq4wO14enI5GEwvC74mLINFdqLgijgnHwZXtMWNPID6wbEHZchVBk67L4D3cFvmyC3BbYbj4iysZ5+1N4or2PRtoxEoQoA2KEpCoSIYS4CuucC6OEaHhiErTKj0UKFIQyuYzIXElTaAqK0DPHZWhTLMhVbD+/dAdbVqHYdbzNbCQS7/MCSCO110kgWtzRB+EQ6X/4Qp6xKdpFkdfZDFXuuNT/1NYOdYMOX69xKYJC1Bk1Ar8nmsk57kijdNy/J8D2OJhgejwQ5jaZShuV1kv8YDhYrr03MQC2KYQc6WLVxEsOrsWloYsrOKlyfA63Q6e7hYSkUadlypYq9PerNwXsc7Ks0e2Z3YCfMUVqYeKB64n+dFLhALouHInBrTLK2jI/MWVM7A1nY7DkHo5yi4RjNFphjd29SsqyA6h4oqgztKoxFdcyQgbuDa5PTOJKxlFl9rN0gRog5Klp08jjOcrrmTUoElcySiyydtV53Pnz4sFaN9iEUIVDC97TGt2fGQN71+yuDY7NHuC6UGreddVH2VpT6pgzcVX8WZB+A4vtEpkflSID3o0Ooi+56WBbblyPtn24+A8i/hyUXLZgkQs008Lp7XwGGmBM3HBcWUxV/48WQuHvlNw9aMIOoZWaF/nGQK+jpYEyc0RFY7D0zpiyvaX4LIF1auRF3ff20kC2ibNFqRfphNmblyGpswedV+qYC1vM3cUq6tXjXixSt3jycz9qZp1Zh4r2UYE1E2Ar7iiyL7YXx9wac54XMw3GePHlBY0BP7iiqBu0qwkVFzhPFduXlqPwwG3E2VSEokbYKiHAyoJcF7hK66k5u3N18NbHhSJK2kuGyqgrQRog6KtM595xk3iSuaZC3VZ8reeO6oSRVTVjjp4/y3WGTk2WcyVvxG0NrVxqZb1A0yv1xYHIqJgM/UVZsYF881IrlmpbdWyzkojJ1uJQMYTUIW4wlkZG/0vZpa6ocaYK7/xKewr2AkcBVcuGJjkQ+zHr8iWPx9y83BtFCSusFTMflOKwvVCSdRvWhUF5SxSp7ii2Nv7E46O7IrgNkcxzr6s0h7eJK5k/L1HPWgAAdqgaMAkZvEhkLiSxSdQgPl/67mjWBQJxwVvR0xYeg5fY4DijWZixTp7mLKNV5D/MDiNO4QgdgaN86aYsmUbyh+vgx6L38aPWhZzRAAGtVT5W6xVObiI466Y/6IXPAbXQM6Yl9gwxBL+RXzhJ+cho8r+hLalStaRZ53RzNUIC10eYdwGK/gfHcYCCb/F8ra18bTLbSweaCIxk/NuGXxpqORoFuS8hLLlLI9Bq/zg3LQAuPg2m2L7IO/13Qg1X4djS6thn6sdZh54gWjWhvyaF0e9jf+M8xJq0sUc/wWyI1kKvITk6wllJrSeKlkLtYHqEQFNJaAqceXX4xUYYx2OEWoLaKv4WBA3T7lhhb2vLbG+5AwYrw6Ad6vER4dSm0sh4gqXinmIxUp0PpU4W1B61wxfz5WU+ov+sRpO5k/h/nABhDh6kudKemeS6mssAdqgaOzUZpmBkbiSZaZKZYb+reeOInGFi+fRa1MTbDw4HhVyh2PDwEo4WfEsNg85jz71NqDNoTPoVzkWj1d2Rb8NdbHnigeKaNmxIJVNvMCGYiIuYu3EiVh1jBMDdFC55SzMWdpTIoBlpkuV61oW8He90104lPNBy7gU2Nx6HXiyr+S4VE4mtnCxal52fw3PrtdYfJs+0HW/DPceJoi8Og623d/B7d4W/HA1xtTzNvDYNQ8NihVE8PK6GPNgDPw32iOv6AHmt2iBRx0DJWmxuTg6A/a1SDG+jaJ7hUvHre5LlazVbTv1RwQyOwG+4ooYF+Bt7oW7cjFXxOxp/Sk0ApX7rMCsOcJSIKvyWNBPzmPFiHmsCIAvSFxJIRWzgO4TVVGVuBL1ZTEcTS9gOI/ED/KGkLiS3pmk+hpLgDYoGju1WWZgJK5kmalSmaF/67mTXFx5icU2DRFqH4S5cccuZEdO9hwuCI+qs1Bouh+m2ZmxV/pfiPgUiTyFC0JM4orK1oImNaSqdR3zfTOGVtmGdnGCChfLZlOB0+BEDO6zAVUOof+93bD8uQZ9657D4PtbUD8waWYmaYanby7vUOOwYaK010mZC83M9DePZ6mKtSatPxoLEVAVAb7iCgsljvu+dxPFFQH0UdayJooZK5tWILn1qhNX3sCj2To0Pu2hvlTM7FjQ7fWN4XrPFo4tyyQenLgsGrSpC2M1xFwRiy5j69CleCpnQeyPINw5exG5LTZgu689HQtS1Y1D7RABjgBtUGgd/G0CJK787RlQf/9/67mjSFxRlGI4e0wnFujWB5Wf78M81wU4du81cpdtjeHTFqCHRQFQzBX1r5ms0KOq1jV31Mf+WD/47bdnR4FYoupLzrDsnxOrHi5EzZzStNV3bYIxPlsP2J0eJsmoxAkd9Z1OJsNkMfoS2j+sk0hciflyArMHjMfhZ1HQ0WVxEb6GQ7fpOtZOhXhBhkuvzV0yAWXf2fbYqSAdt+xeqQuRWqdIVazVajR1RgSyCAH+4op0YD+eB+LfnSfw5oMI+U0bwKpvc5QyFj5oIeLK9Y3j0G/lK3xPkrnoe+hH5C5iBJ1YS2y56ozGPJ5ZgjxXsh3BxA5DcEaUXEHJHtMZiw76wEIt4kowbu04x+SvxFd2/XKo16ou9HMImx/yXBHGjWppAQHaoGjBJGfyIZK4ovwE/c1fipW3Mu2Sf+u5o4znisx68a9wfPyuB2Mjzok4Ev/tHo5u4/JgGRNdarzw0qpsQWnPKL8SYhFL21xqNixPBMKunIDdJb/u1FZaNeta6nGyISi5WCGL7xO+2w6d/a1gJ/JE5KBgjG4qxs/jST1XEoYtO2IkzcwkFWeOmZ3DuglmknTVQj1X1AZWQUeqYf03R0B9E4HMS0CIuBJ22APjh52CgWV1fDv7ASaWunhxJRJdN25Dl0bCznDyF1fOoKfpRhRZMxVjqyekfxYjGPN67EHDXaPRCNLAtnyOBwkRVzJqdtNzLCjmezg+fYtEbv1iyCcsO3b8sEhcyagZpnazPAHaoGT5KczyA9BEceXH871wd56IU09+sPnRQanGIzFzyShULZDwS7CQTCeqEFdU0UZ6F93feu6kFHOli1cRLDq7FpaGzLn50mR4nW4H984H0bHNPTie3I0u5XLhy1lXtO/3Awtk4krzqxh5ezdasznNzBdf1tyLuPsxxW7ctUdcksTlSOlK/BKfMpXUxJWk/YtyGqBK6xnwnt8JhsL252qbHr6sFRn2+6E72rQOw6zna2AhN15OAHG87iIJXJsjmolTlf6HK+gRn6ZZHH2RxVzpjk/9T2HlWDPk+PUSmyYsQJFRK/B7rpGc54o0Tsvxfw5gi4cFosMPYWqXobhdZb3EA4aL6dJzEwtg6zsLVfKHY+8Ic3g9HCFJex3JPlN0r3i6W0hEGnVeqmCtTnupLyKQlQjwFVfEeI1NVsMhdtkF+3ZX4Vk8gGUImo6S1xfDdawhpgX0Bft65X3xF1feYI3bDVjM6oRqiXp7jz1zL6Hi+KR/V84kIeIKdxxn/TQf3FPg1KfObEHcCKMjDmNmmx44+JDbk0ovwzKO8DzmA3OBnkUkrii3dqiUFhKgDYoWTnomG7KmiSvi6BNwrTwU4vFHMasv+2U45i0Oubdh2U5GSdz8czH3feu5tSQvK4V5zoUqhBFVtMHT7GTF/9ZzR5lsQfplOmHmxmVoysLnJ80WNMrHB33YsSCWowXLO1ph5b1o9Foeigk2ymcdSC87vvXTw1pZsURmk7Ll0xJXfMRbJC/63PUz7CRm2/XDi+bSmCOZ+UoPa9m4uPgq3rHbcHihVaKhRoX4oEejg+h7/hhs2drkyvlk24+DchmTouSyBYlYpp8WTmvhMdICZ5hgtr/i9Xhh7M+TtXDoOwVXP4okWbDa13mGgK+jJUFyc0SF4/C0jpiy/SW4bEH1auTF3fd2cc+rxJm15O8Vdc+LKlir22bqjwhkFQL8xZXT8YJKRSj+byFPb/7iipTw9xeXsXLXSdxjx5MMTOujX59mqGkknL7qxJV3uH3yDowbTcP0WQ6oJMBxk6/nilgUjI2tSuBC+f2YN5v9SME8VmK+34HfqHbY8noiNhx3SJQmWllKJK4oS4rKaR0B2qBo3ZRnugFrmrgie4F3Z788yzxhJUEoq25AIcv7OH5O6hUggikmHg+Enpf8r8qJPVtMkqRFTe1FJyEtqvRYwbt2M/Fp1yTJC5R+mf7wZr9Eh0xM8EqQ9f83jmXQc0d9t2F6WCsSS95f9YKbk5dkXWXPUx4DFrB0vzbn2TGf4bgYd7Y8TwlXyct4Nrmy8qmB+YgrHKmEYys2kO8/oc2fEm+MpyxrjjQw8Q1Mq9UBoumh4GKHiDlPj/IZfwwpPazVtyL49ZQZxFhFFmsia34zQ6WJQMYR4C+uPMOKevNR1Zfte4qfkggtXV9NAra4YPGeJlhwtDsLb8v/EiKuhB6eBnOH0zCKO55kapkbd678wv/Wb8bMhsJ87ISIKymN9veD0ei8tjr2LWI/tvFHAr7iSqxoD8bk34VeH31RVy6+SkzMFrgYHkB/yhYkYBaoChFIhQBtUGh5/G0CmiaucF4NXAaag3n/h6meE9DYLPHXZ9KXlaQvsPKffxaUFlVHIq7s0RmJDb4svXBOlmq1dUKq1czwskTPHfXddelhnXRtRgWvRd/G69Fo6xE4NSyAbw890avtEfSOi50iX16S8abqEtTaeQmOFrkQ6m+PDs454PN8LerqpBxzhWsjsecKO7bScSj+DL0Fr+7HUmzTeF0z/O+2q8Tj5dcNd1h324D8nbZKPEC4f7celBOrb3ugfAaiTw/rDDSLV9MRx12Zl10veAyuwbzuXmLDEEv4F/GFn5yHDK8GM6iwJrDOIDTULBFINwG+4grXYdjh8Zjv3x6zV/3BnOIeuM4CyuYt3Awj/WagbnEBLhqsTf7iCssK1NwJoWO2YXXba7A1PQvHIA80ubkU1djxpH9P90YpAXRUKa6Is+3FEIsd6H/ZF40FYOErrohFT+Fj3htlfa+hTcmEwf9+MwfDbGMx97obTAQwIc8VAdCoinYQoA2KdsxzZh6l5okrgJi51l9a54I5y47j9S8DWHSfgamTO6Eoi6CmrLjCZefYlUKa4LQ+47J6cClYZRk/5H/5J3ElM98NqrctPc/4pOLKI5+GcAh0lhwfkf3+x5XZYnISe6ZWR2rHguS9VXqU908xoG3ymC950WTkJsweWS/ZL5/ybXYWzUdHm7fwerYQv2dVw5q8A/DD+w3GP18IERMpXYN9Eh2hUT1pzci+FxNxEWsnTsSqYy8QzeJFVW45C3OW9oSpsB98MwKzpM30rOsMM4oaJgIaQkCIuCL32o6voV8Rq5sfBQoIT8PMtcdfXDkTL6hYIyCF/+af2UyQuMJSMX/+EI7fcmtC/DsYF7YOxqzAVvA9sABl1SKuBGNf71rwvmaK+k0rxH13R+Ll2f34Waw3qsQFlc8mbgj71Q4oreQaJnFFSVBUTPsI0AZF++Y8s41YE8UVecaR725i58yB8DndDJtvL0SpE4ljrqTkuSJLfSovkiiTFnVlkAsu/SVx5c1/r2BoZAy9vKmHoafnTvrvQnWwTro2j402hFfktvh4KNwo5IW7pOXv7bSH28xAhOvqIAfbYkZ8NJIchUtLXJF5rsjiF+l7PWFCoXSTnlKbduX+z955gEWRbG34G1HMWVQMa86uaUUMmHPGiBlMmEVFEcMVdRUVs2DETDBhWnMWI+acdV1MGBEVBRSYWzXDyERmuplpBrr6f5777M9UV9X5Tk3Z/c6pc65iZo1RKL4lAJ+GjEHZrdvweUIZfBj6FFarSuPDEFJVx47HkywZUwitk78i0kYPTOu04UdmRepWgCtckeIudrvsJmltNS+JtDK6LOsEkiqK88UdrjyFS92FqLx9FQYXOSmDK8OfTUJufzd03mGHKwe68YrS4ANXpDpKMVtY1sDASX4YWC03Zz3oDdwjV0Lg7+yNx3pGY3CFlzvYTUwBTQXYSw5bFSmtQFqDK7TaRp+tLbDzSGLCWmnsDpLzYbGs9Gz7x/1UEtomBVe4RK4k+lGec0XoyJXwTx9w++YNZM6UBX/VskX6DLp/6mb7TvK+dUJpbUjkCk2sujbbIY3IFVnVm44keipEXoWJS+SK8rGgf1c1Qe8tHWU5XHIn0SfNHRTsXggBWZwRcSI3liVUtxn33AbW/q/h+Ei1+o6hHhBKa0Pnk5bbMa3TsneZbalJAePAlU94dPAqstUeDxc/e4HgChB2cDJa7GuLK6t+oucfM3EA8eR4UmOs3DkDDjyPJ/GBK6byN1e4Yqp5sMgVUynL+k31CrCXnFTvwlRvQFqDK3Ff/OD81yzk99iLGT3Kk8D6aNwO6IkB07Nh3h0/1D7riEZTCmPjZU9UIvyBHrUYENQBWw5PJClu5TkOfF+M/136lGtZ1L+nWmG5HriiPL4xFlDUj++4eikEcfFxsu5y586DKtVrQCJJp7X71LDvaK8spF8teiTs7q2vKF+zuEnK0wqpNZ+cK5vz7kfQLFtEXRiF+r3eYUbIZrQlcOXyui4YPe8zxhDAaGjkClVbHr3SH5Yz/sXUP1x19knhCo3sqjPyOBQlo2Pf+aJPnel4V2ehylEm/V6UtxBSa0PnlFbbMa01j4wq+9rU+4o5r6vvT6/jZa4aKJ+Mai/UvsR+NH+A4Gt/3KfrePi5EiqV5pOalO+opr+PK1zRNaPI07MwZnoxzBOsFLPyTGLw6d1X/MyYE9bJPJ7EG66Qo0GPzyzAssAAXHn7FTkL1kWLDnMxqnVpXslsqXVc4QpNaDs2pwPOkxw46lcWdMFSltDW9F8oNoK4FEgNLzni8oj4rE1rcIV6kJZE/dvFA3tuRMgcmqdsawybsQAOpIxvfOQ+uDcZiiMfymLyqdPolu8qFvbuDD9S1pdWP+nSPh8OXqkvgysF1MqiNuhig/8uVoWvrIyzrrKoSUeuqI/vUJzfUQnFSo2LjcW1y5fwI+q7yuL9448SKFlGe/pQQ/YdWVWYcd64/OYX6ZfmfvDAnCVOKE7y1ghxGQpX1Nv9fDQLHVpewaiQvWjLtda2HsNMpbWuYQ2tFjS6JS1PDUQcHY12I3ZCWtINQUf64s7UjnAnJX1p7o4/e3WERcAJ2O24i8E2SedcUY5cof3SaDCHVbXgf34U/puuvU/nmlJSXpJW5VqKBvuvY1Aluq7fYEXbv/C4y00sGcAtZZ/QWiv7QB7lk1h9iX4myVAQdfvNgpdba2RP4fwnhpbcNvR7mpJaGzpHPu1o1FXXhdWw7v4iVDfAZ0nlwzLlvsLHNm736IYZ6mtdYpENFZuOxeS5Q/GnbFuJQtDAYggosA+7PW2TGFYfMFHux0ojutNQe9R9dHORDVwujMDuICfkMbSTVNDOWHAl5j9//N3lE5yuuaA0D7u5Hwuig8TgwdFtmLXmGM6++oHchSujQ+8hmNK5EPg+PvCFKzc3VEbPbVnQrvsw2JGke9/DdmDNpj2w6nIJO0bZ8FCEO1yRku9QRFg46JNU4vUDt70dcdbaD1NGlSL/QnO/WOQKd83YHSJRwJCXHJFIwcxMIQXSIlxJISlTZNjbN64hPPyT1rEr/1kV+fJrvtTq23d+PlqALu22wHauP9w6VED6mHvYOLIj/H7Nwj8kmSqfko5cxeELV7iOw6W9KbTmMr6Y2qak1ooXTmvvN7+TUv94FwTXZi6IHngBG8YUS1FXGBuupKTWphPyHmbWbou9Eb/QavpzzJaVCE/6Modk4/rmyO9z/XBFsdbjI+9h16TemJOQo4xGdxp26YMryr1waas6etr1kaqd3OFKjCyJbaxWZ2VEDusciP3wFRa5ciCJE8Mad/OBK1eW9kPT9VnRfUAHNC1qie8vT2PhijPI188XZ6eUNWw5qbXiA1doVaARtl6ov+syelon/oj1650XOtnfwcQQP0GqBekymJZiHl/2FkY/W2BwElvlvhhc4bWU2E1iUEDfS44YNGA2pqwCDK6krP7JGT3032d4/vyZzi7SkWNBf9nYImt2VRyib9+hL2+K4yWKzn+99oFDvWMYKIsIUY3ayVPGEZ6BnqhLjp/Qh9/Gc7Ohx1934L/3GeIs8qDVZF+0/7YU7t5n8DXOEtV6rMdyz8ZIJ2ubAc1KXsD+M18gIW3tZx3HDIcCUIcrskiakQtx+aMElnkbY5pfAMocrQmHJW9+2991WRjcK3ihQ5NHmBm6BrUggfJ9FlnLoP+CPaCRHor+28/4hi2zz6rMSxs8MpXWyfF/Wr03pbXWBleo1srJg2l0nFt/V5x4Jo94G7h6D0Y1yiWr2LQpvg+yXd2OMJt1suTD74LdMGhkAEJJcJnyGpT+eoNdbj0wm3xPaHSR4nuRkTxs0zWsvjZ95kRiolJETdaibrIIu+QEaKW01qZaw1HBo9DELR8WuT7AhA2N8c+hIb8jG6Sx97BhUB/4nHkv0724nTuWrRkCq5OOaOpVGAPtzmIlifiie1frSTswd0B5g/aj1tm9lfZIapk8cut131ACdyJxbtmIhD0QKGI3GyvXOcH6BfF108toOM4CBxT7Y88VGFN7DzzG70co+blb0ZZWjNK1Zuheqm3uMxvuR/vmixGWIHTBFvI1qbi0r3X5vO+2u4kVwwqoVCFTXvd0v6b6aBtj/4S7Mrtq9fkPewPTyxJpZ1mYD7vLXSVwMk4WufKkvjPCtvniGbExV2VnLN/sIYuW0ZUHbUjFv7HoiPz4j4Qc4qV9Vj1YEy73/06wKel/l3T51lRrMDn9coUrUpzErITyy+rjZkITTH/VCHvI50V8z6Nv63iDp8YdrpxCz2Lb0eQ8TWibCDRiXwegbt0X8Ax1RzPiPa4XL7giOQXX2svR9lwQmlokjhgfH4Ah9U5jZIgvqvIIHOZ6LEiXrbQU84A/r2I8OxbEdTmw9kyBpBXQ95LD9GMKmFoBBldMrbDp+v8RGYmfv34mOUDWrNmQwVL1V9uk9x39vyrSYyKKXDR/5ovCzUXNMWxvN9mLXnbykF935BOM230KjlUzImyXE9qOP4bKzgex1rUqYsN9MbT2MtnxlN7v+6HuiBcY5r8bQ+vlQtg/TujsEga3s0fQNkZJ7T9sAAAgAElEQVT+gkkhSfVX69C3/nq03iPv841/J9h7V8OOSx6wTngRVcAUZSijuM/O/yBGkv6/3Z+FXm0PojfJO0JLB9OXjiIjDmDl6GqIeTILXcln/clnNH+I+mUarU23NlJzzymttfbIleOY06MfnjU9iQD3T5hYvQ8yTw3BVAICoy5PQKfubzGZ5HT67maF6WdbwWObF+oWzo1ckf7o2ygAbfYeRr9KGWVrsFsb+bG1bEtKYnb4bGxZ1hO5yYn8aY26QzrmOTxsliW5No0ZuZLSWptqnSo0Wj/yNoaX9kGLc0fQKaFcSrB7SXhFLMJWb3tkI8c7d46sgk05d2JroxUkZ1AIOs8/gyldCuAj2bs6jE0Pn6drUZ1CEL370WAc71wDj7u/wDwSKUNzDvWtdQaD7vqhZFBb9NrUABv3TUTZTOHYMKACjpcLxsaeFH4sR+058rUUTdZH13YrIW22QL4uYsm6aNYdv8i6oH3SuWtbM5NzDNY5d9sMhkeuKPxBQeLou1NwbI29EuzIgHXdaiD4r9NY514eMc98MKjZBjSTHQN8pnLUh+7DdH8t6OiP2UOqIX/e3Dg82koFruywdEHg3sRcZ9uz+mIfAT+HCKCUQxh5hJhytAr996XZvBq/oaIy8NT375Iu39oaHJ1jqtWq2S9XuGKqmXGHK9fhVPofdH04He3SJ85KGnsEXcrdgfszV9mPHlwvPnCFjhGyrCwWx3tjXp/KCUeSfuBmYGesiVqAFQMrJ0wjM3Lny2NwDhaucEUq0awWFP89FLeCzyN38z1Yt74jOxbEdUGw9kyBpBRgcIWtj5RWgMGVlPYA//Ejv5Iw4DjtgcCKXjNnzoKMmVRPOicPrvyLJa3qIcwpVPawTy9pLMlRUWYyqicAE+WHX+VKTXJokfig75qur8qDMv2ldx15OQlpfAnL2+z4/TKT3ccOwy+O+p0UVbnyDYUkypEqynBF/T46V/rS5VfgOAL6HlO5T3le09pp/rJnGq35+z4t35nSWmvNuUJyUVRuOw/L5tsj8ylnNHQrjMCbHpBnNUpc09UO5FV5MaQJs0ffniB7SVW+6Bhjik9GJfKdoflq6KV4UZT96q8UfaW+No0JV1Jaa1OsY5r7x7lyANolABVaUWtTrpMInFpeVjVrTPE5qHnoIvqWV4Wo6kdOdO0zSe1HLa7bo8teB9le9YpA6IGn+uLw5lpYobZnKsbauv4nhjR5/DvSDriHeQ2aI8aNVPpK2Id+g6Kxt3Wumd0dtqjspcpz71FaFXyor0OaX0j5CJxiLQ7Y2UcGMS7/hh35EeBUDJvjvbBquRNKkBC/6E9h+JnVGjkyqQIcbcc6E9etPHJFuaJe9LWpaNH5MxaE+uDtsPw84EpZbv8uyfIqzZFVENQG002xLrn0yReuRIXdw9F1O/H8gwQZrCqjzcC2KGGt/0icrrlxhyvAmZm9ME06FuuGFkdmWccxuLJ6CuZFj0SQS/GEoTIiT4EcBudg4QNX6LGgQbYOOEGqFSV1ZUFnrA4JMviIEHe48go3tpzBe6VJxH46S+DpSXTc/gjdq3JZGYlt2bEgfrqxu0SgAIMrInCymZvI4IqZOyiJ6b14/i/+/fepzhYS8gtRDZtayJ4jp0qb5MAVqeQoxpQagLzkOE4ihNANTFQf8vXBlcSQ8NXtleDKsloqx38UxvRaEYZxZVSPASk/1H8emw8LowJUwuANfYFVF9U0WqfetWfKmae01rqOBSlsVlRFUtfAduwFtL9fUxWukAiAxGMLiXdoAzj00+xl3BC4Qv2FW/XF1ZhwJaW1NsU6oolsnY70w57d8iSntHJWQ8cMWE0S21az1P1SbTBcSWI/mmC3kYCd/eh1dzPChpH6cw4fyD75VAYTNoSq/mJvEWePJSeLY44KXNGMMlGGK+qJlhVrZqPLdfRTiugwBlzRjFwpBmn0v9g9ywVr9l7HO4IW2wyfC/dhtUkeruTBFeV9mw9cObI6XTL/XTLFSuTfJx+48u7ARIwfchPWDeqjkJUUsR+f4mrwJ7RctRX922XjNRnucOUUOhWTl19O6sqExtgV6mHwESE+cIWXwQbcxBWu6OqSHgsa3PIjPO8v4FUmm8EVA5zFmohTAQZXxOl3c7KawRVz8gb3uSSVjLJ8hUooWKiwRqf69p2kcq4MuLQETx3rqkWukHK9FcehTKD8qI9K5IrGL4TJj1xRNkijWpDSMSFtkSv0V+y12Q5xjlyhY5pCa+4eF/YOmuMhcOgsFFi4As3kRYkEuVJSa31w5cdR9ciVREnUwQeXyBVFL5q/+psOrqS9dS3XSh1kUDtpTqb/td9r9MgV1S9ElCy646rdDITPfYIxD2ilIs1oP0N9TdslFbmi6CcpMMQ9ckVXzpX8iHgbjSzkiI8lOUrz450fXBu4o9hSkuuqlRwgKaJRzCNyhcu/S4JsawYPwhWuSPEEK2tPQRGfIHSomQg2flxdgvEjMsLj0jBwq9cmnyp3uGKwiZwa8oErUslrXDt0Bq+1jSQthbptSpN8WMHIWK0zyuQwPPmKseAKTWjrmncvHFnOFU5rgTVmCuhVQN9Ljt4OWAOmQDIVEA9ckSe7m0ay1n8kaUpoEsr2U1dhWt/yMNWRayEqG+gqo1qocFGULV9B6+rQt+8oqgU1WHwAY9oVhAWpIKFcLeijnpwrXOAKzbkybs9hWS6VdydHoefAxxilLedKg/mosPgSPDrmQtynC/CachQdlkxHmdfyhJAuN7ejNXn555JzJamjF9qEM4XW6uO8v0AS97rJS2DTsqiKoyh5TbVIk9w/ovDPqL/wT+ldWOtSnvdOw+d7IITWugzSB1ekJA/GxOrd8cnxBFaNL4/05Nf8Te4LYD1mJWLmKZJ2yvNF/Hq1VjXnyu3Z6Nbh8u+cK5NuDJHlnSieKQqP/Mdiu8UkTKyVGLUlz0+gCVfUE07zdg65MSW1Ts68td0bc38q2rR+B8+nvlDOpUEj1kZcdcWRzT1wQTnnShyBhy61EJR3J/ztCEDUEf2hfPxQlstJx35UiZzAVEQ2FbX3x4FFjWXTpPlAuiy0xuLgtWhIEn+/v/A/LDzZDv/reRZdkzgCRu9VBnY054q2NTMu5zS9x4LC+j+AVz/VKEb1ta6tWlDi+JGkAlMLfHS8gIUkKsci8himNXBCNs9EuKIYwxC4QnOubAgiOWgIfNowuCF2Wm2W6UWB5ICgDthyODEfi++L8b9zejWaUhgbL3uCVjLiknMl6X+XjL0Sk9cfd7hCE9qeRrdXM6G8U8sT3Wr+3dDZpWq4ku4gJnUYjFMSTXBiEdcZi/Z3wcFuw5Fv0kOMrmY6uCKVaB4LouDnyso5uBI/FZvPjCM5t7hfLHKFu2bsDpEooO8lRyQyMDNTUAGxwJWby+zgvK0q5qxbhKblMyLy0Vq4dPVAvqn3Mc9B9YHTWO7g81LJZ+yoH99x7fKl3/lXcubMhWp/1YSEVAvSdhmy78iq7IxLfMmv2HQS5ixxIi+BtMekqzJwgSuq1YKKwWHBLkzuWDDJ6hwUjHX32iprR188V3RsjFV3YqHtmJC+akGKRLj6cq4odDSF1oq+aUWm7naBaLJhF4Y2olDrGpb164TTpXdgj5ctn6WRrHtoHgT7cVbYmMyKNHy/B6bUOilh9MEVeq961ZTmI9fCw8UWp9SScdK2ytWCaKWrMT4+6GObS63yC6kKU38C5i0dg3KfEpOnaoMrEUdHo92InZCWdMPOI8mrFiTEuk7WIuR4M41MW0aqgSighvJ3y8FuH/oScGtfULVa0J8dFsty6WQ6pposNancTsr7iup+RHNQkYiJSs4otO4/jLVTvLSp7pnZS9pj9sblqKuUuFubr+n8leGKarWgxDVT8oLuudOcIg/JUaleXo9g1WYdjvhoVgs6n/ACSoFuxaZjMXnuUFnlHvXxda17WmFNeYx9Y9XzBinboVktqFCtCZi/aoxszHiy7y3s3Rl+ZE+n2nZpnw8Hr9SXwZX8kfvg3mQojnwoi8mnTqPKP4ZXC0rbcOUFNjUejzzzNSNX3MbnxYzTfUGYHucrNcMVzsYaeAPXyJV4yX78XcEZl5Qhj9QKFVo6YuBkV1S0MnBgtWYMrvDTjd0lAgUMeckRgQzMxBRUQAxwRZFwtfLWuxhhm/gLhfLZ/OxKpVUlGQqi5ZgAzB5Go1o0z8An/lpGMtGTUOi37Wbj07YpsjLB2Us6YlmQJ15PssLUI/JEcoqykaZMnPc5/CM5tnIDlpYZUdO2tkaFIOUlZi77Dt+X7hT8usiGNpXWVI+mcyph21k3UmhUfiknerSJva+1hCwFXklCJLWSqF0y7dBaRlhdV/pSd9LmLpYMkAeUq5eBVZSwpeNzKZ/K5XtgKq1Teg2Z4/hMa3P0CpuTGBXgGrlCNfpyfj4mOHzDuIToFXnUijeKrfJDP8FyrpjGW/yOBYVg/Qwf3NFSnEgirQtnj+GoYHjAym/DuMIVxY3xUVGIzZAZlkpVlJKjFoMryVGP3ZumFTCXl5w0LTIzLkkFxABXtIUoK4siD/Pvg/ixpzFnQDGk+xSEkY0mwHrOI5KM8JVGZQN1uJIY3nwP81s3x4OOF2VlJIWGB2/fvEb27DmQNTv9HVH3ZS77jtD6GHMrMIXW8eRX2bF1huJFw9nwnNoDFQqqVnnSVUJ21+g7slLVSZWcVpREtcp5H/+rpb2McFOVZXMeE8pOIL8MJ1ZVoePPfDkNfuucYG1BStiOtsFa6XLO5VO5+sEUWnOdg1jaM63F4mlmpzkrwAeuUHvio2MQnykj5O/vMYj5lhEZk34cSFIGvpErH+4FYZ5vBvRb0hFV6Lwin+Hw0TcoWM8WNQpwr15kPLjyFjeP34IVyYk001M4uPI8sCUGDT+Kr7BGX//nGNn+H7iX34QmO/ejVUV+K5HBFX66sbtEoIC5vOSIQGpmog4FGFwhifm0JKikAGX4JXJGP6AWlquVjVSHK8olJZXPgJsrPDCXfcdc9THmZsFVa0U1Dp+g6wiXlkHbMaQax6DayEaqnOgqIUtzFCiXqqbz11VyWnOta0Zm0ft/hc5H54ZXMObOdlDooq10sAxakqiYCaTNdzcrg8unGlNf5b64am2qeYihX6a1GLzMbEwpBfjAldiPp+A3eide5quP3jMdUDLXXVzYlB7Ve5VHFp45u/jAlYijM1Bu8B2Ua9UXPqs7ovKX0+jSYDrOWubEN1KP2HFFANa05Va9iA9c0eW7mHtj0XltVexa7ISMPBzMNXJFKjmJqYW6I/eSpxhcfi6Gu/4Bn2P98XZVa/xvT3f4HhrOcq7w8AO7hSmgUwH2gMIWR0orwOAKybZBzqP33tJRdqabZvGgl+LFf1dwe2xlcCWll2mqHT85e3zko/1YMnUsjsZOwe49eTG1+Bw0PHYR6sdqjozNa3DJ6aTKCPuOUhxGUk0MTHNBKPLBOCiNr5yTIstC1USuyuAsOznupJzvwFTOTI7WpppTWu2XaZ1WPcvsMgcFuMOV99jRqTNOWfRC3QLHcTujO+YtyoJ1DUgkZON1mDmjHC+zuMOV91jcpR8eDNhHAIqc6Fz27ILRv+YgxKMswv6ZApslFXHuZG8U5zAjY8IVabqdGGy7BY4hQagvwLGgeMkOjMu5Db0+BsEmwy0srv43Gt8IQlXI/86qBXFYCKwpU8AQBdgDiiEqsTamVEAMcEVfzhX/YRfQxa0wAm96oEyC2BS4DDzrzCJXTLn4RNA3lz0+2L0QPCPXqySc/PloFjq0CMX0F+2xpfhc1DyUeExHIZ+2yBVdJaeTKiOs7A5DIlcocHGodwYjWOSKCFayqolc1rXoxGEGMwWSqQBXuKKoCmT/fCYqZ7iGRbYn0PWSG4pE7sW0Ko/g/G9iHi8uU+MOV06hU7FgjAj1QDNZpbN7cKnphdLbNmNUKUoy1D83bDa84IokCp8/hJPDUYmXNOYVzvkPgufFlgjauwCyKXG8OEeuIAr7ncrhUdvbcO3+Hj41J8PuahAqPp+OgX+9xrRPvijLcQ60OTsWxEM0dos4FGAPKOLwszlbKQa4QvWXVwuqhcU7PVGP5LJQrhY0t8vdJHKuWJJytPmwPGYtgpbbI8vXC5jetSsulVuPo6vkCW2TOhakXDbSXNYB23eE8wQXrWny2o4O52G/dgsGkWpB6aPf4JinPUmM3BY7LnngPx0lZLcPTzrninLJ6aTKCLcsrvykyS3nylMO5VNNpT4XrU01B7H0y7QWi6eZnSmhAHe48gQra5PjOP4BaFI6FJsbrYXt6ZkoG3sYs4tf0CjRbKhNfOBKz2IH0eXefHQlJ39+Xl+GciMtcfjCUNDYmdjXAajXKAzeT1whr45l2MUHrkh1lGK2sKyBgZP8MLAanwLIAGe4Qo4FzanQFLveZEf+wlkR+fotMhXOg/DX4Wg49SkWji9lmAhqrRhc4SUbu0kMCrAHFDF42bxtFAtcUZQPnrbiDD7+BCyylkE7t1WY1pdWBFIrrapSLYh+5geXzu449xGgpVRb1niKK5LpeuEKTVCqXDbSQeXlNeXWhZD7jqKsraLUJ7U6Y+4y6DRNUUpZtw76EhGnnIKGj8xV6/eXl2PGFC+cfRZLBrFEkWo94bbME42K0BKv2kvI5iUL2PCS07rLCKvnPeRSLYhL+VRTfQ+4aq3fi/LyuYo9g5aFbT81cc/Qf7/xW6hXZTL+CIb1aHytDRuXtWIKiEEBrnCF1ApCyCRnrLn2F3oPKYoLs0+h5JTGCN+4FY9yDcUSv9YJSW65qccdrsRglVML+P2xAJsGxMFn2EQ86bgbB4ZmxYd7lzBt4v9ww8ZXdkSIy8UHrnDpn0tb7nAlBMe8nyM+n/KPF5lRom5rlPtDNWk9l3kwuMJFLdZWVAqwBxRRudssjRUPXDFL+VNkUkLuOwq4Yu39hlReiif2RuFlsAcG9T+BbvuuY1Al3XG5YoQrKbIgdAxKI2nsx1lho1IuInOan/pcjL2u5dFuVTFn3SI0LZ9RJdptnkPOFJGCwZUUkZ0NyhQQVAGucIUeC5pX2RtPMiv/e5oNxeq0lyW3LZWL3/S5wxVSGYgksO3d0gM7w4CSdcdhj19HlE9PjwMtwPtO47FzQWMU5FiOmAtckca/Rui7IihuTbQgR4Men1mAZYEBuPL2K3IWrIsWHeZiVOvSvJLZUhW5whV+yuu/i8EV/RqxFiJVwNgPgyKVkZmdDAUYXEmGeKn0ViH3HU24QkVTrVAT+s8QjJywH6G/5JFB0/wCUOZoTTgsefNb4a7Lwgic+SiLJHD3PoOvcUARu9lYScoCF+NZCUEI9wmptfHtiSJH4v7CP6V3Ya1LeeN3b+Qejam1vjxNe3Y7IfevN9jl1gOz9z5DLIkyKm7njmVrhqB4Jvn6fvSXI57v3YxCIy7Ap+w0NJ6bAU0LXyQh8nWwOtQXxS8vwuSRC3H5o+T3uu9Qnr4chePo1I6Ytu1f/CDrPE8ZR8wOrAP/msOgiADLWtRNJQG3kaXU250xtdY7GGvAFBCZAlzhiqnk4QNXtM/lJeb23IV6W0ajPofjQIq+uMCV0/MKwDffCQQMrIybGyqj64Y4tHNyQ+NCmfA9bAfWbNoDqy6XsGOUDS/ZuMIVmtB2bE4HnIfmD0lZ0AVLvwShOo/cLwyu8HIfu0kMCrAHFDF42bxtZHDFvP1jitkJue9oi1x5cXAinIaHYty5vWj+dSpat3mM8de2o01ekhtnkQ2G7e0je3HMQ0v9NnmEmaFrZOezn29oi16bGmDjvokomykcGwZUwPFywQicar4v/kJqbYq1IiUAIXDoLBRYuALNeP76aYp5aevTmFobEjUVTHLgzHw5DX4E8FlbhGPnaBuslS7HPyQXEy3fvsNyCBavdkaFvNawOOuIOiND0HbGXoxtXgBZY3diYP31aL3nFByrZsQb/06w964my60TT9Z5760NELh3IgE1Ubjh1QAuF0eAAp1zw1RLXgulrfo4xtQ6pWxg4zIFzFUBrnBFntDWA1e1vMBnQhPMeDUTfP6V5ANX4j7exz9nwhCtIu4H7PAMRunJXVEDRdC4czkU4CC+oXBFKjkF19rL0fZcEJpk2IkRtl6ov+syetIoloTr1zsvdLK/g4khfoJUC5KSaN2IsHCQ346Urk845NIed2sdwOzxlQma534xuMJdM3aHSBRgDygicbQZm8ngihk7x0RTE3Lf0ZZzxSJLTbiu24Q+tppv68ovtdWeLVSCK8+xpFU9hDmFYl4P+aOIcrlfRQltE0nGu1shteY9yTRyozG11gdX6LoeU3wyKu24C+ea8gd32T1NL2P83bm401410bX6WlWv8KQoa93gWADejayLr8PeYVpHeoxO9WLHgtLIYmVmMAWSUIArXAGpifM17CuJoFO+vuDkxGn40HIBBvcuJFDOladwqTcIO7LVRPOKygljv+HWkVBYtayMQtJKcF1ijyocVoDBcIWUWR5Jyix3pnCFHEVSgJamFomDxccHYEi90xgZ4ouqPCJGuEau6DIz6oE7etd5jf998WORKxzWAmvKFNCrgDEfBvUOxhowBbQowOCK+JaFkPuOeuRKVPAoNBgUhWXX16KOLINqOKmI0w9ztjxBXGZLSOO+4dvHZrJjE+pwhR612BCqWmHAIs6etPXhVHlASI8LqbWQdpnjWMbUWh9coWWou9sFwuHYRfQoLX9CVwYkbwfXU6kipgFXltmoHHtT6Nlz5XlkmltX5V5lrRlcMceVx+bEFDCuAtzhivbx40gpZo8mbzDq8jBOkSKK3rhHrpxCT1KKeeDvUsyKnl6SeaxD/ZOKEs3c9DIUrtAcK5vHZcW2LIFY7FIf/25ojA0ZvDGvT2UoUseG7mmJpfFbEehcmdskElobC67ERd7Cxf0/UamHDfjULWKRK7zcx24SgwLGfBgUg17MRuMrwOCK8TU19x6F3Hc0jwW9wYq2f+FK8xBsGFMM4dt7oO2K6thymB6BSPj1P+EokL7IFXPXmc5PSK216XF7Q08M9zyDuELGyNHxBqsHzkJ5rxVoSI5wmdtlTK315VzZvScvZqpFrlDg4lDvDIbziFxJ1PJfWYQWi1wxt9XF5sMUEE4BY8GV2C/bMK3SPfQT8FgQVUkaHYMYi4zIZKR8aAbDFTJ23LfTWDKjJ7zPv9PpsCzojNUhQcIcC5KEwN/ZG4/1LJ900npwWjMcJQxcZgyuGCgUayY+BYz5MCg+9ZjFxlCAwRVjqJi6+hBy39GW0JZGr9R3jMC8O34oGdQWDquqYv1xT1TK8Ab7p7fGtC02iZEr5JiFy83taE1OENGcK10WWmNx8FrZy/37C//DwpPtMGuqrayctjleQmqtbn/sO1/0qb0BbfafQr9KGTXkeRfshkEjAxD6HciQryYGeW3CsEbyo1rKn9Gy5QO892AU+eznowXo1uMNPEky1kpmJrqxtZZXC6qFxTs9Ua9gJo1qQfpyrnxzfZtQIUvzCNuvV2vRt8F8VFh8CR4dcyHu0wV4TTmKDkumI8sWpZwrFtG4tLg+3C6PwO4gec6VzXn3I2iWbYoud2NrnaLGsMGZAmamAFe4IsVd7HbZjRdKdsT/eIsHZ28ho80UAUsxk3T128ejzoQriIAVnNdsgXfLc+hlewwtNs2BkyxhN/eLC1zh3ju3O7hGrkiV4Mr3Rwdx9mZmVO/aGAWUjirRGTC4ws0PrDVTQKcC7AGFLY6UVoDBlZT2gPDjC7nvaK8W9AbrOtfAsSpHsGVqemwY1B1LzkRAYpEHDR1s8Ng/EhPubEfT7P9iRcfGWHUnFr1WhMG9lWq1oOwl7TF743I0KiK8hoaOKKTW6nNK6mhLXORmOP/piT+WhMhe7sP+cULn0XGYRYBXI4nuz5qSo1whM6tgWbrtZpdI2Phah8uqU01bcQYffwIUMrVzW4VpfcvLYB5N9ptUtaCk4Ar11fvLC39XC0qXoQy6e23F5I40e5BqtaAi9Sdg3tIx+JNwr4ijo9FuxE5IS7ph5xEXpFSuIeNrbeg3irVjCqR9BbjCFbKb4G7QbbJzqF4W2QqjetMKyMIThHM/FnQdThVmIsM8fywsHYgGUwvgyK5W+LDRDfYHm+D89o68jielZrii7JFfH4MwvnY3PCngioX7F6ACn/NACR2yyJW0vw8wC3kqwB5QeArHbjOaAgyuGE3KVNMR23eEc5Wptf71Kghu/V1x4lksJBkKouWYAMweVh4/D9LqNMd/G/rX6AuyY1iKSx28KPKFNCQ5RNo/7oemcyph21k3yO+4h3kNmkM6+S0BXPGyxK0dW73BwieLUFE4KfWOZGqt9U5ARA2Y1iJyNjNVcAW4wxXTTJE7XDmFTjTnyrPpaJf+Kdwb+qNZMM2zclr29xEauVgMm3dagCtvz4zBuO5LkaHNcjTL5okNhxvD65IfavIELAyuGLZ2WCsRKsAeUETodDMzmcEVM3OIANNh+44AIicMYUqtpbHnMbF6H8SPPY05A4oh3acgjGw0AdZzHpHjKJby6jVKpayVrY6P3IexdcYjzyz5sRQaudJ1Uh6subkI6VbXw+jbE3BsjX3CLf+CJhNOjMQ4jwllh6JMYGKlHOEU1T2SKbU2B/vMaQ5Ma3PyBptLWlMg9cKVGGwd3g8nWq2Db4fPv5PYNvpvI+o1/wTvJ668ks+nZrgilYTj+Fgb/C8wAwasDYFzu1ykYHYUbnnVhat3Pax86YOyPBYwgys8RGO3iEMB9oAiDj+bs5UMrpizd0wzN7bvmEZXbb2aUusfR53R0K0wAm96oEzC4A9IFZrhl1xxNKAHpEnAFdo84qQz2g06gK/kv9OlK4MxW4/AqWZG0D5c7v+No6ta6YAr6rBFOD2TGsmUWpuHheYzC6a1+fiCzSTtKZB64cp1uNiOw8q3WVDQOjMiwz4io3UufAqLQMMJW3BsZCFezmsvnfsAACAASURBVOIFV0jloM8fwkmR6qSuzMidLw80M5LpvodrzpV4yQ5MqhaMrkd9YGOl2u9/Aevxs/cABld4rQp2E1NAhwLsAYUtjZRWgMGVlPaA8OOzfUc4zU2p9b+rmqD3lo7YHZyYe0O55G+eJOAKjWrp0vIAuu48DMeqGfHt9mz06nwZQ07vRak9+iJXAHMpCazsSVNqLdyKSR0jMa1Th5/YLFOnAqkXrtzDTt93+Jk3MXGtBJYoW8sWNYpY8nYGH7giTbcTg2wdcALxOsflUzWIK1yhg0tjAUl63uZrvZFFrhhXT9ZbGlKAPaCkIWemUlMYXEmljkvGtNm+kwzxON5qSq21Ra5Q4DLwrLPeyJUHPvUw6voEHFpvn1BpiZTI7vgXnnR5iNkFJ6DJ36WVcq5cw4waHZDRkyYVpg+qLHKF4zJIc81Nua7TnFjMIKYARwW4whUpzmGZzULcJgdOdF3p4htj4jUXlOYwF+45V3R1/hJze+5CvS2jUR8SDjOQN+ULVwbbboGjjpLLFL4k9bmuSfKBK5wNNuAGBlcMEIk1EacC7AFFnH43J6sZXDEnbwgzF7bvCKMzHcWUWicn50r0ZQJQ+oRi0kE/tC9NIlfuz0LPdn5oveUxhlbapFFJqKtrHvjcX4TqsqoT1zCzhhMKrmE5V4RbSeY1kinXtXlZymbDFBBeAe5w5SRmFdmKkku6o6i26UpuklLNXzHk1UyU52AOH7gS9/E+/jkThmiVcT5gh2cwSk/uihoogsady3GqGsTgiqbTGFzhsJBZU3EpwB5QxOVvc7SWwRVz9Ipp58T2HdPqq9y7qbXWVS2IMpCkEtrSOd7Z6oTJHscQ+ovkXFEpBQy8C3bDoJEBCP1OShBnqYmh6zZhiC2pBZzQL6sWJNwaMseRTL2uzdFmNiemgFAK8IMrp9FNBzyRgsIX3Z/rsos7XHkKl3qDsCNbTTSvqFwG5xtuHQmFVcvKKCStBNcl9qjCQUxecEUSAo+2/VFy+UM4FdOM6Pn1YiZaD/kK78OkJLLugB+NWbLIFQ6OY02ZAimhAHtASQnV2ZjqL39FGymqgqScNpTC12nWLuUmIKKR2b4jnLPTotY3PKtgfvx2BE7l8huo6TVPi1qbXjV+IzCt+enG7mIKGKIAH7gyr8h+tHiwCDWya44QF7kX08rfRd9XU0wcuXIKPWkpZo2Syy9/Vw5qJtCxIKrCjeV/wPmSI7asnYXSlokEJf7nE6ybWB2HSoZg16jKhrjkdxuucCVesh9/V3DGJYlugmMR1wVzHvmgMgfIwyJXOLmNNRaTAuwBRUzeNk9bWeSKefrFlLNi+44p1VXtO61p/fPRAnTr8QaelxehkuyIkPlcaU1r81FWcyZMa3P2DptbaleAK1wBqYmzt19T3K/mh0njSmiYH7p+COafsscSv9bgkleVe+RK4tA/Ij4ggpTqyZzVCrmzJc8jfCJX6IjS+FtYO6oJ5txLh9IVGqJioUz48eYqLj94jBwVfLDBZzhKWXCbG1e4IpW8wo0tZ/A+iWEkpN5frR42UI710TcrBlf0KcQ+F60C7AFFtK43G8MZXDEbVwg2EbbvCCa1SXOuCGeFYqQ3WD1wFsp7rUDDvMKPrm9Etq71KWS8z5nWxtOS9cQUUFeAO1wBoh+uw4RmG5Ct8yh07WeHEoUt8f31fVz0W4mtOzNj+PGNaFaeQ2gEmRQfuBL/5TrG9R6LFXcSrSpZdyT2bOiG8pn4+ZovXFGM9vHBbuw4GYRH4RJY5K6O1g17ov6fhTiVYFb0xRWu8LNY/10MrujXiLUQqQLsAUWkjjcjsxlcMSNnCDQVtu8IJDQZhmnNtBZOAeFGYutaOK3ZSOJTgA9coSr9fHUBGyb74NzFF/gaRXJpZc6F4pWboa/3WFIKmRtYof1xhysxWOXUAoul43B4TU6MK3sawx4PR9S8CZgc5oxrK+uBD19JDlyRxkXh/pU9eBpB8oflqozmNlWQ0YK7FnzhSrxkB8bmdMB5LZWcsqALln4JQnUe02FwRXz7ArPYQAXYA4qBQrFmJlOAwRWTSWu2HbN9RzjXMK2Z1sIpINxIbF0LpzUbSXwK8IUrxlaKO1yR51zp/Ww62qU/hU7kv0eQ/CtNY4+iS6nrGB7qDiFzrvx87o1+o11wJcoa+bJLIf32Ft8zNcX0ZcfRrSQPokEE5hq5IkUUIsLCQfLGK10/cNvbEWet/TBlVClY8nAcgys8RGO3iEMB9oAiDj+bs5UMrpizd0wzN7bvmEZXbb0yrZnWwikg3EhsXQunNRtJfArwhSuv9i7D6hUn8IYcf8lepCbaurqguZ2WDLcGSmosuNLodSDqNQqD9xNX1BIooa1U8hq+Q4viar0n8O5TSn4ESBKFBwHNMDC4N/auGQ4rHnyFK1zRJXVcnB/Gl72F0c8WQDNLjn4HMbiiXyPWQqQKsAcUkTrejMxmcMWMnCHQVNi+I5DQZBimNdNaOAWEG4mta+G0ZiOJTwE+cOWxdy+4L02Hlm7V8XDmI1SdVg63Vx9BsdFb4eKYh5eI3OEKcGRiB8y3XobjY56TyBVffG2dF49P30aVMVtwYGghXvPgcyxImm4nBttugWNIEOorQRRdfzd0YsaCKzEv52LAn1cxnh0LMlR61o4pYJgC7AHFMJ1YK9MpwOCK6bQ1157ZviOcZ5jWTGvhFBBuJLauhdOajSQ+BbjCFSnuYmWNuSgVGIAW5U9gVpHT6PZqJkq+8sek9t8w9sYwFOEhIx+4Io39gGuPMqFmpRdYOmYPbuUvg16d7UkyXT6HX+ST5gVXJCHwaOuCCr6X0dM6ka78ejETrYd8hffhBaggQOSKlMzD39kbj5X0j/8eilvB55G7+R6sW9+RHQvisTbZLUwBnQqwBxS2OFJaAQZXUtoDwo/P9h3hNGdaM62FU0C4kdi6Fk5rNpL4FOAOV07+BirlkPjfZWMPY3bxCzLQUp6HjHzgCh3m28MQPMlWR5ZEVxr9BRGxOZNVjpkPXKHzeOBXGe1949Bl+DTUzQXEfdmHZSu3okj/J/B3LMVDER45V7SUYo79dBZblp1Ex+2P0L0qr2mAHQvipxu7SwQKsAcUETjZzE1kcMXMHWSC6bF9xwSi6uiSac20Fk4B4UZi61o4rdlI4lOAK1wB3iOwzQhkm7kT7WseJ6DlKJqf64c386fi5NfBWOLXGul5yMgHrjzzG4ZKs99gnM8+zCi6HjVbbMRD5ITjigCsaZuNxyz4Ra4oBnpx4W/8vWYlbn8B0ueoC8fBy+Bsx+94Eu3TmMeCBrf8CM/7C3hFFTG4wmspsZvEoAB7QBGDl83bRgZXzNs/ppgd23dMoar2PpnWTGvhFBBuJLauhdOajSQ+BbjDFSD64Tr4bPwTLnMjMbeIB65nzokKTQZh9FJ7FORT/5jIzh2u3INLTS8U9d+M8eWjZWWZg1sfwOZqAajeS4rAa0NRhYc7+UauKIaK+vYaX2JIPlvLPCiQIzOPGSTeYiy4QhPauubdC0eWcyVZ/mA3MwU0FGAPKGxRpLQCDK6ktAeEH5/tO8JpzrRmWgungHAjsXUtnNZsJPEpwAeumEIl7nAlsfxyM9yAU9ktaHd9PrpmU/67hPNU+cKVuG+HMGW4A7Y+jfw9Zv5Sw7F0xXLUycEj4QrphStckWo5FkQrGV1ZOQdX4qdi85lxyM1ZEbBjQTw0Y7eIRAH2gCISR5uxmQyumLFzTDQ1tu+YSFgt3TKtmdbCKSDcSGxdC6c1G0l8CnCFK1JZnhUPXIUmMMiEJpghWM6Vl/Bo4oZfHj7o/W4R2m2thYvbW+GVvxs677DDlQPdUICHO3nBFVJ2efO4rDhQ9BC8h7dCfkuS/+XnaxxZ1Qqzn7vi+GIneXlmjhdXuBIv2Y+/KzjjkkS5ZJEVKrR0xMDJrqhoxXECCc3ZsSB+urG7RKAAe0ARgZPN3EQGV8zcQSaYHtt3TCCqji6Z1kxr4RQQbiS2roXTmo0kPgW4whUgBl/DviJWRaoY3F89G9et/4fhQwoJlnPlbfAc1Ot3GK9RGl5H1mNYhvWwcbiHMf4L4VSeX7QIH7iiKLnc81wQmlokChMfHwDners1SjQbusq4whVD++XajsEVroqx9qJRgD2giMbVZmsogytm6xqTTYztOyaTVqNjpjXTWjgFhBuJrWvhtGYjiU8B7nBFu0bxpFqQZ83ncLopXClmU3iLF1yRnIJrPU80O3ocbbIkQp24qLXo0+QS3EN8UZUH6zEErmgrv6xNl3TSenBaMxwleIjG4AoP0dgt4lCAPaCIw8/mbCWDK+bsHdPMje07ptFVW69Ma6a1cAoINxJb18JpzUYSnwLGgis/X/ljYu3HGCLYsSDT+IoPXKEzCVlWDOOvucB38zhUICCFQg+f/u1wsPQuHJrcgNdk+cCVX89O4OLLoqjTqCwyyEaNwr/HdkNSaSH+3jfONHCFl3XsJqYAU4ApwBQwigJFG9kbpZ/kdEIpPLuYAkwBpgBTgCnAFGAKiF2BdDUNT8YhxV3sdtmNF0qixf94iwdnbyFHk7mYt8JOsGNBpvAbX7gilYTjzs4zyNDF/jdc2e73E617NkQOCx5hK8Q4Q+CKsgY0oe2ahp1QdPMVtPkj8ZPoJ9MxZER+LDk63DQJbdu2bWsKX7A+mQJmr8CBAwfA1r/ZuylNT5CuQXOBK+y7IMxSY/uOMDrTUZjWTGvhFBBuJLauhdOajSQ+Bej3iwtcAd7jbtBthCtJFRd+C/tW30CLjQFo9Sc/kMC9WpBpfMUXrtDZ/Ii4jYsh95BYL4j8UVoKddvUghUPWbjClXjJDozLuU2j5LLJSzGzB2rTLEbWq/krwB5QzN9HaX2GDK6kdQ9r2sf2HeF8zrRmWgungHAjsXUtnNZsJPEpwB2uaNeIHgua3PkbJlwexqtKT3LgyvdXD3D08htEk6lJYImytWxRo4glL2fyhSs3N1SG/Zr7yFOwYMJxHPnwFnGdsXifD2wFgCtSyS3MqVwN7x2uwMu9JizTE7YTG46z0+wwa08brL+/AEV4qKI35wqDKzxUZbekCQXYA0qacGOqNoLBlVTtPl6TZ/sOL9l43cS05iUbr5uY1rxk43UT05qXbOwmpoBBChgLrtCEtrOLX0A3AXOuSGOfYklfN0y88An5rPMlHEeKxduwCJSsOw57/DqiPAEMXC4+cIVWCxph6wXbHZfhWIQHRdExQa6RK7Sb6AfLMLqTC66/BfIUzoPw1+HIVqAZ3HcfQ6uKXJRIbMvgCj/d2F0iUIA9oIjAyWZuIoMrZu4gE0yP7TsmEFVHl0xrprVwCgg3ElvXwmnNRhKfAtzhiuaxIEg+4NZ6P9yOd8KiQ92RnYeMfCJXjkxsidFvh+Pw6o4okSlxUGn0SywZOgwb88/BLa8/Oc2GL1wZabsFndVKMXMaWEtjPnCFdiMlSWwjwl7h5b3PyFOpDPJb5ybxPPwvBlf4a8fuTOMKsAeUNO7gVGAegyupwElGniLbd4wsaBLdMa2Z1sIpINxIbF0LpzUbSXwKcIUrUpzDMpuFuE1e4ROv3CjTrBW6jXNAKcNz46qIzR2uXIdTuU1ocmYp+hXQ9Fvs6wDUaxQG7yeuqEUOCxl68YErtO+Q5WWwPEMg5ncupDZUZuTOlwcZDZ2AUjs+cOXXxyAsd16CZ/k6Yfg8V5TPE4ITvhawdbJBdo5RPIqpMLjCw3nsFnEowB5QxOFnc7aSwRVz9o5p5sb2HdPoqq1XpjXTWjgFhBuJrWvhtGYjiU8BrnBFWaGYiA/4HgWky5wTuXIlJzYC4A5XTqFTsWCMCPVAM63wRN/n2n3NB67QY0GDbB1wAvEanWZBZ6wOCUJ9HqeFuMIVWi1oY8ui2JfOFc0LbUNIhrXYuConFtWogyfNr2DV3Jq8FjiDK7xkYzeJQQH2gCIGL5u3jQyumLd/TDE7tu+YQlUdD4WsIpxgYrN1LZjUrAqWcFKzkUSoAB+4EhtxHYFDp2PnucSaQcXqDYHL6r4olYufiNzhykt4NB2CNy7b4dshm8agYf9Mgc2Sijh3sjeKc5gSH7jCoXtOTbnCFUW1oF4kesUmw0lMqxiIvvfWouT3NRhR9Apcw31RltMM5I0ZXOEhGrtFHAqwh0Fx+NmcrWRwxZy9Y5q5sX3HNLpq65VpzbQWTgHhRkpt67pIYT71OITTk42U8gq8ev0q5SeRMAPucCUGe/s1xfnMMzF2QRNYkwQrcZFPcGy8O/Z/H4Qlfq0TEstyM5E7XAEijs5AucGXULz+EPj6d0QV2ZD3sLjvQvx95hO6rgjAmraa4CWpmfGBK1LJa1w7dAavtXUsYClmWbWgSg6ouOshOpZ7DJ+ak2F3NQhVYv3gmnevRolmQz3E4IqhSrF2olMgtT2giM5BIjCYwRUROFnNRLbvCOdzpjXTWjgFhBspta1rClcejxqmKlBcHOLfaHn1ymCJdKR0q/IljYqC9OMHDYEl2bJBkjsPck6djs2xnTQ+T0deaXNKiqn8PQ4x+CrVfJHPgKzIJlEdNwZf8EP6UaPfzJI8yITcKn//If1Ae9Zom01iTcrQZlH5Ox2fzkP9yiUpTg5zWKj8+bP0mRa7MhC7/lD5eywpuvtNqqmnJbEra7Lsek9m+s1Au14Su35qsasEsSud0t+l+Cz99/f/P6HwBaRmuCLFScwrchptn8/EnxkSzZRXC7pGqgVNQXke2wMfuEKHiXwWjCXrPqODp/1vuLJsyg2UHtAdbUpxP6rEC66kO4hJHQbjlET17E/k27fIlHs4VhwSqhRzOM6MtcHcy40xbFQ5nJy2HaVndke4L8mRk2suAoOceCW2ZXCFx4Jmt4hDgdT2gCIOr4jLSgZXxOVvai3bd4TzOdOaaS2cAsKNlNrWtQZcSTZYkUCSLasMrNCLwpV9ceMTXthVX+bSEbSRU1KUtEpM4CkHEW/I31TbygELzQSa2FYOWD5ptJUDFnreI7GtaQALBRHPNca3IHblMNAuOWBJjl3aAUt2SSGCrzKrLPyvUi6ARW5X6ocr17CwTACaXF+EGkplgWK/bINH9VA4/+sGVcRn2F7BF67EfbyPFWt24eoHguqsKmGUsz2q5zNsTG2t+MAVXaPF3BuLvlsbwe/vjoIktKXHgiYWd8G9LMrf9RwoVc9Zlty2giojNVgkBlcMloo1FJsCqe0BRWz+EYO9DK6IwcuqNrJ9RzifM62Z1sIpINxIqW1dq8AVQ8GKVAppdLSWiBUCVrIQsJJXDlaU4Qp9UY8gIILcqeIMXSAikgAW9bbGARGRGjBEHsFCQUQijNENItQjWHTZZUkACz1ypQqOtNuVnQAWWrbGEHCUl4CjnGrgiAIWTbuSA1ikJNnpF+l/GF/4fLIiVx68jEDwvdd48iocL95+xR8Fc6BMkTxoUqUIyhaidnC7uB8LIpVx3OpjxcWWGLliKErnkyL20w1sGD4T4bVWYt4CbqWPFbPlA1fCDsyAzfCTyFyzEer+YYnvL69h35V0GLxiI3w4HgdSzMOYcIUmuh1suweOIX6CJLRV9nxUxGt8o8mGM+VFvtxKdaq5LQ9ZawZXeIjGbhGHAqntAUUcXhGXlQyuiMvf1Fq27wjnc6Y101o4BYQbKbWt699wxQRgBQTC5PzfDFnkivyiIOI/8r+qVUosSPB/dklhleMpNIKFC2CJIhEs6jBGewSLdhCRHMAiBxGhBtoVRewK0wKONAFLNCIQLQ3XYpcmYPkufU8O/egCLPRl1RBwpHpESEoOEg0uFMgLrsTGxmPS5os4cOyOehCSbCVIJBJ0bFUFs/vWgUT5VJKeryofuCL99QWn57lj06Y7+Cx7gbeCraMrRrvbIYvSUSEuuwR3uEIT2o7Ej2lBmN8wcdCI4DmoOuMPBHNMZGtsuCKNi0LokV7o9Hc+bAzxRVUBqgVRG2IjDmB2Gwfsu//9t/wFKoyA50EfVGWRK1yWJGvLFNCvQGp7QNFvEWuR2hRgcCW1eSz582X7TvI1NLQHprWhSiW/HdM6+Roa2kNq01oGV4Y7G5ZjhcASxMQg/sN7NTk0I1YQT1BH5Dfk8lqkBFfoe3Y8yasSSv5XG2AppJLXJBYURLzVgBYExSCLJJ8KjKFHhLQDFsMjPZIHWOKIXS902KUOjrTblZHYlVnNLuEBi2pkzqBCfpzhipS4tue8Q7h9K1Tv18a2VilsGNdcb7vfMIFUmUtXk0b5pOzFHa7oKrXMrwRzcuCKrlLMEuRFj9mPMacJP6rBtVqQlHy/t3bPgvMlD2OmR0vkIcFj8dGvcWJmc6x+7MZyrqTsEmejp0UFUtsDSlr0gdhtYnBFfCuA7TvC+ZxpzbQWTgHhRkpt65rClYf2bTUFUk9emxRYyZoFkjx5E/tIACvSLxHIvXo9/okbqwJNaEQETRwbj1iVceURLJqA5TsBLOowRjeI+KwBYzJLhAQs2uwisyVHj5QT4v7CD3yXvtOYq3a7PpMIFmqXajgBBUwZkYNomBiVkvwIFglykUTDirnygSsLdt/A+m2XDP7SuQ5siIHNKxjUnk/kCiGCeH44EIGL9+DfcAky5KmCdmOGoFXrwrwqBdGJcocrJHKliRvi5mzGLFszjFz5+RpHV3VEYNaN2DSwskG+UG/EFa4ol2KulT6xt7g4Vi2IlwPYTUwBfQqktgcUffawz1OfAgyupD6fJXfGbN9JroKG38+0Nlyr5LZkWidXQcPvT21aa4UrRgIrVDUKV2i1IFpBhyawVVy6AYt2EPGDgAhTABZ6lEYdWhgewSKRJeQ1vl05SARLXpXInGhQwBKhAWNMAVhIHJIsIS+1iytcef8lGk2H+yGOHDNTvkqULoADszqh/bQ9ePb4rcpnmbJmxMmlvZErm/5qOXzgymPvXvDYmA2thjigRB6y8sJvYd/q3cjvuAPuo60N/3IrteQOVwBFzhWrBi1RheR+ifv4ADvORJtNzpX4+AA41zssWM4VqeQkphaYg9ZPj8FOqQJ17Pc1GFH0ClzDfVGWh3dYzhUeorFbxKFAantAEYdXxGUlgyvi8je1lu07wvmcac20Fk4B4UZKbetaA64kF6x8/wZpRMRvwRVwhUZXaAcRrwk0+aXiIAsSj6Et0oNW/FGPdpFHelAQkVgmWX6UxrAIFhrp8SsZgEUZRCiMoPZ8I3lVNO3KROwqqBHBot0uCljyqNnFDbBos0ue5FZ/DhZanpkm5HUutJXTsSDPHVfhv/Oqxhcuf6Hc8Ohvh783ncdbktxW/Ro/qCEGNNMfvcIVrkhBqgWVXQ3bk76oXyQx8ufnK3+4N3wDl2fCVgv6/u4+1q9LrBY0cmAb1CigHyrp2sGMmdD25/PJaNXrJWYImND24uTC8DrnikVnxqEEMVIqCcGahm0QUnkvNvjU57VxM7jCSzZ2kxgUSG0PKGLwidhsZHBFbB5ncEVIj7M9Xji1mdZMa10KqMCVZIGVeEi/kygQJbBCx0yEKxSvSAhcKEIwSOLLJAUQNMFrnAZgyURKL+dXiQqhR2mMASJozhYKDxQXN8Dyisw1RkVOBYhQjmDRZRcFG1k17PpO7PqoBRylPGAZX/gcJ7jSweMfPH1ES2lzuwzNvcIdrpzErCKn0e3VTJRXmpIU2v9u6Ky5R67E4NO7r2orRzFaRuQpkEOGvLhefOCKNN1BTOowGKckysfMfuLd23BUtj+N/RMbcJ2GrD3XY0H0HqkkHHd9g5FtUKffcGXvkp9oOqIBsisdFeIyIQZXuKjF2opKAfYwKCp3m6WxDK6YpVtMOim275hUXpXOmdZMa+EUEG6k1Lauf8MVE4AVWgYm96q1smNBiouCCFoZSBOwvCXQ4qeKoyzI66Z2wEJBhGq0C809oi3SI4YcpVE/TkSP0pgCsGi3SxMccQMsOYlduTUiWJJrl6ERLBMKX+AEV+q7bCEQ4YvGF05f5Ip10bw4Mb+b3i8qV7gCvMeOro740i0ATg55EnKsxODl9unwDLSF1x57gtq4X9zhCk1cOxMH1BI505EzoTF2hXqgmVLuHENnxAuuSF7j2qEzeK0ySG5UtG2EMskog8wHrmizUyp5DJ+ak2F3NQjVeVQtYnDF0NXD2olOgdT2gCI6B4nAYAZXROBkNRPZviOcz5nWTGvhFBBupNS2rmVwpVsnpCtYMFEkTslrtUesULAiyZFDVi1IGa7QQdKR/8tGjqfQ4z+KSx7poQlYdIOIT2YHWLTZRYERTVyrDo7SIzOJYLFSi8yhESza7BISsKhG5nCFKw3HbsWHsMRjYQr/JpVzhbbJVzAnzizpqfeLyh2uAD9f/QMv+9voenWqLHqFRq3Mq7Ef9QIXo355Hm/vpA/ucEWbaTG4smgkpmeZgQNDC+m1XVsDPnBF0U/ki0Pw2+ePRyTJb+7C7dC1U09Uys1PD9onH7jy7oIX1m+6RWLSlK/PeHTgAaza1kU+aT04rRkui2ox9GJwxVClWDvRKZDaHlBE5yARGMzgigicrGYi23eE8znTmmktnALCjZTa1rWsFPOoYYkCGRGsULiSc+p0BMT2JHAhWsUJ3ECErqM0woEI7UluX2uxKz0BRwVVwBE9RkSPHpkvYCE1cH9fUlLJidolP/rEFa50m30A9+681PjCKeBKB5LQ9qlaQlvauPKff2D7lDZ6v6h84IreTnk0MA5cIaAn9gi6lLsD92euqCVQ5Ao1993pnmg3aRvy1K6HyJDXKFw7G+5fj4TTovsY/xefA0rc4YosoW2h7ojoPgntbRMTC0tJZM2RadtRZsZYlEYZ1OphAy7FoRlc4bGg2S3iUCC1PaCIwyvispLBFXH5m1rL9h3hfM60ZloLp4BwI6W2da0CVwhYkUZHQ/rxg5pgJFuKRrnlpCNWKFihF4Ur++LGkwSvr0nhZXXAog1E6I70oMd5lI8T/cJ3RJFID/V8LRlheJ8jcQAAIABJREFUmkgPOWDJogYi3iQbsGizS/gIFnXAIreLK1xZSMowr9NShllf5MqQXnXg0qGq3i8qV7giz63igatqZazpQJnQBDPUcrHonUBCA2PBlV+PVqNqi3AsC3UX8FjQYyzsWQ+fBj2GZ7OTGGy7hVQICkKtu2PR+m8rbN42GUq5fw2VhHPkCoUrc6vtQvubPqisFDBDjwX5tluGuvtV/27oRBhcMVQp1k50CqS2BxTROUgEBjO4IgInq5nI9h3hfM60ZloLp4BwI6W2da0MV6RRUckDK+ksIMlOksUmgBVluEIPY3yTvtEKWLJKCiRUsJH7SR7p8UEjcSw9SsMFsGSS5FQ5dkPLGSc3V4k2wKLdrgyyxLXyyjzKdmlGsGQgdmUWEBzR8tPUH8qXLrvGFj7JKefK288/0MIlELE/Y1X6TwquWGayxEnv3siTPfGYmK5vLFe4ArKWvoZ9JetO+fqCkxPd8W/N+Rg3ukRCHhZuewR3uHIBQ20X4aByEtm4H3j7/gf+7O2Na55VuE0goTWfY0HSdDt/AxU7ifb/rs/jdBCfY0G8jNZzE4MrplCV9ZkmFEhtDyhpQnRmhIoCDK6Ib0GwfUc4nzOtmdbCKSDcSKltXSvgiinACmJjkXP6LFnkivyigCWMvOhGqTiEVtnRDiI0AYscRORVOXaTVARLcgDLD3KUJ8ZgEKFplwWNc9EKWHTZpRqZQyFItDTcJJE5hgAWKclqM7hQACe4Qh27aM9NrN0aYvCXbmQ/OwxvU9mg9tzhivZuox+uxLhm4Rj9aopKFSGDJkEacYcrOqoFWeREoXzClmKWSm7Bo5MzKiy/jB6Fg+Sg5bwfcuxqi6H72+GfTeNgxeCKoUuBtWMKpB4FUtsDSupRls3UUAUYXDFUqbTTju07wvkyrWkdfPcNgs49xvPXn/HmzRdIyRGLwoVzoUTh3HBoUA52FRPPlAunsnyktKa10PpxGS+1aU3hyqNBTkaPWKFgRfrtK3ItXKYEV+SAhZZe/mUwYPmocezGHAELBRE0Ia86OOIGWLLIKh4pJ/pNCrBwAUe0mhIthq24aA4YQwDLoEJ+nOGKNB7oPkd77hX175JNzZLYNL6FwV8xvnAlPjoGcRYZkSGDfKi4yCe4cTgO5bqWF6hakHzcbw9D8CRbHdQg526k0V8QEZsTubMZbL5GQz6RK7STd6ft0e9of+ydG4sRtg44QdZv9vydMWfVTrSz5kFWSJ8scoW/H9mdTAFBFEhtDyiCiMIGEVQBBlcEldssBmP7jnBuSCta//wVj1GrT+MsAStJXc0bV8CiQQ1gYZH4giOU2mlFa6H0Ss44qU3r36WYVYzmkGNFy1EgBViRRkYi9+r12BU3jMam/B6BgojvBESoAxbdIMIwwCIHEZ81EsfSHCxcQIR6mWZDI1ikZGRaGUjTLksSwWKlckSI5p+heVXUE/3SnC4pC1gksoS8itwyfOAKdXRsbDzGrz+LoycfaP06SSQSdGxVBbP61ka6dIbviXzgysvtYzF53BV8gxW6+O5An9Zn4FXzKOr6zxO0WtAzv2GoNPsNxvnsw4yi61GzxUY8JGvTcUUA1rTlR1j4wpXfTpFE4fOHcPy0zIMCOZTz7nDfBZMDV6IiXuMbCWhLlykv8iWjHDSdNTsWxN137A6RKJDaHlBE4hZRmcngiqjcLTOW7TvC+TwtaP0jJhYOs/fjmZbqF9qUpBUxAie2Qvr06YQTmq1rpnUSCmjCFQJWsmSFJG+exLvidSSv1QNWaAcUrtBSzPIXdnXAQkGEahFWOWChICLxRU83iNA8ImQswKIe6aEdsFAQUUDNrqQASz4D7dIFWJIPjrjaxReuKBbPzeefsPbwbbwI+/J7PZUvboX+zSuhQtFcnL+bXOGKFNewsNx05Jm3Bd1K+8FjqjWm72mNd+tdsfRAM8zZaS9Q5Mo9uNT0QlH/zRhfPhqrnFoguPUBbK4WgOq9pAi8NhR8sq7wgStSSQjWz/DBHS1MSyKtC2eP4ajAI3iFD1yJjTiFVf16YOOZ97/XQsn6szBj8xRU4FIiSGklJQuuvDu3CKPHeuP8m1+QWGRDlfbzsHGJPawySPFjnxOqe9bAyYujUVjP0uXSlvO3gN3AFOCpQFp48OZpOrvNTBQQM1yRYh8GFRqOI0rJ17L+4Sb7N6Xg5wtYMGIwvIPpw5IlSjbwwIbNjihFwm2lv+5jlWN3zA6OkH1W1X7x73+XqFvjv93HPl9v+G56ji5BR9C/jOa/4G/2OKHe8CeYFnxB6+emXB5s3zGluqp9C6X1vaV2aOn1n8rgvVaEwatjHJL6zBAl+i86hkuXn2k0tS6aF+SHWbx58Unjs9bNKmHhoPqGdG+0NkJpbbQJp+KOUpvWFK6wiymQlAKvXr8yG4G4wxVaLeg07J/PROUMT7Cuvh/szs5EOVkVodPoJli1oFPoVCwYI0I9SFWgG3AquwXtrs9H12zKfzc8gkfhEOPBlbe4efwWrOxmYKanMHBFSo4Gbu2eBYczbcHfK3rgDxK8Exd5C3tGtseWyJkIDHIiT5HcL95w5dfL5WhlG4jm/rswrgnJsh15HV49O+FQ6R0IXlyLwRXuvmB3mJkCqe0BxczkY9MxggKihiuxQehXZAd6PNmOttmVAUg01vUqhnVZ1uDwSvKLT9w9zGjTDKf/2oPT82vhhGsp/O/LosTPmjbHk543EDAyP+6vaYJ2nl9R06EqPvk9RB8t8CTucxCcbMfg9PdimHmawRUjLGOz7UKoPf6aVy24f12LY7M0fxdM6jN9wl18+A4Dp+/W2mzd9E6gke79PbR/vm9JL5QqKC9VK8QllNaG2iKNfo4t453geeAZMjddhytrW8pujVMCtxKLPGjntgNLR5aTPWDfWNcZg5Y8xS9pXvReeQQT6/N57DZ0hvzbmZvW/C1hdzIFzE8BrnCFVgs6PrQXXrTahP724djcaC1sT89Eif/WYVLTT3B55oZiPMzkntD2JTyauOGXhw96v1uEdltr4eL2Vnjl74bOO+xw5UA3FOAxDz5wRdcwMffGovPaqti12An66zZp9sI1ciVesgPuObeh60dSBjp9Yn9xcX5wzXsUjl/8UJ1HBA1vuEKjTarNqoTDlyagZMJ8oq/+DzbtPqNr+63wPSgv/SUhS4Y+oPbLd17ll8YavdbDf34jHB1shTEH5RIq2joVf4MtY3tgyu5nJFzPEoq2wj0G8Fhd7JY0pwB7QElzLk11BokZrvx8ugAN7f7D/Lc+sFPyHI1o6VdoLpoogZF7i2rB6f7fuLz2J4l2mYI/997FGBuS0Y5cis/oy5P0Wwx+kVKLGbT0IR/iM4IG22FL5UHIMi9IZQyhFg/bd4RSWrgjWEHkOWd7pWvYPuYPDeOS+kyfEq5rz+LQ8XtamyUVuUJvGOBgi/Gdqusbwmifm9O6ptFtc1s2w7EyK7FmgT1K/4a3quDWgjxwD204AdYLHmFeh8NwrhaCkVdmo8Kz2WgxvgiC9jvC4tAQjL8/DutcyxlNq+R2ZE5aJ9cWdj9TwNwU4ApX6LGglTYuOBKWFfmsM+N72Edkss6Fz2ERqEPgrftofonGucMV4G3wHNTrdxivURpeR9ZjWIb1sHG4hzH+C+FUngdFIM4xJlxRLtEsRClmqeQkphaYg9ZPj8FOKeXMry9LMLLEPbiG+6IsjwXIG67ER+6Hc42heNZ4Nryn90Bla1XGpHrUR/4P1vY/9mHf3FqwoL8MVh8D66XysFj1Y0H0l0f38Nk4sLInSf1zHq51uiN2wnMs65WQYpmHoewWpgBXBdgDClfFWHtjKyBmuBJ1bjQq9TlNzr6HI+InkL2UPZb4L0fLP9QfAD5jnUMFnG92G+sH51dxQdzHC5jQsT+yTLmDWW0Sf2XWBmhkaIW8KDX3qoQ9p0tgkrUqwDG2b3X1x/YdoZQWCq6EYUX7GvB+mQ/fPnwmR6jzoI2LL+a72pLaGUl9pl+Hdv/bjX+fvOMFV2rUKA5/t1b6BzFSC3Na15+29ET9tY1x5oQz8inZJzuKSL73tU5exJAKcjhLI4uGPiPgdvVPDbiybWteTG16GH2OL0dDleg6I4nGsxtz0pqnCew2poDZKsAdrtzFuTXvIM2j/OxiiaK1a6NEEf7Rb3zginZRY8hxnOewblZeuMiVhCS2Mcr7b8wrnPMfBM+LLRG0dwFK8WA9XCNX6PDBozNj1rkumLLRCxVJ/efYD6exZEAffKh9Bht8+B2f5Q1X6IRoWOVWDxd4bb+OT9IysB8/F7OG1EYOA3Ku0F9rAspfw27XP1TgSiHZOXvdvzya7beNTSzNKcAeUNKcS1OdQWKGK7EvD2CW90d0m9QDFdI/w+ohHeH9boLGC9G1RXbos6879h8dLcu5Qi8a9VK/4RLy6wxQovU6HCBRK8qRj9rgiuwHg9oLUXdHMPpX2KsRHSPU4mH7jlBKCwVXohGydjou5R+Loa1z4u05T/Tp44/mm//DtKY/kvhM/nKf1NViYhBehX7U2kTfsaCiJaxwZE4XfUMY7XNzWtf0+dP7c0vEXz2N57+AHKUcsW6vJ2rn/kf2vbc7kQhXvu/pjxrzqstyPb1XORa0FaUD7HGjQ7AKuDWaYMnoyJy0ToYZ7FamgFkqwBWuKIyQ/orBs3Nn8OaTBOnzloCNXanfZZn5GGo8uEKPC61D/ZM0F4tAOVfSHcSkDoNxSimnHtXAwrIGBk7yw8Bq/DLJ8oEr0thwHJrZDkt9L+ITqRZkkckadoNXYLoHOXaudFSIi4+SBVeUB/r28ADmuI/FvtgpOEVCJbOoJbT9+TAAg4fPxKXXGWGZWYqY8M+o6HJBK1zpR5IYqguevawbjp/SnxyXi/GsLVMgKQXYAwpbHymtgJjhirr2sWFr0aHGfgy8vhddrOU/adDEs80mZMDKy2vRMLfmzxzxJBfYzA7tcLnBKRycnhi2rwlXorFzaGX4lTiAPRPLQVdkixDrge07QqgsHyOltD7hWhge8btxjuSnU7+S+ky9bffZB3H3zgutgq2dbg8LktFWV84VWjVo+5Q2gomdUlprGvgcnvXssNlyCAK3e6BGrnAEDrfB/MjZuLSlI/yU8jll/XIeU7t3xR6pu8bzJ41yc9jdGfvXtOSV8NCUwuvSWhk60/GzWrfG/F1kX9WIBjTl7AzoO/Ynwu7vwTrvjcjW/TDGNA/F8m722PBv4otfvjaLsK3ZKTh6nkNMxnZYuMsFJb98hUXeHOTYZ9q64r+chEfvKTgU9gv5qozEGl8nWIdux1iXxQghfytUezJ8lnZGzvMzRKFHSnuXD1yJfkjyq7TbgFeZrZAjEykEHv0R335UxNADvmjG8zgOd7gSg61juqPfbprsX/uVCY2xS5bw1nDIYsxjQSARLffO3UF+u1ogQSScLz5whfMgBtzAG67QBwD3yPW4slqeBIxePx/ORoNGoVjwdg1qqMCVe3Cv3g6xk25iQfecsrZcIlcMsIM1YQoYXQHzeRg0ummsw1SigJjhCv03xjv/SRnsoJc6XAkj/8Y0HacKVhRQRPmX5/AdPVBnUV2VynXq8ORX6AI0qbsEz7WsC5tx8h8BhLrYviOU0sLAFbpuO1a/jHEv16BpwlufAqCcdrut8zNt4EVdmXk7r2PTjstaBdMHV/p3r4UJnWsIJrb5rGs5XIlweys7lq7+7Frn83FMsB+E7U9jYZnv/+ydBXxUR9fGn00IBA0J7lKoosXdoRAKwYq7e4NDcXf34MET3LV4KUWK+1vcSZCEJET2nbtLkrVk797dHfbuPff7fX3bvXNn5jxn7mT2v2fOVEGryi+wL3RAXMJbobwQ5daVbQdqFuiDva18cYgdWuaRdwA2bm1r9nRMHoInClcqbkM3IV9V7iCs61oI08OmM6jU1G6ASMh51TCglaiTQ2O1ubOsEbrvSoJU7+6j1PCLGFYjPopLHX0KI6oMR8bJJ/DLjQYIzLUNRQ83xocuo/Fo6iE0WNAX+ST+2szDN1LaODW+PEY+7ocdC3NiVt1uiO6+C/m2e2NvvhVYNTgKU9hn79seQNeQLorQQ4qGtnzGcrjyCuvrtEBYh+3o2Dg+sceLLUMwatnPmL7vN05HMQunAu2F97kJ6JRJdzsS/8iVhPyhVt3BjGbDUGpjIHjkXBES2vp6NGUJSIxJTgo0wpz3gXwT2grJays3OI0mqzegNzstyC38OfaO9UHfvd44+O9IZGYL34JDsmHrvxNQ2O00euRuhqg/LmA+2xMf/u9CNG86EUm7xEeuxJeF5rSHXhe7Yve+wfjGPQw3V/tilctQTGnNb4FryxeR6pKnAo6zGJSnftRr6xVQMlwRcq4Uax+G2WeWoWaGMJyfWBEtd2kX6a4sirFurzBMPCbcS+wkoWdY2aMk1qTbojlJKPYyF5li7r71nk24Bpp37Kmuft18tNbmVTlS/hg2MFDo+mYL2hVnSVLn3sbUem8SuWf+9/dnb0NRo9daqNXGC0NhW5ArOy6o3citRoK6uLjg6KI2yOihPXiAx8VHazGWsByATXNjd8lzcdBU+GGwUuXnRsmzAW2+wNNVrurkcxKi3KpotgM1v1sV89LsxeL2abCuQw781/4phlcwv51LTC+tKWMJXJn8ajwObyyIxU0awu9KVNwWqTQrS6D+Fk/kehSCZjvG4maPNtj8WAWvAoOwbXcf5HyxFh1/HYKjr4GcFSfAf01bXOqRARPv/8y2ZV7Hp9Q+WLz+B8yuPwlXIpPiW3aIxVF2iIWoK4r9ap7kkSZa5X2XS3pw5d3ePvBekA9r9vRB+uPxkRrt6t3Aw1zzMaiG+fdGVB8cqJAAm7r90zIOriTpFw+c1NHnMY7BlZheZ+GbakJc5Ioz6/G1XWMpXFEncORyQp+Ltc/yyJX3+PfAc2SpZZhb5evkXNkxNg9jBq8SNDcFGmLJWcsgi6WRK8JRzO+eB7HDc3Svt9jXtzGe1NmHge2+kQSeJUeuCN14eXYhBg2eiiOM8IM1n/Pn5hi1YKIm4aBA9nuV74Zdr77FuDN/4pf/BqJJ+/Vx+1urZ12Gm/kOaY4mNCzbNpvuaUFADpatfeGC31HURNi32EFI5UgBSxVwnMWgpT2n8s6igJLhiuDDS8ubo/WYk3jHfmCOT2j7P80vzwsf6IetJnQyXaHaEzFvUbO4fCxCvebgibn79hxfNO/YU139unlpHa0TDaGf0FY4+jc+UsLwnhgl+i45jkN/3jQqmthpQb/WKoQp7cuKqd5mZXhpLabDwezHv5Is6m2BAG71tgXFR3DEfHyO/bNao6d/YWy/MYP9SKitOfhQV7Tc2xF72Zau63PKyw+ufMlFJdgiROZM3rgOeQMKos2Jjji4rzV2Nv8Bh8qcw3hVY/y6vCSW7RkP1bIy6HtjCE5uLohJJerh/cCbKL47H5Z5rsGfc1JjaJHf4DbhOUru9sKitHuwZ1JU3Gdt7xezOHJFq/RjE3AlAtv6lcaWnBuw9vfv41wd/WE7BgyMwYglDeElZgDIrExM6GmMbNgX+1l6pbSF+mGFXwvkZNE5AnRpseih3meCac6ux9d2n+Vw5RoW/TwXBXf6oUL2eBD++claDP31I3wvdUd2CUZZDlde4czWq3hooi0V60GVhpnx7MAVuJeqgB/Siu+QlG1B2lOBFqParl1onj4e8vOOXEnIyqjQpehV4g6G35guyTdWwRXx0lNJUkB+CjjSYlB+6lGPbaGA0uGKLTSUWx007/DzmDNoHf45Gs0n7cXtm0L6ZvOXcErQqn41kSSJi/nCNizhWFqH4+KCDmgz5YQG3Br+gCdsW/c9kA4Favpi4rRuxj/sRTKwyw5uEMDYIB+ZbgvKH/8lL9ZeTy83TT7ENDWXY9WPI+KgyF86B1Boh4R2a9Wip+ngmVatOQWrCNs+2fJWsS8HVUTHbb2yJVyJer4Grb0Po9kef9T/kncLiMD+Eb/jSbFCOLBoKz4mq4wx64ejVCoJCRtsON5tWdWRMRUwN2oCAkZnwcJmzfC40UG2dSKdpgl19F3M0fvM+fWwpbZS6rIUrghtPFrTBX+MzYdR9waxQ5CFH3hOYcZ3QxHVczPHo5jPoFupmdhrkERW6J9LTCWs+acctlSag3RT/DGylPj3RxJcYadAXj9+D5kqGeRWcZCcK8JRzD1znUJ33tuCpAxIeoYUkJMCjrUYlJNy1FdbKUBwxVZKyqcemnf4+cpZtFaznSjz97KjyLdeQMQn3cMt47VMnsodfVqUQduq8Ymd+SnNJ78NT3scuS1R24J04Mr5sYXRcn9L7D06GBnvHca9bNWRlG0Lis2V8mDk9+h+bahR5MqSZEtxeKkPws7+hRB2rKywLUh7CqgOXHlQBg3W18f+vwcir0WiGUeunJ9TC0MfDGBRQzXiktZGXJmB3turoXfWcdjF8q/8eqchjhbair4OsD3LInMTLByBTX1LY32aOQgYlQfLOvjg3wp+KHKkM06XWMcieFw1cOVWnV1se1pWOL8etlHVmlqkwBWhvdBbTxDzffYv+VVe4cG/yZHzm6SISZ0MUtIEWR65krDVn958gEv6NJCyUVQKXBF6EvP5MlaMa42gWlcxsMJbXNk6ATuCaqJ7u1rI4CrNQxZvC1Kdxdou83BHp7mY0Ie4fPw0i+BZifWB7fhvC5JmOj1FCshDAWdZeMtDbeqlKQUIrihvXNC8w8/nzqZ10McI+P95C0fO/4fHT4LhwnKu5Mjuibplv0XzivmR0l3KEt42/nA2rW2jin1qsRSuqCNvYHHb3zDh+Du4eZbDlIAA/LSveBxcySxsXavdVpNzJXupCVi3qS1yh8RvZ0uevS3W7J+Ip4PSG8GV8T/NRe2qk/CBRcP8syz+AAzzluvDFW0i29+RZPBZjPaOH8cxQU8QnDQH0rz0YyeSbsILJ4xcibwffzKQV/6mmLxkEPI/9MPQYcs1pwWlL9Qa02f/jgIeLCWDAvQwP3bsW0IMXBEiU+YVu4A6F1iCZYPuxIS/xo3de7DDbzOuXC+OMU/GIn6Tm/i+2w6ufIWEtixCZfsfXpj1aTgWDByOlKfLoN6mlCid+iIeZFuB3ePqI5l4KeJKWg5XnuDShhMwzPzimjofStcq+fWPYpagAT1CCji0ArQYdGj3KKJzBFcU4WY9I2ne4edz0pq05qcAv5ZoXPPTmlpSngLi4MpdLCrdC9GdV6J7x6xwjYzA/dNbsH/uNpw69xwuWYqiQgsf/NKkAvJk1z25R7yeUuDK+VUD0WbxfwgxOB0n5PkbuGdJj6Rse5D/ud6oYOejmIWcK71KbUDDU4GomoSdENSmMpIOeI5eP61Fl3L70fasP5fTgsSrbVlJyrlimV5UWkEK0AJFQc52UFMJrjioY+zYLZp37CiuQdWkNWnNTwF+LdG45qc1taQ8BcTAFUGVqDd/YlmX2ThwNRzJwkLx2T03funXG3VbFEXWtNKAiq7alsOVP9E81ypk8RuNAYXjj4RW4wmmNg1AuU2+KM/iRbwyWbY9SMq2IF24UvnzMrSq+jeGnPVDgU/Cvx9HD4IrynuxyGJlKEALFGX42ZGtJLjiyN6xT99o3rGPrqZqJa1Ja34K8GuJxjU/rakl5SkgFq7EKhP98TVuHtBuAzp3PRq5SlRAtZaNUYkdiZw2tXT9LIcrj+E37AJKTfRBIb1mXyFgyhl8N9jwc3F9kwJXwLYFremXEqsjWyBvyD48ybcNu7q+waAejXGz8DHsG1ZRXOMGpSzdFiSpEREPUeSKCJGoiDIVoAWKMv3uSFYTXHEkb/DpC807fHQWWiGtSWt+CvBricY1P62pJeUpYClc0VVIAC3Xt21EwLp9LN/KB3jlaInRf3VHLgkyWg5XtI2EvrmP4yce4L1Om9qjmL9DJgn9kARXWDtCQtuVc6bhuroaevZvj1zvtmLJvvRo3bwS0riKP61It8sEVyQ4kB4hBXgqQAsUnmpTW6YUILiivHFB8w4/n5PWpDU/Bfi1ROOan9bUkvIUsAauGIKWG9tuwbNNBYY2LL+kwJV/5rRBuZkPkZ7lV9FNby4cxWxprpXYHkuFK5ZbbP4JS+GKWmU6oa1uSyrkR8lmJeBpvvm4EhS5YoFYVFRZCtACRVn+dkRrCa44olfs2yead+yrr27tpDVpzU8Bfi3RuOanNbWkPAVsBVesVc5yuCLkXNmMcscXo1duaZEhpvosZ7gSowqAr0dT3MyWKcHjsF2jG2HS7fkoYIFkBFesHd30vNMqQAsUp3WtbAwjuCIbV9msozTv2ExKsxWR1mYlslkB0tpmUpqtyBqt/7ehPVrPCYZXyvtQ/TwPa6dVRhqzLdqmwOu/JsF32n0kS/4WBdqtgW+N+IQUlzb9ga3XVZqGot/fwf/SDcPKsv7wOVgfB6ZWRMz7oxjQ7iCarpqCUuxIYrlfEVdmwKfda4y9OBnFQq9jfv8xuBmdDMHJG2DqzIbIqXeq+nscndQTs87lxcAl41Ax4yMsbDwAGaZvRhP2JfrqshZYHDMeC7rklbssDtF/ecOV42h5fzTq6o0f62SVO1zp57EJbd8HoqgNpw2CK9aNKXraiRWwZoHixLKQaRwVILjCUWwHaYrmHX6OIK1Ja34K8GtJ6riOfLwAzfqnx8rNTTVA5fTIUthR7Dym1o+W3PlPu9qh5Z2x2NY/p5k6HmNhs1n4ftksVEl+EqPb3UBH/y4w9dSFOY1xuuxWdH7vq4Er+ydlwaL2Y5F+1Fr89o0NvyFJttq6B9XRdzGv5xT8+zI9um+bjLSrGmGt1yaMqZcEVxc3xv7vt2Jg5Zi4Rh5t6oplLjMwtknsCTBMyy9wpdL9fvj9QH0sZQAq/nwY6/qn9KflC1eAExObY2Ky0VjRysvAjZafEhRbAcEV4zeC4IrSZwmyP0EFpC5QSFJSwFYKEFyxlZLyqYfmHX6XZfMLAAAgAElEQVS+Iq1Ja34K8GtJ6ri+v9wbE2JWYkXnjHqdjQ4+jEGNRuJeytSISNsCC1a0Rfi8klj9zQUNeAnsXAYfB51FyV0NMf6OJyKf3sOjzy2weVVWrO4+EhuDfkL3IdPRp05i6TJfwb/9JGSbN1sDV8Z0uofuK9sZJdhUR5/C6BYX0GZTX2Q93B/1D5WFr2ohDhfZjBnN0vET2Y4t3V3VDbtz90Wy+atRInAySui0dXVxS/xZbAP6lIiFK0y3Dk0QEPETMuAB0lSfj1nt3TRwJVnnmjgw4wVG7/0DP9owUsGOpsuiavnClT/RINdY7EE8mIsV3B1VsPXhKFSHNjrMkovgCsEVS8YLlVW4AlIXKAqXjcy3oQIEV2wopkyqonmHn6NIa9KanwL8WpI6rq/PjAcmur090r80LjQ+h0FlYnB/QTVMSLoB/T/WNQFXSmBV7guY1jAeuDS91VZk5Arw+eYMtB72BBlVz1B0fAA6/Gj8JfDd3j4YFzwKM1qmQxiDKxWH/YUULjnQZd1mtHSCqJWo55sweJYXxkz9HmsaL4iDK59vbMboJYG44dIGa2fV1YlCuYYpjXeg1sY/UCQJ+/cGm1F1W2eca+KD1a+SIluJsfCfXoOiVmz4+skXriQswqc3H+CSPg3cJehEcIXgioRhQ48oVQGpCxSl6kV2214Bgiu219TRa6R5h5+HSGvSmp8C/FqSOq5NR648x6zqI1HisB/KMxMirk9A3/2t0VvV2CRcMYxmEQ9XHmNR1/n4aeJUlFPtwaDud9GDRad8oyfbKyxj0S3fseiWCqnUGrjiHVAOW0ZHYkCPFxga0Bf5ZB2hwaJQurFtP8kqIa/HR9w8dhdZmw7C6J6VoN3EEYGrC1pi17dbMaxGLHg6j5GNTqPtFq1W+wb/ho/dZ+L1gC5wGbYDBffWwqFCO9mWItoUZKs30PngymOMqrocFY4qL3KFzSJ4/zwcydO6Q+WWHEltNH/QtiBbvW1Uj9MpIHWB4nRCkEFfTQGCK19N+q/WMM07/KQnrUlrfgrwa0nquE4o50qtEyUSjVxZ16EMPg8VtgWVMAIu4uHKEQxpdB89tgh5Vu5idoPlKMfyjehuiREiW7psKo9Vo0tpxBTgSmxC25e7+qDXvx0QMKIIP6Ht2pKQN0UbuZJ2VQsEZNuoASrvmJ3jQlnkTtwWqAhs9+0J1aDlqJ+FJbJt6ocSmzrjny85VxrnuMoiW+ag8MJlqJ1F/vlo7Cq5yMrlDFfOrxqINov/Qwj0x0LI8zdwZ8czJ5VwJLOcI1cEl/+3vhY69TiID8iC1mv/Q69fd2LI96tRdctu/PKjyEFhUIzgijTd6CkFKCB1gaIAachETgoQXOEktAM1Q/MOP2eQ1qQ1PwX4tWTNuL60vDl6zLuOUJekyF9tOlay04JSxuVcSYqQVO2xdE1b5Hi4AHV8luBN6nRwf/sZXfecMQlXWqfyR5NK45Gh30Es7ZZ4Utvrmxg42OOKjNEsd8ivMzC+WSosa9MfGaasZeBAjSNjmuBhky1x24V04QrwHtsHtsVd7wCW7NWNn9h2aykerhR7fxoTe8/Bc890eBdeBKNndEP+VCcxovJxND7G8qnc34x+A3fjXfKPyO2zAOOaROudFhR5fwHaDEuJ2ZuMc9jYrftOXLF84YpwFPMqZPEbjQGF4yOZ1HiCqU0DUG6TL4tOszyxrZzhilp1FMOz/gbP2ffQ+fvJ6MESb88/1B4vFtfGiO2/wW9fD3hKGMsEVySIRo8oQwFrFijKUIistLcCBFfsrbDj1U/zDj+fkNakNT8F+LVE45qf1tSS8hSQL1x5DL9hF1Bqog8K6bntFQKmnMF3gw0/F+dbOcOVGFUAhKOYW7wJRAm3y5hVdByqXApEYWg/l3pEM8EVcWOHSilQAVqgKNDpDmYywRUHcwiH7tC8w0HkL02Q1qQ1PwX4tUTjmp/W1JLyFJAvXInA25cfWOYeU5c2YiVGSGzrwRLbWhD8JWe4IuRc2d3uO9z2voL+v73C/OLDUP58IH78bzQ6FnuKkW/98K2EIU5wRYJo9IgyFKAFijL87MhWElxxZO/Yp28079hHV1O1ktakNT8F+LVE45qf1tSS8hSQL1xJ/CjmLY8qYUXOcciw9Bjm1jI+qSshT8sarrBtQZN+qIatz1IjY7aUCHn6Au7ZvBD0NAiVht/DjAH6KbXFjnaCK2KVonKKU4AWKIpzucMZTHDF4Vxi9w7RvGN3ieMaIK1Ja34K8GuJxjU/rakl5SkgX7hiH1/JG66cxaF5/yEmvW6C3+TIU7Y2vssp5WBqrcYEV+wz1qhWJ1CAFihO4ESZm0BwReYOlNB9mnckiCbxEdJaonASHiOtJYgm8RHSWqJw9BgpIEIB2cOVyAj8e+Ykbr5VwTVdHtQrm9eibUCGEskZrphytzoqDM8ubcUuvxeourQ/bQsS8U5QEVJAtAK0QBEtFRW0kwIEV+wkrANXS/MOP+eQ1qQ1PwX4tUTjmp/W1JLyFJAzXIm8HYjarebh9KcMyJBaDfXHNwhJUQKz/Geg3ffSjup2BrgS9u4yzq5bjU0bV+H81WC4exZEaR9fDJzVHpkkDHGKXJEgGj2iDAVogaIMPzuylQRXHNk79ukbzTv20dVUraQ1ac1PAX4t0bjmpzW1pDwF5AtXXmFWoyY4XmMDNnbLCu2mlwhcW+KLOgdq4Z+t9SWBBDnDlRjVbozIVg8HQ7xQxLsdfmnfFjVKF0Sa+JOqJQ1wgiuSZKOHlKAALVCU4GXHtpHgimP7xx69o3nHHqqarpO0Jq35KcCvJRrX/LSmlpSngHzhipDQ9jh6PhyF6lDpOC6hz8X5Vs5wRTgt6P6RedgwbQEOXw9FnuLt8GvPtqhZriBSJxdnv6lSBFeka0dPOrkCtEBxcgfLwDyCKzJwko27SPOOjQVNpDrSmrTmpwC/lmhc89OaWlKeAvKFK9fRt9h8FNixGJ2zx28Biry/EkV/i8D6C91QSII75QxXdM2NzbWyc/lMbN94Ee4/Dcfs0+OQR4ImBFckiEaPKEMBWqAow8+ObCXBFUf2jn36RvOOfXQ1VStpTVrzU4BfSzSu+WlNLSlPAfnCFeDqgtYoOVeF1gPboYqXGjFBZzB+2mFk770Bh3plleRMZ4ArQgTLmyv7ELhgBvbsPYOIdOVRpflwdB9cC54SVDELVyTUSY+QAqQAKUAK2EiBHJV9bFST9GqEPxR0kQKkAClACpACpAApoHQFXIpn+OoSxJx/De+iXhb348GR1eg/fSf+CQbcWOLWHv17o3/1dBbXE/uAnOGKWnUWqxt0hv9f1+BRuCUatuuL2nVLIJ29c6741P/6C3vJHqcHSQErFNi+Yzto/FshID1qtQLCGHQUuELvgtXuFFUBzTuiZLJJIdLaJjKKqoS0FiWTTQqR1jaRkSohBUwqILxf8oQrEXj78gNLYWvqSgavTGm+JLm1zPHyhit3sLlLe/izaJVPKQqiaJ2mqO5dD+XtnXOFFtSWDTIq7TwK0ALFeXwpV0sIrsjVc9L7TfOOdO0sfZK0tlQx6eVJa+naWfokaW2pYlSeFBCvgHzhipC4diz2IMbIWHdUwVajRLfiNJEzXNG1MPTR3zi1axO2fTmOOV36nphxn+WokXBCtdltQQRXxA0uKuV8CtACxfl8KjeLCK7IzWPW95fmHes1FFsDaS1WKevLkdbWayi2BtJarFJUjhSwXAH5whVTtkbgn5m9MDrFGOxhxzNLuZwFrujaHhMWhDun7yFT9ZL2yblCcEXKUKNnnEEBWqA4gxflbQPBFXn7T0rvad6Ropq0Z0hrabpJeYq0lqKatGdIa2m60VOkgBgFnAuuAOqoA2j03VUMud8fJfWOaBajBuCMcEWc5QmXosgVaxWk551WAVqgOK1rZWMYwRXZuMpmHaV5x2ZSmq2ItDYrkc0KkNY2k9JsRaS1WYmoACkgWQFngyuRt5egcM0gzH04BNUJrkgeF7oPElyxiYxUiTMqQAsUZ/SqvGwiuCIvf9mitzTv2EJFcXWQ1uJ0skUp0toWKoqrg7QWpxOVIgWkKCBfuHIG3UrNxF6VThKR6E948eoTCrachwsTC0mRgyJXTKhGcEXSUKKHlKAALVCU4GXHtpHgimP7xx69o3nHHqqarpO0Jq35KcCvJRrX/LSmlpSngHzhSgKnBbl6IGv6pJIdKfdtQTFRT3F2yUr8L10t1G9cAqncnuDx9fTI+aO7ZE0IrkiWjh50dgVogeLsHnZ8+wiuOL6PbN1DmndsrWjC9ZHWpDU/Bfi1JLdxnSlTJn7iUEuyVODly5cO02/5whX7SChnuKJGGHa1S4EZfxVH3tTnkfyXa5g/4T8MzlgP7qOfYlz3LJJEI7giSTZ6SAkKyG2BogSfKM1GgitK8zhA8w4/n5PWpDU/Bfi1JLdxLcCVO7276wsUHY2YZ0+NRXNLCpfMmfU+V4eFQf3mtVFZVapUUHl6wWP4aKyJamB03wVJ4KHKpfd5NCLwQf3EqKwbUiKVSr/dCLzHJ/Ubo7LJVV5wNzhj5JP6tVCzUdlUqixwQwq9z4X2hX4YXmlVuVlGDFe9j4PV903Y5cbsyqn3eRTC8VFtrGdSZldKq+x6xXr6UaRdj5ldn03YlYfZ5aLzuRrB6v/F/ffAbGdAcMX4VYg5/xreRb34TSwJtCRnuBKjCkA/j6Wo998hVE4TiAEFz6L3jenI+ngyOld5gzH3piOPBIUJrkgQjR5RhgJyW6AowyvKspLgirL8LVhL8w4/n5PWpDU/Bfi1JLdxbQRXrAYrKqhSpdSAFeES4Mqu6AFfvrDr5Jtg91wY2vBQ5WD/popzkBZEPGP/rV9WC1iEKJv4slrA8taorBawpNUrax/AIoCI/4zad2V2pRFplxawWGOXacCSWpWV4avkegP/g9oSwKK1i+CK6bmD4IqxLpde7kCOyj6iJ1u16iiGZx6NKhdOoFq2O5hffBjKnw9EYQjQZRPavg9EUf1pQFTdBFdEyUSFlKiA3BYoSvSRs9tMcMXZPWxsH807/HxOWpPW/BTg15LcxrUeXBELVtRqqMPDTUSsMLCSgoGVdPG/6MfCFeGL+jsGItiTes5ICESEMMBiWNY2ICLECIZoI1gEEBEPbhIGEYYRLAnZlZQBluxG4Mi0XakZYMkgEhylY+DIwwAcCYDF2C5rAIsaMXivfoAB2U5bFbly43EQ/rz6BHefBOPB83fInSUt8mf3RLXCOfB9Nk+LX0zaFqQvmZwjVwRLLk38AdNvjcKUKZnh7z0dZfZMROi8blh6qjFWnehnEIMmbrgQXBGnE5VSoAJyW6Ao0EVObzLBFad3sZGBNO/w8zlpTVrzU4BfS3Ib13FwxQ5gBQzCeIwYo4lc0V4CiHjA/hljAFiSIrUqm972FCGCxRLAEsYiWAxhjOkIFtMgwhrAogURD0XaFcbsem4CHBkDlnC8Q7g6yIRdxoAlVP2KbfpJCLAIyUHFgCP9LUJqtpGoc9b1kuBKVHQMBq08hV0HLhsGIWl8r1Kp0KBOEUxuV579u/j3k+CK88AVYVuQr0dTnDYArl65vNFvw2788qP4caFbkuCKNN3oKQUoILcFigJcojgTCa4ozuW0LYijy2mO5yc2aU1aJ6SABq706CIuxwqDJYiIQMzrVwbVGUesIIahjpCPSDt1pg5cEb5nx7C8Kg/ZP00Blqx6eU2iWMLLEPULI2jBUAxSqNLrwRhhi5BpwCI+0sM6wBLN7HqUgF2G4Mi0XcmYXckN7OIPWPQjczpl9bcYrgjDpMmEXbj87wOzL17pUvngP7C22XKxBQiuOA9cERLafg5LjmT6u9dEj4WEChJcsVpCqsBZFaDFoLN6Vj52EVyRj69s1VOad2ylpPl6SGvzGtmqBGltKyXN1yM3rQW4csvH29gww+S1iYGVlCmg8koXX8cXsKJ+/w6eS1ZgZ7SvHjQRIiKExLExiNJr1xVCBIsxYAllgMUQxiQMIoKNYExyFU/AYsou1lu29Ug3IW4kPiFU/dKor6btCmYRLIJd+luqBMCUDGmYhvGhH9ZHsKiQliUaju2rFLgyZct5LNvwl/mX5UuJgZ2roEutAqLKE1xxIriiOou1XebhjgnPu6jLod3SHpTQVtRbQYVIAZEKyG2BItIsKiYjBQiuyMhZNuoqzTs2ElJENaS1CJFsVIS0tpGQIqqRm9Ym4YqNwIoglwBXhNOChBN0hAS2sVfCgMU0iPjEQIQ9AIuwlcYQWoiPYFFpEvLa3q40LIIlnV5kTjgEwPLOCMbYA7CwOCRNQl7BLkvhyqv3YajYZSWi2TYz3Stv/sw4MKkJav+xBfduCwmL4y/3lMlwcmFbpGX/a+4iuOLkcEX1Ate2X0amWmMxeDXBFXPvA90nBSxSQG4LFIuMo8KyUIDgiizcZNNO0rxjUzkTrYy0Jq35KcCvJbmNayO4Yi1YCf0I9bt3cYLHwhUhusI0iHjKoEmknoNcWTyGqUgP4cQfw2gXbaSHACLij0nWbqURF8EiRHpEWgFYdEFErBGCPR9ZXhVju9yZXZmNIlhM2yUAFi8DuywDLKbs0ia5NZ+DRTieWUjI2yXrRou2BY3b9DfWBJwzeuEyZfPCmI4VMWblSTx/LJzwpH8N6lIFnWuaj14huOI8cCWhWfnTP33RfUpR+AW2Y7Fsll+0LchyzegJhSggtwWKQtyiKDMJrijK3Rpjad7h53PSmrTmpwC/luQ2rvXgilVgJQbqUBYFogNWBNXj4YqAV1QMLmRnGCT+K5MAIIQEr9FGgMWdHb2cUS8qRNhKYwsQIeRsEeBB7GUZYHnC+hqhN6BiQYRuBEtCdglgI6WRXaHMrjcmwNHXBywDsp2yCK7UGb4Vd289tfiFE5t7heCK88MVIdEtHcVs8StED5AC5hWQ2wLFvEVUQm4KEFyRm8es7y/NO9ZrKLYG0lqsUtaXI62t11BsDXLTOg6u2AGsQOUCz8XLNNuCYi8BRAgnAxkDlhcMWnzWk9mVgQjTgEUAEfrRLkLuEVORHhFsK43hdiJhK409AItpu4zBkWWAxYPZ5WkUwWKtXWIjWAZmO2MRXCnTyx9vXsRHLsU61FzkStac6XF8ZnOzrxnBFeeBK0JC23fPg/Te5JjwJ/hrVgcsOlwbK25Mh3CYuaUXRa5YqhiVV4wCclugKMYxCjKU4IqCnP3FVJp3+PmctCat+SnAryW5jWsNXGnSAC6ZM8eLZFHyWtMRKwJYUaVJozktSBeuCI24sP9LxbanCNt/Yi9tpIcxYEkYRLx1OMBiyi4BGAmJaw3BURIkZxEsGQwic4QIFlN28QQs+pE5lsKVcn3W4tWzYKMXLrGcK0LhDFnS4sy81mZfVIIrzgNXYlS7Me6HLvhbpZ+o2dW9GNrM9UeTcp5mx4OpAgRXJMlGDylBAbktUJTgE6XZSHBFaR6nbUE8PU5zPD+1SWvSOiEFNEcx9+5uF7AiwBWP4aOxLqo5gwvhel2wDEQktJWGH4gwneT2qQm7kjBwlFkPHAnbiIStR44LWHTPwlWzk5wEu7RbnyyFKw3G7sC1K48shisFC+XC1pH1zL6oBFecB66YdbbEAgRXJApHjzm/ArQYdH4fO7qFBFcc3UO27x/NO7bXNKEaSWvSmp8C/FqS27jWgyssYkUdHg71m9cGgrFsKUbHLScesSKAFeES4Mqu6AEswetTdvCyIWAxBSISjvQQtvPobieKRCjCWKSHYb6WZLBPpIcWsKTQ0UYAEc+sBiym7OIfwWIIWLR2WQpXprJjmP1MHMNsLnKle6vy6OdT1OyLSnDFueCKsDXo3p5pWD5vLa48/og0OcqiatupaNf8G0nJbAV1CK6YfY2ogFIVkNsCRal+cma7Ca44s3dN20bzDj+fk9akNT8F+LUkt3GtC1fUYWHWgRUXV6hSs2SxX8CKLlwBO0T4IwMRpgBLSlWmLyfYaP2kjfR4bZQ4VthKYwlgcVd56G27EY4ztjZXiSnAYtouN03iWu3JPLp2GUewuDG7knMER8Lx04I/dK+E7PLNdtSinCsvgj+hSs/ViPocpVd/YnAlqXtSnFzcFl6p4rVK6I0luOJccOXfqT+g96JU+KVbdxTL5Y7QRwFYO2s7snb8BwvGF5c0cRNckSQbPaQEBeS2QFGCT5RmI8EVpXmctgXx9DjN8fzUJq1J64QUiIUr9gAriIqCx+jxmsgV7SUAlucMsITpdUc4Zcc0iDAGLFoQkU5v201iESzWAJZPbCtPhGgQYWyXqxDnYhKwJGSXfmSOAEHC1UF2icwRA1jULKtN56zrLIIrgmOnbb2IpetPi37p+rSviN7ehUWVJ7jiPHBFOBVosMc0VLlyDnVyxtsV8XgyOha8jv7v/VFUnwGKGiMEV0TJRIWUqAAtBpXodceymeCKY/mDR29o3uGhsrYNZ9M6ODQC+y48wK3HQbjL/l/Ntlh8mzMdvs/hhTrFciNtyvjknfxUdk6teetnSXtyG9cCXLndqZ3NI1YEsKL++AFpZ8zVgStawCIcvRwpGrC8Mdp244iARQARQkJeQ3BkGWBJoTnxSDfRb2KAxRJwJJymJByGHXsJOWDEAJZOWf0thitCPuSG40znXjF8l0qW+AbrBtcR/YoRXHEeuKJWHcWI9AtR73kgSiaJtys62h/9M5xAjyA/fCt6ZMQXJLgiQTR6RBkKyG2BogyvKMtKgivK8rczfuF3ZA860xy/8vANzFh9EhFh+kfJxurvntIdQztWRIuK330VlziT1l9FQAsalZvWcUcx69loQY4VE1uBYsGKOiQEnktWYGt0dyE2Ja4FAUSEMhBhCFgSBhHiAIsWRAQbJY4VcrBYAiIMj2kWG8GiZi0LJwMZ25WURbBk0NsiJGyPEvKqGCb6FXK6fF3AotIk5I3NLSMFrgiOjoqOga/fMew/fN3k26NSqdCgThFMalcOLuzfxV4EV5wHrgiW/DWMwbWYhRjSt8CXHCufcHlefQR+moVxgwt8MTYF0mbxFJ2DxY5wJRx3z91Axp9/hocODRI7eOPL2aoey1umJ5StgNwWKMr2lnNaT3DFOf2amFU07/DzubNoPXbj3/APPCdKuJ5tKuD3ekVElbVlIWfR2paa2KsuuWltDFcYWEmREqp0XvESxSSQvNYMWBEqEOCKcBSz9gu7IWARQMQnPVdoAYsAIuITrCYMIoy3CNkKsBhGepgGLAKIyGRgV2KAJb1IuxICLNaDI0vtkgpXYp166X+vsXTfZTx49j7Ozz/myYCOtQrgRxbVZ+lFcMV54IqwLcjXoylOG+T/MRwTKdAIc94Hit4iJBmufL43BWXKzcSTLz1QuWVB+WajsHByA2RkMCUmYjMa5xiGEjvuYWiZhIeuUE/Z0rcx880KVDRRzFb1WPryUHlSQG4LFPKY8ylAcEXr038m/4z60wtj45uVKG3wtyfW667RdTT3K0Rdw4KWjTDu2Dt2KymKNJwL/3nav0tAEHYNrIu+6+4jNBpI9117+O2YjLKeO9AiY1ccVelvrlWpc2P86b/RKT+/sUXzjvNpfXVWaVSf/J+eYa2WvsSM+kBi98QoEXiGrbFm7hNTVFuG/UC7aLgPqhfOIf4ZG5SkcW0DEUVWITetBbhCFymQmAIvX750GIEIrui7Ys+lIBTNxP6YOcB16eUO5Kjs89V7Yh1cKbsV3b8sPENfHMLszl3gHzUCJ/d1QAaRppmDKyKrga3qEdselXN+BeS2QHF+jyjPQoIrQMTNsShbeQGef4EnpiD8Pb9a8DnUDhc2N8cJ35wY9m4ODvs1QOroaxhVqSrutLiGTX0y4u36Jij8Ryos/2claqYNxrouRTA5ZLLmOcNsFGEne6Joj/TYfXUM8nEcejTv8BObl9YCHBz0YQX+nGgcMZLYPXNKfGBbgMp3X42wEP3jZYXnVo1vxELdXdDmjwCjarwypsGpea3h5upirgmb3eeltdgOx4Tfx/p+bTBu1z0kr7YK/66qrXk0+t0pTOnaAXOOvYfK1Qu/DtmK+X1+0MwPF/zqof3Mu4hUp0frpUcwrGJSsc1xLedoWnM1nhojBeysAMEVgivmhpjN4IrQUEzUQXTL1RFZ1zzGqGrsl8AME1HtjPZXv/+2dUaL3jvxv0j2W2L6qpgasAEF9hZF9WnP4voo/JIzVtUKP41zQ53sZ7D9ZFlseOODxTr1RNxcihYtx+LU00gI0TK/DtqAbp9boI5BPcIvQnSRAtYoQAsUa9SjZ22hgNLhippFoUyo1hivfJrgzISnJiMc1VHnMejnTsi67l/8XnAH2mccgoK7b6J/Sa0Hrk4vitbXJmq+PG3ukBZr8p/F7qHfa+4J4KZchees3kUGkZNB8GucH5caPMfClny/QNG8Y4s3R1wdvLQWxt3GAv9ia7/cRh1L7J45K+bvuYI5K4+bLNa3fSW4MHYya7np+1MG1EHD0t+Ya8Jm93lpLabD2nmlCg5+uxTLZjXAt6linwqHX9OsWJpiuQbOJnkTgE5l+yHLrPssymgfOhb4C73/nYwf745FtX7ZsY39kOi6txN8r/fH6oE/iGmaSxlH0pqLwdQIKcBRAYIr+mJT5Irx4LMpXBGqj1287hp6Ow6utE29BN6FVqD+kRPoWVCNa/N8UHdpKRxmvwjmNNgWFLqzFfJ2/gsNJu3GqNqZ4ZnlBNp/gSsd85xCt2/bIsX0i5jV0ANR7A9f6yL98P36xxiaNfHtRRzfO2rKSRSgBYqTOFLGZigdrghbJrpeH4UDQ66gSgLbR4VolDJLq+L0se5GEZNRb06jf93WSDHiFiZ6P8aESqUR1Oc1ZjbSDoqEIh4jrg1DyRqfsPjxbJSxKmeY5YOP5h3LNZP6BB+tn2FenUKY8yg9Pr4O1kRDePuuxKyBpdnZGYndM29V4/G7cPnfB+YLmjWcuWUAACAASURBVChRo+qPWNijmqRnpTzER2txPUtozlCDwVm23ix5/G/0+FFblxBZ1OXeBFxc9tkIrgQGpMewyvvQ5tgiVI4DNOL6YM9SjqS1Pe2kukmBr6EAwRV91QmuGI9Cu8CViTEbcGnV5zi40j7LajTJOw4ZJ+/CnNY/IKkqHMGvw5CSZd5VmYArhcYXw/FzvsjO+iv8sYuNgGl+txMKjsyHg+eHGIVp07agrzHFOHebtEBxbv/KwTolwxVhTq/ifQvjz65Eubem4TlD9RhU6BeknPUEo3W+J+rmBMtbexUOsKiV1LiP8aXL4N3QV5pcFwnDFe2v14fL3dJsJeJ90bzDT3E+WofjzNIROJtpAHp4e+DliXFo1nwNarEfhUZXS+yeeR2qDtyIx/+9NlnQXORK/u+zYe/4huYbsVEJPlqL66zwI+Cc4F8Q88+fmmjqNPnaY9XuL7mXGFypoANXQre1QqFJ2jXpS91tQX4ByO9fFxfrn8Ekb77RbeasdCStzfWV7pMCclOA4IrzwZXXV+ZizfwkaLi0B/Iw86JDLuPM7v8hU8Xa+Daru8VD1C5wRQi71o1cEbYFfbwbiJF9p2LHvw/hnr8OBk6ehfZl0hr9cihEriQIV27q39O1luCKxb6nB8woQAsUGiJfWwGlwhU1AyETKtXA276XNFGKCc3vQezvRYk/vsGBBPKixIScxyjv2vi70kkcGOsmKnJF01aZyxj133r8+hV+jaZ5h99b97W0PuSbAcNjduHvOaWNjE3snmHhX4YF4P6dFyYFSyznivBA3vyZcWBSE25ify2tDQ0U5hYBsq5K2h2bt47Bz3q5lxpgjc62oJTvTmNYIx9sVQ/DsRPaH/xiryC2HajJ1kbYu6y2Ub4mbqIm0FBCWhseRJEyax3M3LkSPnxzG5uVRx0dgefXtsJvzgqkanYI/Ws+wtwGdbH8f/HH5WaoOwdbahxFi3EnEOFeH3N2+iLv+/dw9fIQfVyq2Y44SIHoD4cxoukQ7HkWifSF+2D5SpZ+4cEG9Ok1A3+xz7KVGY6FC5rA8+RIRejxtd1CcMW54MrbvU3xW4uTyOc9HEPW9UCOd4HoX7QJribzwscXKjRbdQ/9fdJaNOxsClcSyrnSMUcwXoYkR+b0Av0Jx//Wd0blPqmwlu1zF05+0D0tKFG4QpErFjmXClungKMsBq2zgp6WswJKhSuh7ItL3va7TLou9pQVsC0V06oWxn8dn8blRYmNdNT95fltQGOUnFZO88vzX108sDrP33E5V8L/GYYitYOxVCfnys7eGTHf8wQOjtXmZeF90bzDT3EeWke+WIK6Bf7GgBcrUOPLFrNYgHJq6OUE75kCL4bKdJh9ECdP3TYp2KrxTVhCW5hMaCs8ULHCd1jetyY3sXloLcaYWLiiG8Gmzb30QJPTqdy7g+hXtz023o3S5AdsU/UF9nwcFJfwVmgjOmQnOrPtQC22NcSuZr1xkJ3w6vHNIATu6KAHYMT0xx5lEoUrXw6i6JgnGGs7/oApYbNMJvS2Vb+EnFc+m9vERaOLqffW0vrosjMJUgXfQ+lRlzFSZ5iqo09iWIUhyDjtNGpfr4/NuXeg2MEG+NBtHB5OPohGS/ohv6uYVuRT5sTYUvjj0QDsWZIbM2p3QlTPfci/tRb25F+DtUOjMJF99r7dEXQL6agIPb625wiuOA9cUaueYFWtbxHULZgBFO2xBhdHsrxbn3di8eTieLqlPrpOKoXl54fBkjPNbAZXDE8LSq+znad1xDAUr3IFA89sQZv8yRB8tD/K/PZJs6DVwJUy5zDkzhY09gQSgyuGOVdCX6xBp+JjUCjgPvpn0K/na7981L78FXCUxaD8lSQLpCqgVLhiqJepyJVPR3vix45u2HZ3NorG5UXRT0iZJuo5lnctipXpt+P0jNImTwuam3wlzi2oqmky8slcVC96ED0v7sZvX+nXXJp3pL4tlj/HR2ttXpUjFU5hE0uk7PolV1yWBfcxs/6bRO6Z32qy9s9bGLPgUAJwJeHTgoQHxvSpiRYVv7NcNIlP8NFaTOfYHNE4G3aWusiOZc+leSDhxNba+eRk1ZtY0zV2aR2OgC7lNduBWtypiDlpDmBZRw/4t82M/3V8gVGmjjMT0y0blrEErkx4NRHHAwphQcP6WHI5Km6LVJrlRVE30Au5H4ag+e4JuNmtBTY+UsGr4BDs2u+LXM/XoG3tgTjCdqXlrDQJG9Z3wMUuaTHufjF8vnsNn1I3hF/AD5hZZwIuRybFd61W48QM7Txr7lJHsxPDXbXRKu+6X9GDK8F7uqPWvG+xnvUhw7H4SI0O9a/hYZ7FGFrDzVz1srsvwKbO51rFwRXXAfHASR39D0YzuBLd5zwGphoXF7nizHp8bQcSXNH3gJxzrsSoAtDPYxPavg9EUTVLRaI6i0nftsOPu27B51t2UI/BfbFjzzq4Um4mnnxpSTi5p3yzUVg4uQEysoWubq4UU6cF/bFsEbqxbUHCrwgzalTEtCtR6LDiJYZHJ7wtSKhH97QgF7dv0WZuIKY0zGRUzyRvsRJQOVLAtAKOsxgkDylVAYIrWs8bwxXtF9ZTv9wwyouie5QqO5sOhetMxUK/5sinATBB7AtVXfRddx+hbAGfqUQ3rPQfg2IM7AvXIXaM8x+fV8XBlq8x7mje4ac6L62jdaIh9BPaCkf/xkdKGN4zp0REVDRKd1uFkHefjIomti0ojVcqnF3UVrFHMQvbCX/u64YliRzJHhPyHHunN0f31UWwUwfgBh/qhKa7O+Eg29IlJNyWHVzRWbfHntz5zeaf0PJYJxw93Bbbm+THwbIXMVHlgzp+pbFy/0So/Iqj9/U/cGZLIUz42RvvB99FiZ25scRzHU7NT41BBRrBbcpLlNqRlkX97cfBKVFxn7W7a3nkinYwm4IrEdjStxgCcm3Gxn5fMg6zktEftuJ332iMWd4EXuZeGhnejwk9iT/q9cLeN0DawgOwemVr5GbROQJ0abrggd5ngnnOrsfXdiHBFX0PyB2uDPZYivpPDqE82wb+6Z++aNbWDQtvTNdEIUY8noyORe5j5Fs/MNYi+pIMV0S3QAVJAZkqwGvhLVN5qNscFCC4wkFkB2uC5h1+DnEGrfdceIDfJ5neQmdSSbZVaNFwH1QvzDc0y7G0Dsf5eW3QctJxvGOQNWflwVi8uF8cZBUS3vbZnw4Faw3A5Jnd4z6P1VPNkuCqWICEBox595HltiDhx8rYK9ZeTy83RAQFI03NVfAvMCxuO88Zpof/D5fjIn1it1YteJIOnmnVmlOwig44h9Y3C2vK7RwYFZc83JZwJfLFSrSoeQgtDqxHgyyxvY/A3j964XHxwtg3PxAf3atiwuaRKJ2S3zxi75YOjSqF2VFTsHVsVsxv0hiPGx/F7BbpNc2qo+9gpt5nzq+HvfU2Vz/BFeeBK2qEYeNvKXA8534M6xmNdW0YPG70HJN+98CbK/uwqE8jPCv9j2aLkCUXwRVL1KKyilLAsRaDipKejP2iAMEV5Q0Fmnf4+dxZtJ6w+RxWbf5blHC92lRA33pFRJW1ZSFn0dqWmtirLjHbgnThyrnRP6HZ3tY4cGIIMt09jLvZqyMp2xYUmyvlv+HfoOtV48iVhcmW49iKBgj/6ww+limr2RZkBFf+Vxr11/mYPOUzcfuNI1f+mVUNA/83CAfn1YpLWhtxZSq6b62B37OOxnaWf6X+bR8cKbwd/Rxge5Zt/BuBDb2KYa3HfAZX8mJpm7q4VHE5ih7uiFMlN7IIniQauHLTex/bnpYNzq+HbVS1phaCK84DVwRLolgC22HlmuDoU+Cb8gswfXsPZHMLgK9HR4T/thSTFjaDV9zWc3Ejh+CKOJ2olAIVoMWgAp3uYCYTXHEwh3DoDs07HETWgZc+9X34NWjHllYevoEZa04h4lOEyVaSp3LHyC5V0LhsPjv2IuGqaVzzk91SuKKOuoYFLRth3LF3cPMsj2lbt6DA3ni4kkWI0KnRSpNzJUfpSdi4pQPyhMRvZ0uRoz3WHpqMp/2N4cqkn1geq4oT8IFFw/y7qrYFIujDFSGR7dAKvZBk2HmMrxufVyU66BGCk+VEGpY4ukOXDXjuhJErn+/Hnwzk9W1zTF82BN8+WIKBQ/w0pwWlL9wWs+f1Q0EPFk2lAD0sGER2KUpwxbngSqw1Ye+e4mMY4OKeDuk9LT9+WVcVgit2efWoUmdQgBaDzuBFedtAcEXe/pPSe5p3pKgm7Rln0zooJByrDt/E8X8f4nMk2+/CrmRurqhdOh9aVv4eqdwt/PlNmqwmn3I2rW0ojc2rIq1tLilVSArEKUBwxbngStS7P7G4TTOsOvEqzrC8FcZjzJo/8MOXfHyWDn+CK5YqRuUVowAtUBTjaoc1lOCKw7rGbh2jecdu0hpVTFqT1vwU4NcSjWt+WlNLylOA4IrzwJXYnCv73TdgHNv+k5MltY0OuYztvX7FhpCxWB/YLm4LoiUjneCKJWpRWUUpQAsURbnbIY0luOKQbrFrp2jesau8epWT1qQ1PwX4tUTjmp/W1JLyFCC44jxwRThqeQg7irnxm0CU1AnsjI72R/90B9kRzf6aI5otvQiuWKoYlVeMArRAUYyrHdZQgisO6xq7dYzmHbtJa1QxaU1a81OAX0s0rvlpTS0pTwGCK84DV9SqoxieaRJq39MexRx7Rb6fjV55rqN/kGVHMMc+T3BFefMCWSxSAVqgiBSKitlNAYIrdpPWYSumeYefa0hr0pqfAvxaonHNT2tqSXkKEFxxHrgiWHK8T3KMP9UIf6yaih8zqBH1+hhmd2iF16VPYOX8CpIGOMEVSbLRQ0pQgBYoSvCyY9tIcMWx/WOP3tG8Yw9VTddJWpPW/BTg1xKNa35aU0vKU4DginPBFXVUEPaNrYs5fn/hLTstyNU9C8p3XojRo3yQWmIOeIIrypsXyGKRCtACRaRQVMxuChBcsZu0DlsxzTv8XENak9b8FODXkjXj+n/rW6P5rGB4pbgHVfGF2DijKtJw6vqrv8ajz+R7SJb8LQp2XI8BNVLHtayOjsDNk6uxZMEZlJm6Cs3yAJ8O90XdfQ1wdEZlRH84DN9W+9HcfzrKsCOJ5XrFhF7FnN9H4UZ0MgQnb4jpc5sgF+5gQed+OI/UCM/eFcvGVobODgZc3dADw3e4IhseIGOrlRhd9xPmNvBFxplbNDpdWfobFsRMwpJu38hVFofqN8EV54Ir9hhcBFfsoSrV6RQKWLNAcQoByIivrgDBla/uAu4doHmHn+SkNWnNTwF+LUkd15FP5qJx3wzw39JcA1RODi+G7SUuYEZ96X0P3dkKzW5PwK6BucxU8gjzmkzHj6vmoqr7SYxofQ2d13dnYEF7hV9chYX3SiL16eFI/ftWPbhyZGpWzG8zChnGbECzfNL76ghP3l5RH/7pAjG+vhsuL/TBvh+2o/mL1pjvshDTmqbGySk+uFBlO34vqe2tOvow+rV/gRFrWsEz+iSGNzqPdtsbYl+Dfhq4UuV+X/Te1xArZlTSAzKOYKtc+0BwxbnginBi0L0907Bw8kLcDlLBzbMcmg2ZjEZ180k6KUhQh+CKXN9u6rfdFZC6QLF7x6gBxShAcEUxro4zlOYdfj4nrUlrfgrwa0nquL7nVwtjY9ZgTddMep2NfncQ/esPx92UqRGRtiUWr+mAsNlFsSr/JQ142dyhBD4M/QeldtTH2DueiHxyDw8/t8TWtdmxsvMfWB/0E3oOmw1fb/169RV5hVVtxiHHonkauDKy/R30WNMRWQxk2zOgAT723BYHV7z3l8cA1TwcKroVs1uk5ycyh5YuL2yKP4tvQu1LPfF3pQVo8702WqfPw0FY1jGbUQ8E0OLb9CEGB1ZHAIMr7t1qYd+UFxh/aCR+cuXQYYU0QXDFueDKjZnfo/uS1GjYux++S89yrrw9iQ3zFiNzp3uYMUBatBfBFYVMBmSm5QpIXaBY3hI9QQqYVoDgivJGBs07/HxOWpPW/BTg15LUcX11ejww0e3tId/iOP/beQwtA9ybVwljk27GwI+/mIArRbEyzyXMbBQPXJrfFBu5AkTcmIrmQx4jk+oZfp64BZ1/MtbMEK6UHXQGKVxyovvGLWgt86iVWGsjbmzAyIUBuObSDpvm1sPbDfGRK883d8TwoLFY3s0Yrpwc643TFbZjSJXnbFtQXax8lRTZSkzAxtm1KGrFhq8fwRXngSua04KyDEG5s+dQJ2e8XRGPJ6NjkfsY+ZZOC7Lhq0NVkQKA1AUKaUcK2EoBgiu2UlI+9dC8w89XpDVpzU8Bfi1JHdemI1eeYXqVP1Dyz5WoyEyIuDYWPfe1RV+Vj0m4YhjNIh6uPML8TnNQcOoMlFftQb/Ot9E7sB8MeYkhXKm1sTx2jo/E711eYvg2X+R3mgiNCFye1xQ7vtuOEdVYzpUO/XAhaR64frqNnG0PYmRN/fH08vBgTL7XBbM0eVUeMbjSCa7Dd6Pgnmo4UHgvJtSPz1/DbyQ6Z0sEV5wHrsSoAtDPYxPavg9EUXW8XQl9LnZEU+SKWKWonOIUkLpAUZxQZLDdFCC4YjdpHbZimnf4uYa0Jq35KcCvJanjOqGcK78cSzxyxb9tCUQMF7YFGW8VEgtX1DiMQT530Wt7d+TEbcys54cKO6fjS2qROPEM4UpsQtsXO3ug26XO2D6qKD+h7dDS7RW/YVP2zRp4EsxsGhMyNm67kzqaQZbWS1DIbwYqpoxv/PP9JfBd/h2mTIxNdCvAFW1C26Y5r2Jig5kovGQl6hrusbJD/5VQJcEV54EratUTrK5TEK+a38DvrbJocqwIOVgerG+GfqtqYcXBHvCUMKgJrkgQjR5RhgJSFyjKUIes5KEAwRUeKjtWGzTv8PMHaU1a81OAX0vWjOsLfk3Qbc41hLomRf7qs+DPTgtKGZdzJSlCUnXA8vUdkPPBXNSsuwivU6dH8ref0e3A3ybhStvUa9Cg7BhkHHAEK3rkTlQE4dSbMbtdkTH6ATzqzcKkFmmwpGVfZJy+AQ2+gIGE4ArwHlv7tcSdX7exbTFu/MS2cUvRH05ifPdZeOaZDu/Ci2LcnB74loGUwxOqY85fGVFz2BL0LpuafQE8gT/KH0PjU79ge+UReFbmZ2QUonbUOVD397o43yX+tKDP9+ei5eCUmBtonMPGxt1XRHUEV5wHrgiWRDz2w5AaJ9Dmtr8mekWIWhmSfymqbj+EX36UNqQJrkjTjZ5SgALWLFAUIA+ZyEEBgiscRHawJmje4ecQ0pq05qcAv5ZoXPPTmlpSngIEV5wLrthjBBNcsYeqVKdTKEALFKdwo6yNILgia/dJ6jzNO5Jkk/QQaS1JNkkPkdaSZJP0EGktSTZ6iBQQpQDBFeeBK0KUiq9HU5xmsWCGVwo0wqwPTbExTTPkXBuN3nVFDQ9NIYIr4rWikgpTgBYoCnO4A5pLcMUBnWLnLtG8Y2eBdaonrUlrfgrwa4nGNT+tqSXlKUBwxXngipBf5d3zIESaHMYpkDaLJ6JfB8HV0wtJk4gf6wRXxGtFJRWmAC1QFOZwBzSX4IoDOsXOXaJ5x84CE1zhJzBpTVp/FQWoUVLAfgoQXHEeuBJrSUxYEG6f3o+Hb4BUeSuj5M9ZLYIphqON4Ir93j+qWeYK0JccmTvQCbpPcMUJnGihCTTvWCiYFcVJayvEs/BR0tpCwawoTlpbIR49SgqYUYDginPBlfCbc9HNuy/uwAufg4KQ1guITuKNUYd3o3JOaa8DwRVputFTClCAFigKcLKDm0hwxcEdZIfu0bxjB1ETqJK0Jq35KcCvJRrX/LSmlpSnAMEV54ErwlHMq2rlwJXy1zB5xA0M9tiEtu8DkXFjffRlRzH77aOjmJX3hpPFdlWAFih2lZcqF6EAwRURIjlZEZp3+DmUtCat+SnAryUa1/y0ppaUpwDBFeeBK0JC235fgEphmP534XhmSy+KXLFUMSqvGAVogaIYVzusoQRXHNY1dusYzTt2k9aoYtKatOanAL+WaFzz05paUp4CBFecB66oVUcxPNMk1L53CGVTx8OV3Ge6omPH1Jh7YzqySxjiBFckiEaPKEMBWqAow8+ObCXBFUf2jn36RvOOfXQ1VStpTVrzU4BfSzSu+WlNLSlPAYIrzgNXBEtuzPweU2/OwZJlHzCIHct8I3NKvH+RHh0CL6Fb9bSSBjjBFUmy0UNKUIAWKErwsmPbSHDFsf1jj97RvGMPVU3XSVqT1vwU4NcSjWt+WlNLylOA4IpzwRXhOOaIkORIlvoJLm04gaD0BVGqXEEkCWFHMGdgRzBLGOJm4YqEOukRUoAUIAVIARspkKOyj41qkl6N8IeCLlKAFCAFSAFSgBQgBZSugEvxDF9dgpjzr+FdlB1t85WvPZeCUDRT/a/cC23zl17ugC3WzGrVHcwvPgzlzwfCLjlXvL29HUIw6gQpwFuBPXv2gMY/b9WpPV0FhDFoiz8U1qoqwBV6F6xVUdzzNO+I08kWpUhrW6gorg7SWpxOtihFWttCRaqDFDCtgPB+EVyJ10bucOXykl8wZu5lhBu4O+TpC7hny4xk0Y0w6fZ8FLAgsa3ZyBVaUNP0olQFaIGiVM87jt0EVxzHF7x6QvMOL6UB0pq05qcAv5ZoXPPTmlpSngIEV/R9Lme4IpwWNNhjBHKvC0CTn3WjgO5iufd0lNmzBD8iBdJm8bRoexDBFeXNC2SxSAVogSJSKCpmNwUIrthNWoetmOYdfq4hrUlrfgrwa4nGNT+tqSXlKUBwxXngirD9J/D3wyg+qwfy6JilVj3B/tE78P2onnqfix3tBFfEKkXlFKcALVAU53KHM5jgisO5xO4donnH7hLHNUBak9b8FODXEo1rflpTS8pTgOCKvOGKWnUW6zpfRLml+kAl1qrQR39j+7Kh2LU4Gwa/9qecK8p7xclieypACxR7qkt1i1GA4IoYlZyrDM07/PxJWpPW/BTg1xKNa35aU0vKU4DgitzhylEMz9oR32y+hQ7lkmmMCXt3GceWTsHm1Rtw9Wlq5C1dD/XaDYFPswJIJWGIU+SKBNHoEWUoQAsUZfjZka0kuOLI3rFP32jesY+upmolrUlrfgrwa4nGNT+tqSXlKUBwRd5wRej9y7/6wrfJSrzPUxgZP17C1QcuKFClC37t2RY12THMqZNbN64JrlinHz3txArQAsWJnSsT0wiuyMRRNuwmzTs2FNNMVaQ1ac1PAX4t0bjmpzW1pDwFCK7IH64IFqgRhmf/bMXOZQuxfecZxGQqjyrNe6BR8wb4Lqe7VQOb4IpV8tHDzqwALVCc2bvysI3gijz8ZMte0rxjSzUTr4u0Jq35KcCvJbmN6+zZsvMTh1qSpQJPnj5xmH4TXHEOuKJrRSxo2bFgErYcuI5PrrlRos5I/LG0PTJJGHkEVySIRo8oQwG5LVCU4RVlWUlwRVn+FqyleYefz0lr0pqfAvxaktu4FuDKnd7d9QWKjkbMs6fGorklhUvmzHqfq8PCoH7zOu4zzyUrsCaqgdGzLkgCD1Uuvc+jEYEPauMv7m5IiVQq/XYi8B6f1G+M6k2u8oI7PPU+/6R+LdRsVDaVKgvc2NGuupfQvtAPwyutKjdUcNX7OFh934RdbsyunHqfRyEcH9XG+iVldqW0yq5XrKcfRdr1mNn12YRdeZhdLjqfqxGs/p9ROVemVBpmV6es/iC4YvwqxJx/De+iuscH85tjdFuS81HMphSLi2iZfwsV1oxDAbXluhJcsVwzekIhCshtgaIQtyjKTIIrinK3xliad/j5nLQmrfkpwK8luY1rI7hiBVgRVBbgyq7oAV++sOt/M3JhX9g9VDlYKVWcQ7Qg4hn7b/2yWsAi/G4dX1YLWN4aldUClrR6Ze0DWAQQ8Z9R+1oQIc4uLWCxxi7TgCW1KivDV/rJKj6oLQEspuxKin7ZjhFcMTF9EFwxFuXSyx3IUdmH32SbQEsEV766C6gDjqqA3BYojqoj9Uu6AgRXpGsn1ydp3uHnOdKatOanAL+W5Dau9eCKWLCiVkMdHq4XsaJVWMXgynINXBFgyTsGIlhJPfETAhEhDLAYlrUNiAgxgiHaCBYBRMSDm4RBhGEES0J2JWWARdhipQ+OTNuVmgGWDCLBUToGjjwMwJEAWIztsgawqBGD9+oHRj4YmO0MwRWCK6ImUIIromSiQqTA11NAbguUr6cUtWwvBQiu2EtZx62X5h1+viGtSWt+CvBrSW7jOg6u2ACsqFKkRNpZc7/AFUFzAUQIX9hjDABLUqRWZdPbniJEsFgCWMJYBIshjDEdwWIaRFgDWLQg4qFIu8KYXc9NgCNjwBKOdwhXB5mwyxiwhKpfsU0/CQEWISGoGHCkv0VIzTYSvVc/0rPLWriiZq6/++I9rj18i/+x//0miwcK5EyHfJk9oNLdnSTyFaWcK/pCOdu2IJHDINFiFLliCxWpDqdUQG4LFKd0gsKNIriivAFA8w4/n5PWpDU/Bfi1JLdxrYErPbqIy7HCIlYQEYGY168MBFVBACuqdF7wGD5aB64IeCWG5VV5yP5pCrBk1ctrEsVOEAlRvzCCFgzFIIUqvR6MEbYImQYs4iM9rAMs0cyuRwnYZQiOTNuVjNmV3MAu/oBFPzJHACy6dlkDV45fe4bhfsfx9uV7oxcwY1ZPTOtRBSXyZbTo5SS4QnDF3IAhuGJOIbqvWAXktkBRrKOc2HCCK07s3ARMo3mHn89Ja9KanwL8WpLbuBbgyi0fb2OBDJPXJgZWUqaAyiudpg4BruyM9tWDJtov7E8YiIjSa8cVQgSLMWAJZYDFEMYkDCKCjWBMchVPwGLKLtZbtvVINyFuJD4hVP3SqK+m7QpmESyCXfpbqgTAlAxpmIbxUSnWR7CokJYlGtbtqy5gkQpXpmy5iNUB5xJ98VQqFfq2Q9sTdgAAIABJREFUq4AutX4U/YISXCG4Ym6wEFwxpxDdV6wCclugKNZRTmw4wRUndi7Bla/uXJrj+bmAtCatE1LAJFyRCFZi4YpwWpBwgo6QwDb2ShiwmAYRnxiIsAdgEbbSGEIL8REsKk1CXtvblYZFsKTTi8wJhwBY3hnBGHsAFhZ3pEnIq2tXDCI1iYb7Zzthcc6VI1eeovfEXaJeOhcXF2yY1BgFc4k7eYfgCsEVcwOL4Io5hei+YhWgxaBiXe8whhNccRhXcOsIzTvcpKaTmfhJTVqT1gkqYARXrAAriFHDY+SYL0cxJwQinjJoEqnXH1cWj2Eq0kM48ccw2kUb6SGAiPhjkrVbacRFsAiRHpFWAJaEQcRzE3a5M7syG0WwmLZLACxeBnZZBlhM2aVNcms+B4twPLOQkNcQsHTJutEiuBIWEYUqvhvxIUjIBxN/5ciTAQcmNUKtoVvw+L/4o7uFEllypMORaU1EvaUEVwiumBsoBFfMKUT3FasAfclRrOsdxnCCKw7jCm4doXmHm9T0hZ+f1KQ1aS0OrlgFVmKgDg1B2ikzv8AVYfOKisGF7AyDJI1rXwArQoLXaCPA4s6OXs6o9+Ve2EpjCxAh5GwR4EHsZRlgecL6GqGnX0IgwpRdAthIaWRXKLPrjQlw5HiApVNWf4vgyo6//8PQWQeMxluqtCnwa6UfsOv4TYS8+2R0f/2kJiiSR7u1LLGL4ArBFXNjhOCKOYXovmIVoC85inW9wxhOcMVhXMGtIzTvcJOavvDzk5q0Jq3NwxUbgBX1u3fsKOYVcXBFaFQAEcLJQMaA5QWDFp/1+uXKQIRpwCKACP1oFyH3iKlIjwi2lcZwO5GwlcYegMW0XcbgyDLA4sHs8jSKYLHWLrERLC7MX6l0/GUpXBm59m8E7r5kNN7ckrkhV650eMhODYqM0PelULh3mwroXucns28qwRWCK+YGCcEVcwrRfcUqQF9yFOt6hzGc4IrDuIJbR2je4SY1feHnJzVpTVonDleaNIBL5szxZUQmr9U8EKONWBHAinAZwhXhM+0X9qwMsCSLa0MbwWIMWBIGEW8dDrCYsksARkLiWkNwlATJWQRLBoPIHCGCxZRdPAGLcWSOC9tIlIptZxL8ZSlc6b/sJPYdvm403rLnTo+Dkxuj5pBAPHnwxuh+vV8KYXK7smbfVIIrBFfMDRKCK+YUovuKVYC+5CjW9Q5jOMEVh3EFt47QvMNNavrCz09q0pq0ThSu3Ond3SZgJRaurItqzuBCuF6bloGIhLbS8AMRppPcPjVhVzyIiDVY2EYkbD1yXMCSXMc3anaSk2CX/tanWMDSNetmi7YFjd90Huu3nU8YrgxmcOWhMVxp07gEhjQuZvZNJbhCcMXcICG4Yk4huq9YBehLjmJd7zCGE1xxGFdw6wjNO9ykpi/8/KQmrUlrcXCFRayow8OhfqOfcFSTPUXnuGVNZQYRK7ENCJEru6IHsJNmnrKDlw0BiykQkXCkh7CdR3c7USRCEcYiPQzztSSDfSI9tIAlhQGIeGY1YDFlF/8IFkPAYsouN3Za0HGL4Mq+C4/Qf9pei+HK/GG/omqhbGbfVIIrBFfMDRKCK+YUovuKVYC+5CjW9Q5jOMEVh3EFt47QvMNNavrCz09q0pq0FgVX1GFhVoEVuLjCc5GfBq6AHSIsHOVrCrCkVGX6coKNtlvaSI/XRtETwlYaSwCLu8pDb9uNcJyxtblKTAEW03a5aRLXak/m0bXLOILFjdmVnCM4Eo6fFvyhe4m1a2C2MxbBlcioGJTvvQ4fg0P12kvstCDPDKlxck4LuLiozL6pBFcIrpgbJARXzClE9xWrAH3JUazrHcZwgisO4wpuHaF5h5vU9IWfn9SkNWltFq7YAqyoUqdG2qkzv8AVoUkBsDxngCVMr33huF/TIMIYsGhBRDq9fC2JRbBYA1g+sa08EaJBhLFdrkKci0nAkpBd+pE5AgQJVwfZJTJHDGBRs6w2Qh4cXX9ZClcER288cRdjFx4R/dZN8q2F+qXyiCpPcIXgirmBQnDFnEJ0X7EK0JccxbreYQwnuOIwruDWEZp3uEntdF/4g0M+Y//Fh7jzJBj3ngZDzbZY5M/uhW+ze6L2z7mQNlX8cbT8VNa2ROOan+Jy0zp7tuy43amd1RErAlhRpUkDj+GjdeCKFrAIRxRHigYsb4y23TgiYDEFIgRrLQMsKTQnHukm+k0MsFgCjoTTlITtXLGXkANGHGCJZv56GQdYpMAVoc0pWy5ideA5w4AZvRdRpVKhZ+ty6FGngOgXlOAKwRVzg4XgijmF6L5iFZDbAkWxjnJiwwmuOLFzEzCN5h1+PncmrVcfuYXZa88gIkz/aNlYNd1TumNQ23JoVjE/P4F1WnImrb+KgBY0KjetBbhyy8fbwELxOVaErUCxYEWoRIArW6O7C7EpcXUKICKURUQYApaEQYQ4wKIFEcFGiWOFHCyWgAjDY5rFRrCoWcvCyUDGdiVlESwZ9LYICdujhLwqhol+hZwuXxewqDQnA+nmltG1SypcEZx/8sZzDFl0FMGvPxq9QZmyeWJ6j6oo9k0GC94uLSh2KW7ZMxY1ILJwzPnX8C7qJbK0/YrtuRSEopnq268BC2q+9HIHclT2seAJ+xQluGIfXalWJ1BAbgsUJ5CcTDBQgOCK8oYEzTv8fO4sWk/YfB7rthqfjmFKye6tyqJ33UL8RP7SkrNozV04CQ3KTWtjuMLASoqUUKXT+eKYQPJaQ7ASC1fWRDX48oXdELAIIOKTnqpawCKAiPgEqwmDCOMtQrYCLIaRHqYBiwAiMhmAo8QAS3qRdiUEWKwHR9ba9Xu2IxblXDF8ZaKj1dhz4QEu348/Iaj0j1lQvWB2qFwsf8EIruhrRnDFeAxxhyufdrVD0Yk/4+hffWA+J7O4Qa/GLrTJOhlVj59B+/z6CZPE1UClSAFjBeS2QCEfOp8CBFecz6fmLKJ5x5xCtrvPS+vrc8qj1tQHeh1vsfA5ptaP1nz28tRM9B24BKcfpcfYY5atY7b8dR8j5hwSLwqL0p8/VNypGOIrNV+Sl9bme+L8JeSmtQBX6CIFElPgydMnDiMQwRWCK+YGo1VwRVgQ9PGdh9PPIqFyTYVCv07Bqtk+yOCWMOAguGLOJXTfURSQ2wLFUXSjfthOAYIr8Vq++HMQmrRfj/8igaTpq2DokvnoXNpDU0Bzrxu7xw4kcMtQHL1mrkb/qh64PrMkas14ZuSQLLWX459ltTSfh9zbgn5dRuPQ7WA00fnCazsvWlYTzTuW6WVNaV5aX5haEkM+LMOh8cYRI8/ZD05V+7/D74uXoH3VTLAkK8rHT5Go3GcdwkL0j5sVNFk22geuLJ9A+1HbjCQSTsY4Nqs53JJI+NlWouC8tDbXvc/3pqNCpdl4alDQNbo21r3wQ7nIG1jcthWmHn/FIhySIm/FUVi5pi2+cQMuLW+ITrPvIVKdDi0XHcDgCpZ4y1zPbHffUbS2nUVUEyngOAoQXCG4Ym40SoYrkY8X4JdS61Fj7Vb0YwuCJCEXMbV5A+zLF4Djs0om2C7BFXMuofuOogAtUBzFE8rtB8EVre8jHy9D/bLrUW/ffnQrkBTPAtqjYn8vrLs/AyUi/NHs24nINf8spjX0wLPt7Mtq9xjMuOMP79SGoP85Fv76M241f4S5Ldzw+dYMVKu5AeVmrMUYnx+QLJEfBniNQpp3eCnNL8lqYOcM2PzTBWz+PaeBcdcxpGhdpJj+ECOrxVhs+KK91zFvzUmTz/VuU0HYMYE5K03fn+hbEz6l8lrcptQHHHlc31/ujcaH2+DvDU1xZWxhtP6zJXbvG4y8uI4xdarjXMU/sWf0HXQpcha9/pmAH+5PQM0B2RG4uy1c93XFgBv9sLz/d1Klsflzjqy1zY2lCkkBzgoQXCG4Ym7ISYYrAiQpMv4n7P97IPsDpL3Cz49AibrBWPRivgn6PwQrV3ZFlkNtUWRSNvSucBIz1/4PUa5eqDcyAAs6af8wvTw7A326zcTp1yq4psyPrrO3Y1gd7a+TUY+3oHur/th3Lwoqt8yoO2Ad5vT6ju09pG1B5hxN9y1XgBYolmtGT9hWAYIrWj2FbRUtT/fGuc1NNb/s624Fbamahorl72D6i6Uob3DPcJuo8DeqYic3bPx3JPu7FY7lLXLhaNmrWNcro20dZ0VtNO9YIZ6Fj/LRWgv05j1Oj4+vg1mUrxfq9PXDtP6l4M6iKCpWOYx8FR/j2LH3mnu66yFz5jSbtA9XLj80V8zk/WqVv8e8bpUlPSvlIT5aW94zddRFDC3RBVn9L6JPgfuYWK48gvu/YKBWu2UrdHt7FJ9TFIeO5cGYwvpwZdPGdBhebT9aHV6ASkYg1/K+2OoJR9XaVvZRPaTA11SA4Iq++pRzxXg0SoYrMSG70eXnbrhfZQLmjW6GAlmS6dV+pP83GPF+JvYv8mGHcQVhXddCWOSxBQerLsS33c6i2azjmPhbJrxhv0BW6J0Eqx77ofQL9utkqZWotGkvC7f0wMfrE1Cnxl50YLlU2uU5jZ4/tkLUwGOY3zknXN9sQbuyA5Fl+m1Mqbefcq58zZnGSdumBYqTOlZGZhFcMeWscNxY3gIt1lbGnj/7IIvmb9EAeE7+Oy5ypfrAdNhwYwYKs1D++EsfpsQCms81kuDc4fuaLQA/t1iBtdMqaw6Q/FoXzTv8lOejdTjOLhuNvzP6olttD7w4NRGtWq1FjTUPMOBTG816yGfCQcxslxMRmjXPNjQ5KHzRNx/JUnNIIJ48iE/SqKucuciVfN9lxc4x9biJzUdry815u6E5KiyrghNHuiAd+6GuU5bJKHn0L3T9Qau/brT1K71tQRuRb50PLv2/vTMPqKpa2/ijiZZTipo3TTOna3UzTVHJ4fNq5ucI4gCKimhOfCgqQ2oqmOCA84AjCg6kAg6kICpQVk45lkFejAzJ61CpqCnI9O19DjPIBvQsN2c/5686a++91vq9y8V+n/O+7+p/DJ691ZUepFbWJbcO7yAB9RGguEJxRWlVllpckR+ckXQVu9yd4B14Hn9lNIOly0J4ju+AaiZfFvgDlTWQ/GlBuX+BbBfWMc+vk/I9cjjthrqRCOnog/ec6yM0Zg5aZD5Mzqe3PeWM04GV8QkL2irZmu0lJMAXlBIC4+XPnQDFlbxI5b8HU8IqoXz5Zpjx5TFMbK13gO4eHY/Oo0JxT/pvuW363sNwMMvr8CRHz8aHvR5hrZRK1F4SXbJqL7xuvxfb3NujSmKwJNg7oabHVV3K0Iv6cN8RR/5FsY6U3mXc0/fpfmzKX+A/YPRrCH73LPY5508hKsil7+x9+PXKrUKBFVVzRb7hraZ1Eeo5QBjsF8W66AnmTcsq7HCEp6Wy35XSgaz3WeHgxp4lqpMjAvjTWOevN1Pl9V5YvNcX/Ruq5CCI1Ce4EbMfm1f7o+qQcEzpkSMwnl3WEw47WsPn/EI0PzYXdvO/Q3Klvli61wmNE+/jpVrVpSh24/qkJ0bB3fYzHLqRgtotHbFx0yg0rAD8ecEXHrM348o7i3DYuwsSNcJDLdaluEJxRWktPpO4kvvhDy6HYsH0qTiQ+hmiDppi2lPEjqLElTora2FuUkB2oUH5+bKAMipmHna19kbvHRZ5ThnKelbkqbcwQ/q1gacFKZmb7SUhoM6XwZLMgNeWdQIUVwqzYBKuBk1Er8lpuroqPW4tRvd/h2HYl+GS2FIR9y96oW+/M5h8PASDsp2GJEmob4Yt9SMQ5qFPQZUdjdzpRPJ3cuHRCbHz8vwNEr2GuO+IIy6CdeoNKSK39feYlrAR3TO9vyxxJcL2gJRKfQtrpbbOmW2yuBLS8mwh9VkKchm/KgrfnogtFNhmjwEoL50MVFhBW/mGzp2aY4NjN2GwRbAu6WTuSunt5rMbI0yXJqhPNywqciXrhEs5cnu8lA5kE2yJsOFTcTQReLWxC3bttXtup2CWdC65ry9SXOmyDxPkkzUb6SPKlzxeoqs1Y6jYG/kd3ipoeLFOCI31HYiJByqg6r04tJ91HjMzxZWUOB8MHR2EPx90wGJJXHlVui74zX1oHTEI96Vi5Ne8j2KAjxOaSsKDMX2+8+yEOQnTELK2IZb3nYC0iacw630/2FhHoufyNbA3r60TlGRuWuChFttSXMlrCaYFFVyZpRZX5JeD6Q+34MwG/YkLupfVy17o0jUe3rf6Yes/8oZWZl1T0siVg071sbLaoUIjV+J8umPgsXGMXFHLjmNk41Djy6CRIeZ0FAhQXNEDkl/QR176DOf8LDKJRcO9dU889rgBu9/MMeKsK05tt8h0EG5gea82+GnIZWy21yf46Aqwm53GtCs5RW7TH26HVfP1sJAdjWb6X2514kqcJK7k+rsmepFy3xFHXAxrfc2VyE5fY+en/9SnNLeVUppX/Qfe/X/X1fg41z9K11bStKCAr2PhtT6qUGBKkStzHLrDpkszYbDFsC7JdG5gWY82+M0+Plek2lUs6NYRdxxvZddc+WunFTpt7IoIKQVRL64kYc+Ef+vSgYZe6YbV1cOwXtpnAkY3wFX765jVWTmdqySjLM21JRFXFt72RMSu97B+sBU2/ZiK6k3ssDlkPqr7mcFiT028ee0hbEI+x88OIxGYUA6m/3LDvoOT0fDmDozpNx1RfwANu3hhu3Si0gWHOpgf94EkXEfjUTVLrP/ibaywWIAfUyqiuZRyGSWlXBb5SZXUwArX4DPYEonjLmSKKwlYazMaDwdY4fSieEzPF7kyqn8M4t9cA7cexha3ohdNJpyxzRZXKkw7j48v9YBDSDqqPb6LRzV6Y0XQPLS46JEdyWPMPErzb8EQ91BcyUuV4krBVVZqcUUuDNh1wHEM3roTk6TTgkySbiDsc0s4hfXBEelXgKu5aq5US/sv/BzaYVutPQjrkjcMNncY5vCXN7HmiiF2Aj6zVATU9zJYqmnwpjJMgOKK3nhySk+HHscx/oj+tCA5OuXjXmfgej4EfeJd0co6HvMit2Fw00r6Wl0fb0e/4Fi4mesdHVmkX1x+X76T7PTRLMsy1uhqgzEtqAz/Qynl0EXt8Wl3I+Bq+QkC5WL8uQraytJf2p8H4TrQUddW3qQZhi/fhfkD6hZrRskpaVLNugA8vPeowPVFiSvVTavi21XDNHkUcxaox5JY0nKcCYLz1WY6W8hpQVesLmYXvZZTEG3DxiBMOhVTLrRd5sSVXMdQy0faL9wVgMZB72HkN2Nw5NAIfDn0bRw1/x6e5Qah3+Z28A31RDlfczjFTMe3ge9hgVl/JLr+jLYHm8K35jZ8tbIaZrQaAhOvG2gnRa2vqxGK0AWp2d/ZxbUpduSK3jYJecSVK/4DMT3OCds++Q9GDojTiStmmUZMu78fLq7pmL3BCqbF+hdTti5K//s45lg5IVwqq1Sj5TRs2TQM0bNaY73JSgS5vwXf0ZY4/n4AApz1xRKMnYdarEdxheKK0lostbgiP/jWqbVw+9QbkdJLAaTfDBt+MBTuPvPRUwrFzkiJwXq74fA+dltXKPB9y+XwXyG9wIbb5ckxzp/jytOClEzGdlEERL14i5oP+yl7BCiu5Njs6v4JGDnlIK6mACZ12sJx2VY4d9OfJHdxhz0mzTqqa8vvoOqOcW4XjOGnD2NYvtoCGUkxWDl6CJYcu1fA6X1Rq4X7jjjyxsD60LlrcF4cVnxoUnDAmhn90K1lVpJL8W99livVxVofTXS85w8FTgrL/+7atNd8BK0bijq5j2lPkSBK/y+LZm6WZTQtKDNaT7apXMtq6uFaqGlqguQ7d1H9483wf2d2tihyUmoPaHEuVx2gq7qIq3XXpXtqZOhOwWo17QRsL7fJvC5N137P7SaeTVyJ1wktfr9KvDM/rzRyRPCeUaiLZITPnoLf27TE4XV78aBSV8z9YhbaV1VJ/Zhn+ceSeW/k3M5YleqFII/XpegdGyQMPIKPLn6E/Y1DsWFcPVzy6Q+XeBdd3RXpJwij5/EckD6XR1BcobiitJCeSVxRejjbSaAsE1DXy2BZJsmxl5YAxZXSkiu793HfEWc7Y2G9MPgctgWfKRY4h+EfwrFvy2Jd+zwvMhbWz5OJoZ5VrLSgXOKKHK1jG26LsKhP8dovEfil/keoKKUFZdVK+W1OC0z8aUaByJUNlTYiYqMlHp86iYcdOujSgvQiTC5xRUrbHPCFBcJPu+rq2ih/8kauZF2fEr8JNrkiV5J/XIpJ+7tjUr15OCDVX+kXa4WolnvhpIK0LOU5FueKZOx26oAvqudEqfzQ6QDGPraHW8x4hKxqh+1jLXDigwDsmNICxs+jOMzEXENxheKK0kqjuKJEiO2aJcCXQc2aXjUTp7iiGlMIGwj3HWGoYUyst0ZexoqAk0h+lFwowFeqvoyZYzpjoHkTcYBz9WRMrF8IwBJ0WlJxRR+tMwReUgSfSc2OWBQUhHcPtc0WV/4hp7X1stPVXHmjvRcCdtuh0cOcVLdX3rDDtvD5uO5Wu4C44vnuKvTqtgD3pWiYM745NRqfPp3iiSvpd37H3YoNUP3WJox12I2bRhi5khIXiKlOy3FKOi3ItJk1Fm5wQ+uqsQhwmogVJ+9JJwiNxerVE9BMitbRAo8S/BMw6KUUVyiuKC0wiitKhNiuWQJ8GdSs6VUzcYorqjGFsIFw3xGG2qjEFZnanQfJ2P7VZXzzQwJSUuR0bSlh26QC/rd9EwyVitdWefnFHafCdc11LY4AeyIBwxGguEJxRWl1UVxRIsR2zRLgy6BmTa+aiVNcUY0phA2E+44w1EYnrogjV/KeuK5Lzqy0d5B1acnxPhJQJkBxheKK0iqhuKJEiO2aJcAXFM2aXjUTp7iiGlMIGwj3HWGoKa6IQ03WZC2QALsiAcMRoLhCcUVpdVFcUSLEds0SoJOjWdOrZuIUV1RjCmED4b4jDDUdfnGoyZqsBRJgVyRgOAIUVyiuKK0uiitKhNiuWQJ0cjRretVMnOKKakwhbCDcd4ShpsMvDjVZk7VAAuyKBAxHgOIKxRWl1UVxRYkQ2zVLgE6OZk2vmolTXFGNKYQNhPuOMNR0+MWhJmuyFkiAXZGA4QhQXKG4orS6KK4oEWK7ZgnQydGs6VUzcYorqjGFsIFw3xGGmg6/ONRkXUZY/7rTHiNW3oVplTiU+2A1dizuiupCxp6AtTbDsf9+VZhI/f3LdhMW2aYV8l09xPoOxPigJFR+CajUwBbrNgxDXSFjFNNJQthMuO66jcoPn6Ctiw8cPqyW3XH639FY4zwXP6dVwt1XBsB7mRXqfO0MyyMWOOzdBemJUXAZdQTW/ovQ/tUMMQPWWC8UVyiuKC15iitKhNiuWQJ0cjRretVMnOKKakwhbCDcd4ShpsMvDjVZlwHWKQk+sHGuDb9Aa52gcnxOe4S0OQtvi7RSj/7RgVGwjf0c+5wbKjzjLDzsf8JEv1G5hJLCvpPG5TkG/x2+BYMbGaN4EIlP+0RjXOhkNE4Lg+uw23DdncPkiv9A7DDdjbn9K+DS+kEIb7EXjqlTdeJK+ILXsc7+c9R234EhTYyRTamX4XO9keIKxRWlBUVxRYkQ2zVLgE6OZk2vmolTXFGNKYQNhPuOMNR0+MWhJusywDpucx94pfthy9jX8ow27W4E3AbOwS9VqiG5xjD4bLFD0up22NrknE54CR5rjgdup9DugBU8Y2si5fovuPZkGAL962HrxDnYdeddTJy+BJN7Pz2+JEMSEqZ2XIH4uhl4nNEVc7fPQruqoQW+k6Mx9ru2x7rYeshIAnq5bMPUHjmRHQIxG7wrmYnbmCTM8LeCaSG9XVpvi6/a7MTYxKmwOPohppZbi4hWgVhqU8vgY9NyBxRXKK4orX+KK0qE2K5ZAnRyNGt61Uyc4opqTCFsINx3hKGmwy8ONVmXAdbRy3IEk9zDjXTugHODvoebeTrifLrDq+JOOD/oW4i4Ygb/Ruew2CpHcLG+bFfMyBXgSfITVKxUEUkn58LxhDV8nVsU+l2GdF2qdF2FtO/gPuQc7PY4oYlAvobv6jaO+CzGzkPX0Nk7CKPfSc/T5ZOYQHhsCEZM+ZHYsbwvXopwRpeZJ1G5fAOMCwiELaNWDGoiiisUV5QWGMUVJUJs1ywBOjmaNb1qJk5xRTWmEDYQ7jvCUNPhF4earMsA68IjV25g+UdzYBaxCZ2kOSRHe8EpfAQmlRtUqLiSP5qlJOJKFqKU+E34xOef2CrVECnqO0Cq0zLIB2bBC2EmkK+ortLuhGG682245EmVyuo9GZd8bHGg+V4pYmUq+gR1xB6PFLg43MSMICc0rSBqlNrrh+IKxRWlVU9xRYkQ2zVLgE6OZk2vmolTXFGNKYQNhPuOMNR0+MWhJusywPppNVd6fmNWZORKwGhzPJkhpwWZFRBciiuuJP+4VBJtumO9W6vsyBWfHqEFvvN1ToX3iEPo6+eKt8sZY+RKJGZYJ2CKrs7KT1g0KAT9gz/D25nr54r/MATV34WZPdJx78BkzPvbHZ6152cXtL0lfed4cTSCZrcSuOK01RXFFYorSiue4ooSIbZrlgCdHM2aXjUTp7iiGlMIGwj3HWGo6fCLQ03WZYT1hc1D4bA6Gn+Xr4hm3ZfATzotqEp2zZWKeFjVHhu32aFBvA96W27An9Vq4eW/nmB86IlCxZURVbdj8P94os60I9g4oaiitomIWvB/2HazDtKu1Yaj/yzptJt7hXyXgT9OLsC0NbdRE7/hrVHGV3MlerckmoS+hNdwHfWs12F6nzT4jnRGnUU70K/yd5g/aSVu1KyFe0mt4LF0At44NS1bXAESpZo0drjSJwiuXeVzl/h53gQorlBcUVpTFFeUCLFdswTo5GjW9KqZOMUV1ZhC2EC47whDTYdfHGqyJmuBBNgVCRiOAMUViitKq4viihIhtmuWAJ0czZret+5LAAACO0lEQVReNROnuKIaUwgbCPcdYajp8ItDTdZkLZAAuyIBwxGguEJxRWl1UVxRIsR2zRKgk6NZ06tm4hRXVGMKYQPhviMMNR1+cajJmqwFEmBXJGA4AhRXKK4orS6KK0qE2K5ZAnRyNGt61Uyc4opqTCFsINx3hKGmwy8ONVmTtUAC7IoEDEeA4grFFaXVRXFFiRDbNUuATo5mTa+aiVNcUY0phA2E+44w1HT4xaEma7IWSIBdkYDhCFBcobiitLoorigRYrtmCdDJ0azpVTNxiiuqMYWwgXDfEYaaDr841GRN1gIJsCsSMBwBiisUV5RWF8UVJUJs1ywBOjmaNb1qJk5xRTWmEDYQ7jvCUNPhF4earMlaIAF2RQKGI0BxheKK0uqiuKJEiO2aJUAnR7OmV83EKa6oxhTCBsJ9RxhqOvziUJM1WQskwK5IwHAEKK5QXFFaXRRXlAixXbME6ORo1vSqmTjFFdWYQthAuO8IQ02HXxxqsiZrgQTYFQkYjgDFFYorSquL4ooSIbZrlgCdHM2aXjUTp7iiGlMIGwj3HWGo6fCLQ03WZC2QALsiAcMRoLhCcUVpdVFcUSLEds0SoJOjWdOrZuIUV1RjCmED4b4jDDUdfnGoyZqsBRJgVyRgOAIUVyiuKK0uRXFF6QFsJwESIAESMByBBl0tDffwYj5Z/kPBDwmQAAmQAAmQAAlonUD5tnVeOIL0s3+gT2vTFz6O0At30LquxQsfhzyAC7dCoJZ3ZkuLnHf3/wf8vHcibAo4m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83820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" descr="data:image/png;base64,iVBORw0KGgoAAAANSUhEUgAABFgAAAFOCAYAAACytKmEAAAgAElEQVR4XuydBVhUXdeGnzFQsUFULGzxNVEQGzGxxQK79ZOwMBHFwG7Exm5FRUSxxcTubhREDMREJebbZ4aBAQaYcxhGmFnnu/7rf2V2rH3vfc7s88zaa4nE7AJdRIAIEAEiQASIABEgAkSACBABIkAEiAARIAKCCYhIYBHMTm0VxTFv1daXujsSZSmp7i41uj9NXisaPXGZYHB0r2aCSSITiQARIAJEgAgQASJABP4pARJY/il+5TrX5JdmemlTbg0oW0qT14qyDKhc+hCgezV9uFKrRIAIEAEiQASIABEgAppDgLfAIo6IgChXLvzw6oDauwbhiVfHdKNxa0ZpOMWcwulp5dKtj8zQsDIvzdu6l8KF7kFY3fUZJlcZDMN9/nAwzvinv+ilTbUrUJm1otoeM19rV5f3gV+Z7XBtF5P5jFfCYrHIFx2zHMbI6FVopkR5RUV+HZ6GCRFOWN41b9zHdK8KhEnViAARIAJEgAgQASJABLSGgEKBRYwnmFzZGIs/GEJPV/qSLhJXxTT/lXjVtTGyrwzBuHf/RmDhhJ283fxhWCI3xNE/8Fdkgal7vTCyfk5ek8aJN7VcA+Pq5MhTDb0W7cD6oVV5taOOwolfmgPGm6Ln7Yl4fLwrcsQakJrAwn0+8FgRGBQAYr7+RP76o+G9bwiMc6ljBMn3kdxLmxh70anSM7g/cYaRguqyNTrncdIPK3bxVonwl5nWiIwCt1b+Pl6MKlWW4WuJwsge+0Hu8kNx4tQQFP9wGMOtJsL7rfR+aTV1G7Y5VpLUqVrlGVYlein/uW8g8na/LLnfZFfRNgtxY5VF3L+jwwIwrc8YrL8dxf6mg6YTN0jaBMKx364LHA5+S/D35MqLox5iUcdBWJyknfg5FkeFYMPAPphy6qvkj+U7LMQhZkt+uWVw2bU+Ou7tiasPHZKsnd8BrmiywBTH9rfHIbl7Qhz1F+JctTHnwEb0r5bxhcmU7lpVCCzc3K1o2xviRYfjhNqUBJY/j6ehoYsJrqWj4P5vn1TUOxEgAkSACBABIkAEiAARSJ1AigJL2HQxVndX3Ii8B0t6ebMo8mDh+io3uS6uxr54f/a2QY2pNXDxruIX8eQQcG2bueaE69nT6F/sLTaPaAlXPz3MvPEKzrVSBxf3QhsrRq2PmRVnk/K1lSuZQGARXUJvfRdcy5sb4/x9MdhI+jKojMCyoeoFnJ5aipX+Db8RjTBTZzsuLayonBGxpVTz8hbfpVCBhWvhZ2gwwtk7/a8jA1F5aKBkLgeWEzMPKz0U01NeOdrWTYRhXl3gI/ZK8Iu/qtYIL8BpLCwTWBSJJcAL5t3UGR9dLmBtj7zgBI1xNXogq/s9zCy+MFmBpeyUWgrFCpmpR4aWgkfpCzjiXIq1eQlDSk2HybnjGPhmFCqO/w/Xrw9B4aibcCg/B/UuekFvekmF5RvsrIvhYWsRsKRabDtL0OSaF3oXjxc8ni3viE5X7XFza0smLoZjQfPqCHIIwrJOUm+UP/fnoLblLoQZDEFAEoHlHRY0HImC270k9w13z8TfE0DwroGoNbEczr+eDD53harviTQuAajKnj+3pqLu5Oq4fEQq5JLAktaZofpEgAgQASJABIgAESACmk6Al8Ai9RrogOL7n6DfA6kHy+76S2A1+yw+/tJHzT7bcWNNKzzb2BEtnK/iD6NXocMmHGJ/e8kEjQG3G0DktxPmm2Ow3HwdOjediht/2W/e+bpg83kPWOh9ht+45rBZ8xZ581VGjSpP8LteQIIjQokFlqCdHWCx0gqnlz9G0/Y68Hu7UPJyxL00+1n9xvZBMh+PhFMpe3le9vAx7CtDcuQpb7dDGLZbjFWdg7BhgBVGbXuAH8iLRkP3SsagG+iFnu36w+v+T3AeL4PXHEPdA8XQx0vaduGKnMgyDI9m9Eb/uUcRGgEYW62A9yE7/JpdGnVc86NG7bv4Xtob9xdFJmnLo6cODkx1xK1qizCjm2GcwfICy6/jo2G6rjU2VHeFW46D8B1fWFKOn8DCxAnmmWCyyxZP97YEd2Si04y7bCJ0UJrNyYGN7VEkG/Du+CQ06XWEMQDym43FnqXf4Nh8Lc4Ff0ERw/7YGzQD5oE70KX5Esk8Zs/fGpv9Z8D0zEBUWpUd9R754fOwCzjl/AMLrfpg/qMswF89DN22F7Na5ZPYnRaBRQaIm7sC3Z5CNpfAZxxVMAflIy7D1aYDZvl9RNachug6cReGi/qiSawnky4SiixC1sjPY8PQoudaPAwD8hVri2VHfZlHRAT8Z3eGrZt0TVSycsPm7ZNhzta7Iju5tVLftQJ6/u8FNqx+hbxF2sLzsi+66Ce1f41rYzxZNxy7fw3ErJFmyBHrwaJIYOG8NyoPMoC/nPBwe04T9H25ANedzgsWWBLeWZyI0RNZVp1FM++6GCPeHSvqya9R+aM58eWd5DxHYn77wqb4ZnS8m1BgSfxA5sSdg5bBWNMjWiIYTak3AfkmNsNml2w48iihB0vUu/WwbBaBbbF/TyywyAsTje5vQPs2y3BLpINc+RvA3WcZOpYWK3VP1GF1W7K6T6OBLPodsZ3dExZ6wPNNg9Bi8l3JczHe80axl89fhf0/lxz/e9agFB6dfIg3n4G+609LjvFEcvdhIzecj86N0g2rQOSVCwuYN5JkHNarcP/vH0TH1If7hTXobiRt50nNXPDbVQrr1n+Hyx5rPJIIKZwIZ4tc627ApcE12BddgqZPt6ELOylEAoumbwdofESACBABIkAEiAARIAJpJaD0EaGGoy5gt1NUEoGFi8Ei78Hy+/YIVLPJD98HM1Ep22fMb1Ycn51/w/ZiabQ7NAI3A8agcLbbsDeyRXnfxxhTDXizsgna35iJK457E9T17FwIO6o/TyKwyI4Isbd1hH0oh+W3r2JwZU78sUKe7a8wsbov+hZaA+u3hyQvBoouRd4Jbn41sO7VOZRbUQyNF+bDBD9fdHhlj9Z2x9HB8zean8wJx1P2OPpiAcJm1MfQXQ2w460j/NhxKpkHi8GxfihidQBtll7C/Man0bfxKGR1eoZFWZpJjiRVbeeGiZMGQLy8uIK2OmOTYXPcaHMWt9c3UiiwbOteGXcHPcEs4+Wo1zgcOwKlv7bzE1jiPVjO9NqGqr3YfN11YvMVztqph12mZ+E74Tl6665E67fb0EuPHRewscS7Pnfg1t4nPr6D6AHsSzugrI8/uJfjt6u6o+3NcQiwWoXijvlw8P5SyYsl53XQ46kLri83w++AubB00ccudlyFO/qTHgLLr2TmYLFOW9SbXBLrQn1Qx6sHLGf/xNwLJyAap7wHi2yN1NlTE1Um/JaskZ6iBehotQ5N9xxG9NhBuNdoMXbMz4s5tdvjdNUNuMNEkrrlZ6L60jCs67YJPevMh+64G/DI1x+FBwagO1srU43XoZvVchQccw8e+duytRIW+/flkrZLuT6DIvvnXNyErwNLYEHECly7ZIfCCo4IicQVMe30DvS4MyBOVEt8Tyh7REjW1uDyio/RcB4kdfvkhfctB3yZWS9VgUW+PLcexKITGFLSGQfCQtFyyXXsHCIVEBVd0V/2obPpeTjcXooW7D6/PacVnMXr4N3ZCybWOkkEFnlRkWsvscDy5dxEmPXNi8OBneAut66DmRjZYE49XLnxH5x0V6V8T4ATjDrg26ybmGkRA39XK6zMvwZbLdcnuM8WNK+NT5NeYdzbnmjkY4PL7MhSvlgvn7qXpuNyA/u4+yq+/6Zw/88SL4Y9wK4RecGJrZWnM++ii92wt21t3O19WeKZxDGtVuMNVsXMxuPOvfHLyQ/j6sdI7s8W5wbj8c5yTESxxJ1+1yUCrTiKxWzJsR/9wjegQ9iKBM+V9V1K4aldEOY1iyGBJa3ftlSfCBABIkAEiAARIAJEQOMJpNmDJbHAcnu2MWq7fUIRfWn0h5iv71Fj/HPMjWkG27vLJLEx/r5wRU32wvmxRBFJjAgulgoKTcJa2y1Y9MsL/m7SOCjKHBHiPFgsl1vhAnu5DJ9fE32CPeHf0R01FzTFXb/+SC4yS+L4GllRCZP8AzDD4gMm1zTGNt3YF1YEsF9xG+JUw/3YXWsCTCY/QbUW9ujduy/6dquDIrmk8WpkAsv9ISK080y4briYILuqj0RDV9O4Yygcp8RtFU3mVIvMgyX6+3a0MboHlw9z0SjbO8w064asay/B2UR63CGlILcJY7CEQrfGLBw51QcRC5pgVMRa+M+QHorgvByqjS2PC+yl7WRfc0x51gRDB1qjk20TGLOX2AS/8r9YBJOK7mwepbE+uHkUG9jjhMtNNJM7VvL38QrUbeSFEgN6YEinjmhZv0hc7Jj0EFgOJzMHl3rvQAXrPchfpzNsug9B/yFWMGaONCkdEZKP0yNbIzMtfmJ+g5KYcCnhPFu6PsfaSpPRYehuvNQxRPawEOgyr6aA6xUw3sgGR3PURvteNhjUzwHNq+XEth4i2HkNwulIT5giAstb6sItcBY8e62FNTu+xnnk2FXei/YiWzzrsh/J2S9vRUpHhBILDPL1UhJYUjsiJGsn+sthWFdxR8tjx+HABLfbqQgsicvL2/PtMXvZb3ABjq9d8Mi6G1Y9ywJZHBmJEMO8VVzq9MUn5zNYwzw4OPvNe4ix65oTyjxfrFBg4bx1xkRuSeBRI4tLJB+DpafuQpi1BvY+dZIeFRLdgL3hXNS9tg1ZJtVJ8Z7ggsreWdAKVusLod+wvujevQlqFc/BxJ8mMJ3FPL/0dWKfi6GoNv4C+t5uiPPWUg8c2fWX3VeK+5+Hxy2b4PN0Lph1jGTMnJB0+LERxmU5ggF/VqEN8zxL7InToetK3IsQISYiFHktPJnXmlRgkbXD9btvYCnsb/QC0350Rb/ABXFHB+OfKySwaPxugAZIBIgAESACRIAIEAEikGYCKhdYOOFi9F/fOJFEZiH3d5nAwgVENGkXDe/nMxPEOuBEh1E8BRYuGGoH0W6MYvEzGr9jHhM1gtCi02KEtohJNn4MZ5P88Q8bdtypDDse1MHzC7YNCk0ksNzG2Iom8K0uDZz69f4+LF6xAts3ncG34i44/7w3NssJLOfZS/OwXYrjecgLLJwNidu6kIiHjJ1MYPm0qRuKOjxN8JJm0G0f7q4zU0pgkcWb4DxKOp6zxy12POgRe/FTLLD0QRFmwI/AWziy3wtzFx5H2y03MKN5vAdLI/aCV7ODGN6yF9FYg7kX+cQv5eKIcNw+dxT7Vy7F1nB7XDkrbT89BBZOuFA0B5x5P4IvY93SediyzRtPQ9ti91dfhA9M2YOFEzoUrZH1EQnj7kR/XwvLfMMROeIKLi3Lm0B4KxkRhAsbF2HR5p3wuRqKAdt/o+mhnHICC+DZWYTJD5IXWCRipgL728l5aaUksKTnESFOLOlRfTXq+HhhrIn0WF5KAoui8omfZvIv9/KfSY8C9cWHMWckHhvctb1nKQw4LA3izAl970NEKG7YFTvZMbaGsZUVCSzyMVhkfSQncNSLjQeT0j0hy9rzK+whTu0/AY95q5F3zFm4fOqIUZGb44RMWV+KxqgygSVmLE6b9EUujwC4MA+WeIEtqcAScXo0qswrh54/vVDU82xcYFsSWNL8HUsNEAEiQASIABEgAkSACGgRAZULLNwRoSrtY7DzqQfqMI+MkFP78cakM3Q84gUW9ts2OyJkDf0tj5gbfU5EfTjD3PlromV+5j0hd7wouSNC8kFuv5wbitos9sqerx5xXgCTzwzC4QhP5uWR/EzKCyx2kuNFxljzwwlnXi3Ej0nFYLHQAJP99qHLRydY9PVB+/UvUWV9WazQWYQrR4bjxpji6L66KfNIWYobzJthzjN7HLi/ANUu9Zd4SVQfeRSe44ri7MTpiBi/Hw0OlJbzYAmSeEAkbWsNviUbg4XzWOkA0bKbkpcl7uI8WpoXuocZP+cikL1gpubBInuZlAY3HYIC6wIwLpeL3NGF3+yX7CrYaBwA796H0LjsM8z7wXnLgAXFrYolRY/gGIshEZcCVnJEaBj0Np1m86iD6A8BOPyoCpp9GpVAYOHiZKwsLz2OEP3FE80K3ceU6KWSgLLpIbBwgY8VzUEZdxF6H7SHNzviVWZja5Qd+V7iJVJ6sQhdPZvD/dlu9CmvF+f1lNIaiZlvjFqTP6GXhz9mWwVi3cQjqDO9ItyqjIbYzg97Bj+RHA97XMwNZ1Y9hnmzkxhx5BUm1WZeBkWckM31KXYb2aHIwBuSNmbW2oY29efHHRHiAjAn9mBZXLCTQvvNLigXgwWS+eqJqAUXJF4fMREPMd407UFuE3uTyO467qU9PsgtF/xWGrS2V5EHCbxPZOUTBsvlguK6wuRsfCBnaTnuGJslNlfdjRNTFYeilXl2JI7BktoRobinRaKjb2HsKE4t5/9wwScLuqd6T7Ag1LnnosmDQ5JAurJjOXeYt8p/1sDORzNin4t+7LnYGuV8eqd6REjW/5Ub0iNCiT1YjjwajEMKjgitjHHA0Yr9kWvtDXZ//pIEth4ZMkuhB4vUS6cLDhSbjFssKDEnfnIXHRHSot0ADZUIEAEiQASIABEgAkQgzQRUIrD8eczc502cWcRFP9xiwWCvuFuh0/RrkqCphWpOgVdskFeZBwtn9Z/7y9DeaoYkiGSO7LXhdpALBgpcns2ElrlBKQa5lY/BEh1TD5N2bMUoi4ISGB83WqCpvzPubW6VIpzEAUw/sUCpcV4s/X4kE+R2KwtMO1wS5DZ7ntLo7nYI20ZWZUF9W6HhwOPIUm0WLt8dhZD5ndlnx/D2O1C0ij12nfNAPiYwyXuwRAYmbWvryA8YnEwMlshAFhvBPBwb308GwxR7/YZH24q43vUFmvuVU1pg4SpLXn4dWB0W8DQ0mSC38sFv9Wr2w7ZdDqiZ9wUTeiyx6MUA+IZNBxfQUxYMNEf2apjJ0tx2ezoggcASHXYK/7NkaaE/5WBJfPXQedkWFphT+gqXHgILGx0uz7dOMgcNcQauvW0kQW6z5NJHAxaUmQterBMwEdWazsP7371xULw1LpNQymskGjscG8Nx80N8kQtm/IUdU2sx+Q5QpDlMDU/iTrAT/D9Mwju5oLslqttj2xlpUOfkgtwqElgers2XxH6fNVWwtVnJJDFYFGcRAhMzWZrmFpMkc5FdLqWyotTOXDrmc803p5qmmfMMqeXyQUEq5xoK0zQnV/7qLJ24dM+RLGiyLIW0/I3886Ad8nb2RaHY44XcZ/JHh7h/JyewpBbkVr4fxUFmxQkCQid3T5RlwaFbsuDQX3R1kI0FyF3DAuRasQC58veTfo0R8PLpI4l7JJ/Kuo3bAXgOKIzkg9wqElgcUILzIKoxDicSBbmtzGyxsN6OTwVKolmTUrj2ug2uXmLBbuWEGtm4z4ypikVFT8cFzpaILhTkNs1fstQAESACRIAIEAEiQASIgPYQUCiwZN7hf4antQmeObxhQRkz7ygSW54gTbPmDEtlAouGIUnTcDR5raQJjKRywjTNaW9Pc1qQeLWxzGQ1T8RnbaI0zZozvzQSIkAEiAARIAJEgAgQAfUQ0BiBRQxfDNLrhestt+D8ro7Irx5+aulFk1+aU0r9qha4GtaJJq8VVUwVF4emyQJTHGNZezTpGZEWNn9frIBFrRUoOMEbR5xlx65Y5rC2vSFedDguHgvdq2mhTHWJABEgAkSACBABIkAEtIGAxggsmjxZmvzSTC9tql25mrxWVEWKO6rjV2Y7XNtJYxnRlZTAr8PTMCHCiR3li4+gTPcqrRQiQASIABEgAkSACBABIpAyARJYMsEK0eSXZnppU+0C1OS1olpS1BpfAnSv8iVG5YkAESACRIAIEAEiQAS0jQAJLJlgxjX5pZle2lS7ADV5raiWFLXGlwDdq3yJUXkiQASIABEgAkSACBABbSNAAou2zTiNlwgQASJABIgAESACRIAIEAEiQASIABFQOQESWFSOlBokAkSACBABIkAEiAARIAJEgAgQASJABLSNAAks2jbjNF4iQASIABEgAkSACBABIkAEiAARIAJEQOUESGBROVJqkAgQASJABIgAESACRIAIEAEiQASIABHQNgIksGjbjNN4iQARIAJEgAgQASJABIgAESACRIAIEAGVEyCBReVIqUEiQASIABEgAkSACBABIkAEiAARIAJEQNsIkMCibTNO4yUCRIAIEAEiQASIABEgAkSACBABIkAEVE6ABBaVI6UGiQARIAJEgAgQASJABIgAESACRIAIEAFtI6BQYPE+6K1tHGi8RIAIEAEiQASIABEgAkSACBABIkAEiAAR4E2gU8dOkjrJCiz1mrfj3ShVIAKaQCDgpC9o/WvCTGbeMXBrsGQT6UP6X15v/b2x4lfjf2kC9U0EiAARIAJEgAgQgX9KwF73HLKYGvxTG7jOY65/RFsTvX9ux+FbYTAp0vGf28EZcCv0YIbZM5PAkiGWBBmREQmQwJIRZ0W7bCKBRbvmm0ZLBIgAESACRIAIZFwCJLAknBsSWJKuVe5HSRJYMu49TJb9YwIksPzjCaDuQQILLQIiQASIABEgAkSACGQMAiSwkMCS2kokgSU1QvS5VhMggUWrpz9DDJ4ElgwxDWQEESACRIAIEAEiQARAAgsJLKndBiSwpEaIPtdqAiSwaPX0Z4jBk8CSIaaBjCACRIAIEAEiQASIAAksidYAHRFKelOQwEIPCiKQAgESWGh5/GsCaRVYPr5/h+DXL1G8dFkYFC0meDgU5FYwOqpIBIgAESACRIAIaAiBtHqwRP79izePXyE6OhplqpRHdh0dQWTSGuT2L7PjwdNAREVFocZ/5aAj0A5VCCyhn97hzbuXKFWsLIoUEr5XTWuQW1XumSkGi6BlTZW0gQAJLNowyxl7jEIEloe3rmPlDGc8vnMD4WFhcQMsoKePKrXN4Dh9Acr/V5XXwElg4YWLChMBIkAEiAARIAIaSECIwBL2/hN2LFiH+wG38SH4vURc4a6sWbOicPGiqN6gNnqOG4QChfWVJiZEYAkJ/YSpCzfgLLPj7buEdpQsVhRNG5hg+tjBKGJQUGk7hAosdx9fx4LVzrj/5Ba+hH+O60+voD6qVzbDJPt5qFS2mtJ2cAWFCCzptWcmgYXX1FFhbSJAAos2zXbGHCtfgWWv5wosnuyEyD9/kh1QLl1dTFq8Gm1s+yg9aBJYlEZFBYkAESACRIAIEAENJcBXYLl+KgDLRrrhW/jXFIkU0CuIcWtmoGo9E6XI8RVYjpy+jAGjZzMxI2U79PUKYNfK6bCoV1MpO4QILFv3r4TbUif8iUx+r6qbSxdu41ejs1VvpewQIrCk556ZBBalp40KahKB1e6L0bxVa5SvVDnZYZHAokkznrHG8vb1K+gXMoBunjwpGsZHYPHbsx1Thkq/iAro6SXwXpF1Iv/3ZXsOo0HLNkqBIYFFKUxUiAgQASJABIgAEdBgAnwElnsXb2B637HsR69IpYjo5s6N6TsXo2KtKqmW5yOwnLl4Ex0GjMcfJe3Ik1sXftsXwdzkv1Tt4Cuw+J7aAwcX21Tb5QpwHj6eC3xgWa+1UuX5eLCcOLAbkwYob8finT689swksCg1ZVRIkwicOuYHJ/uhKFykCLyOnES+/AUUDo8EFk2a9YwzlrDPH3H39i3kyqmL2nXMkS179hRFvpJNOqVq/KfQ9+hepzK+fQ3HqJkLULeZFRw6NcenD6FxdQsVLoIVB0/hnN9BrJgxGYWLGmLfzWfIpZs71fZJYEkVERUgAkSACBABIkAENJyAsgLLj/BvGNG0Lz5/+BRHxNCoOKIjo/GBHc/hLv0iBsiZKyeLlfc2rkwRdmTI/fRW5MydK0WSygosYcyOGi0GIFTOjjKliiMyKhpBsXYULWyA3Lo58ULOjpLMjrsnN7G/p2wHH4HlY1gomvesjK9sryq79PQKISwsnlHBAvoJjgwVMTDEmT1PoZsz9b2qsgLLZ7Y37mZmLNkzy66C+oXw5XO8HYl/qDQoWhT7bz5Xes9MAouGPwhoeAkJBL58ie4dWuF3RITkgxomtbFp935kYSpp4osEFuGr5+eRfqjncBK1R1zCxlFGwhvSsJoRv37i+pXLiI6Rnr8tWFAP1U1qQSTKonCkynqwuDkOgvfWDeBElE2nrqJoyVJ49ewxHDo0Q2jIOxQxLAYPn1MoU8EY79++Qb+mpvj88SMGjnGG3dRZqVImgSVVRFSACBCBDETgW8h8XHWah5LmW1BpZNsMZBmZQgSIQGYmoKzAssZ5MY5s2R831BJljTBzzzLEsP3fuHbDALEY83xWS35km2o7Em+fB8aV7ebQB70nsjIpXMoKLI4uS7Bmq3dcSxXKlsLJXUsQFROD+u3/BzH734UDK5FDJzta9ByDp3J2jLfvzY7pDEnRDj4Cy4Q5g7HbZ0NcezWqmGHrsuNYyGKxbPFahdbNOmPuxHXoM7IV7j68HlfOYYAzxg51S3XZKCuwuDkOZnvm9XHtVallBg/v4yx+4WTs9VyJZh26YPLydXDs1BIPWFxD2TXIaTKGT0ndDsoilOpUpVxA9hIpX0q3mCn6TtkMu1aKvSKU6dJnuAGmHKuASccDYFterEwVKqMEgZ/fv6Nbu5YIDopXirlqtr37Y9L0pDeMJgksf18sRPsWSxCSDKeu7iGY2i5GCYrKFSGBJSmnaBap/cbVK/gV8TPBh6VKlUHZChUUglVGYImMjETrikUR/kUa0LZE6TJY5XMGhqWM8PblM7gM6gm39TtQsmwFvAt8jeEdLBHM/j93lSpbninyz1KdVBJYUkVEBYgAEVCSQMi1Pniw5IjC0llQHvUXXkFOBYkkokU+ONNjAPSLOcNkoVOKvZHAouRkUDEiQAR4EVBGYBHHiNHfpAPCP3+R7rXKl8ZMr+UoUKggvFfvxEa3FZK/9xo7BN1H9UP4py+Y0m2u17QAACAASURBVNURb55L92YlyxnB4+z2FO1SRmARMxGneC1rfAqT2lGJ2XFq91IUZnYsWrMLk2avkvzd1WkQJo/oiw/MjmY2o/Ak1o4KzI4Hp7ekaIeyAsvfqEiYtS2Mr9+kMWBqVjXHdvcTiIqORLf/NcLTFw/RyrITPGbuYUeZItB7ZAvcvn9VUrZ0qfLw3/001XlSRmDh9sytyhsw7xWpHdVM60i8u6OYfUNaNcSLxw/RtJ01Zm9idvyOgH3HZrh/45p0HnnsmcmDJdXpSr6A7CUyTzlLNKqajxX8gKsHAxCGonA8dBODqwgTR0hgScOkJFNVLI7B4F42zHsgQGGJeUs9YNU+4VEMTRJYokJ9sXzuEXBOiWH3D+PKiyjEr1ugfv9V6FhD2HpVBJQElqRU7t66wdwg4yOly5eoWq2GxPsk8aWMwBLyJhDtq5dOULVYiVJY6XuaiS3l4v4e9PoFhrWxQOi74ARlz7/7karLIwksqn8mUYtEQFsJhL9ah+Bj0l8Fvzzxwm92klH/v67QKQRkERuhvK0zsitIYkECi7auGBo3Ecg4BJQRWN4HBmNYAxuJ0WWMy2HmXnfkLZgfe5ZuxvaF6xIMRiayfP/yFVO6jcCrxy8kn+94cBS58ycfp08ZgeVl4DsYN+4haa8Ks+PkrqXQL5gPs9y3YPqieA8O7nOZyPL5yzc0tx2FB7F2fLx7GPlTsENZgSXofSAaWpeR2GJaox7zXDnBnHjE6DqsIR4+vRPHpIGZJTYuPsoyLUUyT5YWuH5H+t728Mz3VI8JKSOwyO+Za5rXh8cBZgf736CWDfD0frwddRo3xbJ9zA4myDhYM7HnyiWJHcrumUlgScM9q+gl8uXqpug0/0nc0YhAn2FwmOyLQPajddbcFdDNbRecOxZlvYbhgrs9Ji4/h2/stICOviVGeXgg36YKcDkWnxOd8yyY0uoTDk/vCLfdL/GLldWr0A+zd8xGff2XWGLZEJtfNYSl9V2cPqhHXi/JzKfH4vlYt8I92dnm8tBv338IlSrHB5bSJIFFfuCP3M1gs/RdkuM774+PxxCn7XFrdcBCb4yQeGIlXKu6xSzhsMgDvc0LQBz5DvvH22LWwReIgg5KN3TF8vX9UeiE9IhQhRbdUfDWblz9JELBKuOxZf9IGLGQIz8ersCooQtw9V0kRNmLotWo7Zg13BjPY22r26ojHp48iAr2mnHEKPDlC7x6Jf3SVHRlYUeEapuZI3fevAk+VkZgecnU9u51kwZEM65eE9vO3Yprr3djEzy+eztJ9wduPpV4t6R0kcCShi8KqkoEiECyBO566OMD27fWHhGGgnWlIn/Y0wV4tGY5IkJ+ImuuUijfbgWKdf4k8V6RXbnQHg12bMKvz3txd9EY/Hj9C1ly6KGE2VxUGNYF3z/QESFadkSACKiegDICy4u7TzCmzSBJkNY1F3fDoERRlqL5FiZ3c1Ro0IwdS1GjsSk+Br2HQ9M++P0rAouPeKJcdeNkB6CMwHLr/jOYtx0ssePxuR0wYnZwKZpbsCNJii4usG2zhqYIZHbUaN6feVxH4LLvWtSqVilZO5QVWJ69esiOIFVlYk0BnN/3Cvly58fM5WOwno098fW/vuMxcfhcfPv5lYkypfHt+1cWh+UJypRMea+qjMAi2zNz8TcP3nuFvPkKYMnkMdi+YkkSO/qNmgDHaXPx/Vs4OlZldjDvG2X3zCSwpOHeS0lgMR99Ce61F8Ky937EGHaCo1MV3FjshtPv8mLAlqcY+q2v5AX0v07rMX1wEObbuOLG96aYfXE+vkytjvlnKsBu5370qFEUD+dXx9BNn1GuzRQMqHkbS2YfQnSNWThwoDG2MIFlY6CIvaTqoWC+Gph8aBtacPoNXQkIPH/yCB/lAn4qwmNcpSoKsmBLskubBJbfN1zQuttG/JRbq/7BZnA7fxBV/dugw9Q7qGy9EH3MArDaeR/eZbXBtmeL8XFiWTju+SNZm93zbMecPS9Rtut+bG+yUrK+s+qaor+LDb7vc8WeG7/Q1OUmFnU5jgEmE3EvwWdZJPeF1U1TifjDJEcULJQHDUafxOweST07Mtvy/vXjB/5G/k3R7Ny584AT+uQvZQSWL58+okX5wgnq8fFgOR0YxgI9K/i5WK5FElgy24oje4lA5iCQWGD5GbYWAQ6TkCtfXZSx6YF3l1wR/iAcVfvdQP6653Bx+GgUKGqH6lPGIJveA5z7X0dki7BA+SE9EXJ5PD7f+MrKPoBu9S0UgyVzLAGykghkKgLKCCxh7z9hgKnUK16oB8v6q/tQqFjy+19lBJaQ0E8wqtNFYodQD5YXl/eipGHCPab8hCkrsISFf0Kt1tJ2ZB4sWbNmx4AxVrh47Uxck8l5sNw58Rn586S8V1VGYAlngWyblzOQ9CfzYMnK4uCM7GKFq+dOx9mRnAeLsntmEljScFvLBJZSzadiuJUBQh5vx3bPy/giNpW8mMbMKwSXw4Zw2HMfQ03F4F5im7OX2Nxt1mNn401oMvE8yrVcgYXTLFAo52921isnCugXxNER8jFYLmBcJRucydEdy46PA6fdnZjMBJjTVTHJfwNC+jeQeLDMub0HrYWHfUkDhcxR9ce3b+ycX1SKxuZiOddz5MwZV0abBJazE4sxoSQv+q46i77sqNAv/9Ho4HwenFC4vI8OvsWuTRYDC17DDDDzRAVMOOGMK83/hyslRmD3+fFgJzUxr3ELeH0bhjWzX6K/XJBb+bW/uvZydJx5G03GXYKLtQ7+vlmBQbYbAXZfLK04RSKwWE17iPl982eOxaWElULWH9esMgILV65tlZIIDQ6SWMKJK2v9zksC3XLHgqYO6Y0Z67ZJjgtx/7Zr1xTvgt5Iy5Y0gs+916mOgASWVBFRASJABAQQSCywvDhUH692PkHNoe9QqEkOdhZ/C84PGI1CRs6oNrdCghgs4ujf+Pv9C7Ky80TZcufE1+CZuDZuqSSwrWH3BySwCJgPqkIEiEDKBJQRWLgWBpmy2CfvP0oa4xuDhcsutOHGgRQNUUZg4RowqtMVIaFSO/jGYOGyC7255pWiHcoKLFwj9axLIeS9dK/KBbjdteIMsmXTweDx7XH20jG0aNwOK2fvl8Rg6TWiOe48kMY+KVHMCBeY10tqlzICC9eG/J6ZC3C7xtcf2dgPnE627XDx5DFYtG6PeVuZHSwGix1LFvHgptQOPntmElhSm60UPlcU5FYkropp54/BugSQOJZKzJ+9GFJ5NJ5UmgIfv2647tIRE3e8ZEcrAFFWPbSetBdzBxonqGdTwQd2pYfjoihhfAwRe52deHw73g9pgC0v22BN4DrUgSgNo9Hsqm9evcTLl8+THSTzAUItszrMVSz+pV6bBBZurcofTZOB4rIAefYPgscoB2w+90GyVrmLW3+cwHKeCSy3S43DgbMjWeSh+Cuxd5csyK645Xos+08qoiS+isp9puqgu/96dQtZf5zNygosc53s4LV+VYpZhFYcOo3S5SslyCLU29GJpXVemCoeElhSRUQFiAAREEAgscDy/GBtvN79Ou7IUIzoPi6NskDW0G6os7NNkiC37y4PwdPN+xEljVcouUhgETARVIUIEAGlCCgrsKxj2Xt8N+2La5PLIjSDZe+JYdl7JnTgsvcA81kWoazZsiXJItRhkA0GTVd8nEjWoLICy8ipy7CKPSNlF5dF6PjORSyoaww7fmMvyWZ0wXsldLJnS5JFyGFgNyx2dUiRCx+BZcpCO2zdtzquPVkWoYksu9CRU/vQrnk3zBy7Ev1GW+Huoxtx5Yb0GoPJDqnvVZUVWGR7ZlkHsixCsxyH4ORBL7Sw7oaJi1bBsXMrPLwdbwefPTMJLErdTooLJX6JPBt7XII7BrF0YBH4OCbvwXLQrYbEKyB/gVz4/vIUFtgPwdHXleB8xh+5mOdLfBYhqQeLv25fbLo6G1WYB4HkimT/l10ag4UEFuUmMaUgo8Ys9krRYsUTNKRNAovUg0Ufw3beh715rJgnWWNMKIxdx0M2XIcj+0VRJhwm9WCJx5eSwLLGXOrBksBLJbYvWXwYTRNYODJ81x9XR1mBJezjB3QzM8bX8C8YOWMe6jVvw74YWuDjey6ssfQqXNQQnMjif2g/VrBUdIUMCsOLZRDKk5cL0J3yRQJLaoTocyJABIQQSIsHy/eP83Fl5DwUqTITVcfb4fun+Lgr5MEiZDaoDhEgAqkRUFZg+fzuA+ya9JLEU5FdxYxKIPJvJD6GsMje7DIwLAKdHDoIfh2f3VQ3d26sPLcdBYvEhyxQZJOyAkvw+w+o0qSvJJ6K7CpjVBx//0YhONaO4syOnMyOF3J25Mmti4f+21G0sF6KSPgILJ++fEDzHpUR/lWa1Yi79ArqI+xLfAKIxP8upF8YZ1gGoby5U9+rKiuwyO+ZZXYU0NNHuFwiisT/5rtnJoEltTsphc8Tv0TG/DgE+9rsyIS4NZZe9YTZQ8dkY7B0etZG8pJZo5snpvSLwXqnwTj2uA5mBRyE/lpjFnPlO8q2nIJJowZAvMdMEoNF37gfBg6uisC9s+AXNhRex9pjFwksSs9gcmlyixUviYrGlZO0o00CiywGS3juqugx8n8w+rANHhvCYH/UH7rL9NlRt7ywtF+MZvmPSWIAhTEPFi6NuKFnGSbMZEf9QdPQpshZyWe/S7JgthNuoovcESF5Dxa/eR8lMVjuMJ+X5iOdYJH7HFbMOwNLj3vo+KSBxLtFEwUWvuuPW5DKCixc2aN7d8BlSC/JOi6gp8e+KKRpm+Uv+S+Mpbt90bBVW6XuHxJYlMJEhYgAEeBJQPkYLA9Q2OotLjhYIepzKVTqsxB5qt7EtQlzkb9EL5TsWAdB/tJ4LeTBwnMSqDgRIAJKE1BWYOEaPLvvOJaPn4PIP9yviKlfOXVzYfRSF9RlGR9Tu5QVWLh2drBMOcMmzGNHb5SzQzdXLmxc4gzr1o1TMwN8BBauMZ+TuzBiSs9U2+UKcMF5Nyz0hUXdVkqVV1Zg4Ro75rUTkwcrbwe3Z67X3EopO7g9MwksSqFSXEhRkNtXG9tKhBMu0Kf3fHMom0UoeyFTDJq5GXYsa8vfF56w6zFVknmlAYtTsXJwXlxcZY+pK8/hE4uTyWUcGsnSCvdpEEYeLDznL+LXT9y4eiUuHgsXzbpmbVOIWBaXxJc2CSzc2D9cWgTn8culmX3YkbUWDp5wtTNHzlAvjB/ghFMstbOOfmvULnUIAbcKS2ILDakRLJdFiCnRFTthmucKmN2VZhHijhhtHGXE1vRCtG+xBNwRoeOrrfDz+T64OE7CqScsvRYLaFutwxIsmNsJX9dKMxxposDCMeaz/rjyfAQWrvwZ5p2ycLwjQkOSHsGSrW/uDOmkJauV/qLg6pHAwvNBQ8WJABFQioCyWYRKWteXtPfmVHc8234K2X6bwHzJXgRf/h9eHzwJ8e88KFK/HkIvnYBhdXeU7BdMMViUmgEqRASIAB8CfAQWrt3rpwKwbKQbvoXLnWNU0GFBfT2MXT0dVeuZKGUOH4GFa/DI6csYMHo2vqRiRyFmx84VrrCoV1MpO/gKLFyjfv77MW3JCIR+SH6vysVdmTVutdLiCtcuH4ElvffMJLAotXyokCYR+BL2iR3XuAUdnRwwNa+bJHOLbKyaKrBo0lxmxrEou/64sfEVWLg6v37+wPoFbjixbxfevQ2MQ1SmojFadeuJPo7jEgRzVoYhCSzKUKIyRIAIEAEiQASIgCYT4CuwcCy440Jb567FtRMX8eP79wR48uXPh/rtLNFj3GAUKJRylhz5inwFFq4ud1zIee46HD4ZwFIfJ7SjALOja9smmOY0EIV52CFEYOFs+RnxA8s3ucH35G4EvYvfq5YvY4wOLXpgWC+2V9WJTzyizJriK7Ck556ZBBZlZozKaByB9++CkZfFnsidN2+yYyOBReOmPcMMSJn1J1RgkR9k6LsgvAt8hTIVK7MMZSmf500JDgksGWbpkCFEgAgQASJABIjAPyIgRGCRmfr3zx/cvXATb5+8RHR0DMpVq4Rq9U1YBhtZgE3lByVEYJG1/vvPX5y+eBMPnr5idkSjNrOjCfNYyc7SFfO9hAos8v2EfAzC25BXKF+qMvQKCN+rChFY0mvPTAIL35VE5bWGAAksWjPVGXagQjxY0mMwJLCkB1VqkwgQASJABIgAEchMBNIisKhynGkRWFRphyoEFlXZk1aBRVV2UAwWVZGkdjSSAAksGjmtmWpQJLBkqukiY4kAESACRIAIEAENJkACS8LJJYEl6WIngUWDHwA0tLQTIIEl7QyphbQRIIElbfyoNhEgAkSACBABIkAEVEWABBYSWFJbSySwpEaIPtdqAiSwaPX0Z4jBk8CSIaaBjCACRIAIEAEiQASIAEhgIYEltduABJbUCNHnWk2ABBatnv4MMXgSWDLENJARRIAIEAEiQASIABEggSXRGqAjQklvChJY6EFBBFIgQAILLY9/TUDVAotYdBnbh9xEg7V2KMNjcBTklgcsKkoEiAARIAJEgAhoJIHM68HyB2Ghf6BbJB8SJj/+gMvHwmDUwBiGefhPWVoElphfwbh9PRglLerAQAyIRcF4fFeEsv8VR46s7A88L6FBbrm98bahh2HsNhNmBjw7VVCcBJa0M6QWNJgACSwaPLmZZGiqFlhiRHsxJv9u9PvqBRMe310ksGSSBUNmEgEiQASIABEgAulGQJUCS+T7PZjc4DXsX4yHEU+L+WcROgNroxkIspmPk/PNkD+uv0sYZjoLmz7mw9gdWzCrAb9UzUIFlr+vZqBtz+kIKzgcK/08YM4JLFmOYEyTDjj8tzact1xF/7I8NqpsPEIFFm5vPDq/Da7kKYpmjrsxaUIjCNCa4oiSwMJzMVNx7SJAAot2zXdGHC0JLBlxVsgmIkAEiAARIAJEQBsJqFJgAT5gr7UNokecha1lDC+cwgSWI8je9gkeZx2Nc4stUUBOSwk54oy6C6vg7OleKM3DEiECi1j0FIt6NMDnwU8xp2lB5rlyGRum3UT9aXaozDSV98esYb2zEXw2j5F4tih7pUVg4X587P1+Cm52b4n9QS0weZcnGlVM6OujrB1KCSzKNkbliAARIAJEQPUESjbppHSjMSJfzKw8FFdEyX0j/cWPYEssE+DBorQRVJAIEAEiQASIABEgAhpKIIup8udIxLiPAyMP4E0yLMIfnMXP6rOxYHEdXrSECSxnYfdiNIJH9MCcnyNwdr0VimaTdct5uJyFfaArmkOktC2CBJYs+zDEfCf6XfZCI4nnSsr/VtaYtAosMu/u0HMzMGHIahQfuBsTnRohbxwj5SxRSmCp17ydcq1RKSKgYQTIg0XDJjQTDoevB4tYFIRbO8+x30QUX2LROWwb9gljBQgs9F2gngVEzx31cOZ6IdbEWn0E1NcTrWv1saaetI8Ad3+pUmDhCGbJagqbxa1RhAdOoQKLVED5hl0j+mHcy1bYu2046hYA/t50R9UhOvC68T9U52GHIIGFeay4th2AEu6PMZQdA/pzZzga/s8L1ovfwrleTvx5MBotx2bF6qMLJR4tyl58BRbZnjlUsjdmHjSrR6FcbGcxfx7Ae85sBGZ3wep7M3nHLezUUfrjqEjMrsQD8D7oDdpUKzutVE7TCNAmRdNmNPONh6/AktoI0xKDhb4LUqOrms/puaMajsq0QqyVoaSaMsRaNRyVaYVYK0OJyhABYQT4CizCekm9VtoEFs5D5StOLHNG78WvkMMwF36EfELtcTtxwqFY6p3LlRAisHDVX3nVRzOPZzAomB0/3kei85iRuOkxFW/z6+H7RxFsZ0mPD/G5+Aos8V7ff/AhOAx6xYsisbNK1ugumPPEA1V5CD3kwcJn1qis1hGgTYrWTXmGGzAJLBluStLdIHrupDviuA6INbFWHwH19UTrWn2sqSftI5B5BZZL+J/ZdfS65ohGckeAYn68wNHjr6HzXyM0N9bhPaFCBRauo0+PDuBi4G/oV7ZGQ6OcEP9lWYVuBkP/v2oolS8Xb1v4CiyyDoT++JicgSSw8J46qqBNBGiTok2znTHHKlRgEUdF4LH/AQR+ArIVqobGTapBh8nynDvk7R0hKN3DDHx+F+C+LMiDRT1rhJ476uHM9UKsibX6CKivJ1rX6mNNPWkfgcwrsKTPXKVFYFG1RUIFFlXbQQKLqolSexpFgDYpGjWdmXIwQgSW34/cMcJ6JO7+MIRefjFivr3Hb93mmHjgBKz+E4aBBBZh3ITUoueOEGrC6hBrYdyE1CLWQqgJq0OshXGjWkRAGQJ8BRYxTmNuCVeUWHcRfVrzyxSUkj1Cjgj1MJoJg7X+cG+lOjuECCxcUFt7cxsYzI3GdAseZ29SmSC+AgvnuTIhvy1KbYuGowpDzpLAosydRGW0lgBtUrR26jPMwPkKLJyHyqZWJfHM6jmmjSoHztlTjAg8cm8KZ98+2HjcjpfnigwECSzqWxL03CHW6iOgvp5oXRNr9RGgnohA+hHgK7Bwlry/fBlZa9aFgbCsvwoHw19gAd5cuYLoGuYoo0I7hAgs3ICC7hyFuHJrlNT5dwKLxI5Lfshm0hpF+Z9ISnaRkcCSfvcftawBBGhDqAGTmMmHwFdgSe4caVrPl5LAor6FRM8dYq0+AurridY1sVYfAeqJCKQfASECS3pYI0RgSQ87hAos6WELXw+W9LCBa5MElvQiS+1qBAHaEGrENGbqQfAVWMQs9d2cCiNQ8+RVtCkVP/Tfz6Yx19QfmP98Ia9Uc7IWSGBR3zKi5w6xVh8B9fVE65pYq48A9UQE0o8ACSwJ2ZLAknStkcCSfvcftawBBGhDqAGTmMmHwFdg4Yb7cLExBs4HOrm4omYhMaI+H8J6t10o6/Qci8aWE0SEBBZB2ARVoueOIGyCKhFrQdgEVSLWgrAJqkSsBWGjSkRAKQIksJDAktpCIYElNUL0uVYToE2KVk9/hhi8EIGFM/zN8RlYMnMlnoSJkL1gA/RwWQ5bK0PBYyKBRTA63hXpucMbmeAKxFowOt4ViTVvZIIrEGvB6KgiEUiVAH+B5Q/+/s4BHRXGPeGMpCNCSaeKjgilunypABH49wRok/Lv50DbLRAqsCTmJhY9hYepMxpe94KJgHhiJLCobyXSc4dYq4+A+nqidU2s1UeAeiIC6UeAr8DCZRFyKzEfEe16otsoW5gYc+kH0n4JFVh+hj6E36EzOPQgPKkR4ipwWtoJ1XmYJ+SIkFgUjBt+5xCcUj/icqjfpg4MeOxZ+QosXGKIWzvP4UMKdohQAXVszXgliCAPFh4LiIpqHwHaEGrfnGe0EQsRWEIvzceGzXfwK8FgvuDJ4UcwaFsfhcQN0H+tHa9YLCSwqG9l0HOHWKuPgPp6onVNrNVHgHoiAulHgK/Awlny47E/Dq7aiqP7niDa0AStHe3Robsx8qfBq0WIwBJ+fDqqDjkNlK2JBjULI0n36hJYshzBpA5DcEYkU0/+IvR9GPSKFkV2ydT9xff3TbDmshcapaPAwiWAGJ3fBo+KF0G2ZJZM1ugumPPEA1V52EECS/rdf9SyBhCgDaEGTGImHwJfgUUsOg2XYt0R3n0S2pvHHwnifi04NnUPKkwfjfIC1fh6zdtlcpqZw3x67qhvnog1sVYfAfX1ROtafaypJ+0jIERg4ShJPVmOo6ZnJTxe640LVz+jhFlXdJvcGw1NCyX7gp8cYf4Cywcs6dIXD/t5YV2HPCqbOCEeLIk7F2fZhyHmO9EvVlBJ/G9ljeXrwZLWDJvJ2UUCi7IzRuW0kgBtUrRy2jPUoIUILHNr7kf72wnVdu6I0Lp27qjvy0+Fl8EgDxb1LQt67hBr9RFQX0+0rom1+ghQT0Qg/QikTWDxR7egGTBm5kX/eIYL63bAe8MJhEZ0wIzn49kPYMpf/AWWM7A2OotBL6ahXXLuGsp3H1eSBJak0EhgEbCQqIr2EKANofbMdUYdKV+BRTaOmIgIRGXPBR0VfYmSwKK+FULPHWKtPgLq64nWNbFWHwHqiQikHwFVCCwVf3/EQ9/DOLh6G66/zgvTrk4YMbch8vIwm7/AchP9K+5Eu5sL0FV1DiwggYUEFh7LlooSAYA2hLQK/jUBIQLLqx2tMNjuOL7BEH22vYJDex9MNN6Mpvt8YfWfsBGRwCKMm5Ba9NwRQk1YHWItjJuQWsRaCDVhdYi1MG5UiwgoQyBtAssGZG2XBXd9X0K3UlN0HtcfrZqVRXZp4BFeF3+BBfAeawHnn9NwaoElDFUksqhGYDkC57ZH0Il5WZuzWCd0RIjXUqDCRCBzEaBNSuaaL020lq/AIovBUnDpcwwxngs7p1LwODEA71e3xhTv7ljnZ8crErqMKQks6ltd9NzJvKxfrm6KrotqYv3DxTARsGFW38jV3xOta/UxJ9bqY009aR8B/gLLB1xashQ715zDOxSDiXUP9BrRFmUM05ZNSIjAEvM1AHYdJ2LDK8XzlhOW2B/oiuYQKT2xaRVYIr4H4+sfQKSjhyL5ckn65eIG3jwSjFLpnUUIEfga8hu5CuSESMVe3506dpKMRSRmV2Ka3ge9QYENlV5jVFDDCNAmRcMmNBMOh6/AIgvY1fOTF8yy38ESk5mwvOWFGtiLMfl3o99XStOc0ZcBPXfUN0OqZf0AM+q2xcHwSFhNe4VZtmnbPKuPgnp6Ui1r9dicWXsh1pl15sjuzECAr8AixgWssb4OY4HBbJNjIkRgkbX169NHhEcrajkH9IrkS5pdKIWJESqwRH/3x9LJPbD8Wmhc62VMZ2LxLBeY5OORskfONr5Bbrmq6eX1TQJLZribycZ/QoA2Kf8EO3UqR4CvwCJmarxv/0p40vYunLp/gIepMxpe98J/r6ZhUO1gTP28DhUFECYPFgHQBFah545AcAKqqZJ1xFlHNB1fCIudHmHchTQWhQAAIABJREFURkv4+A2DHvu9cmXb2nja5TaWDiwisZDzchl8aSiObbEFgrwwfoATTr2IQpbsFTBojTccmxSAz3ADbI7pjTzX9yDEbD2OLa+O/eNtMevgC0SxNko0nIVV6/vDiHnJiCPfxX0WnVUPjbuY4XVADaw7OxJFEYYL7vaYuPwcvrHNtHw9AbjSVEWVrNNkiBZUJtZaMMk0xH9GgK/AAnzAfa+77Gmc9BKhBGp2NeYVe0XWCn+BhXnS7L+HwGTssOxcCdJvKX6XIIFFFIEtY3JjV84dcGciS3ldMWJ+3YXX7A5Yzo4wnVzSHzn4mSEpzVdgSU+vbxJYBEwgVdEOArRJ0Y55zsij5C2wsDTNcyo3w/53eVG4eG78CH6PnMX1EBYcBguX51g0tpyg4ZLAIgiboEr03BGETVAlVbLmRJEDla5jg8Nd2JX3QMsLx2Bdgv06trEtBp7sg+PbbZGdCS7rO9fCy+5v4Nb1GiaY9EYul8twsSmCiKvjYN39PZzvbcXP8QaYdt4Krrvno37xgghaWQdjHoyBz6b+yCN6gAUtWuBRxwBsHGWER+5mGLC/BdZ5zUbV/GHYN8IMix6OwAEmsESwvntuboxNhyagYs4wbBxYGScrncUOFy6HhXovVbJWr+WZrzdinfnmjCzOPAT4CiycB4u72SLcZYma5a+fIZ+Qw6AbptwaySt7kKwN/gLLJfzPfDGOiOTtiML7kHAULtoFO684ohGPo0EyO4QILFyMFQeWlrnzBS80yxpPJSZmO4Y2OMrSNW9FIwFOLHwFlvT0+iaBJfPc02SpmgnQJkXNwKm7JAT4CyyXcWL5K8QUkv9myoUy9VujUqmcggmTwCIYHe+K9NzhjUxwBVWxjv6xBUOrbke7WFHl2Nhi2FzgtETI4D4bUNUX/e7tgcWvdehT5xwG39+KegFDYTG+OHbcdkUFyQheYollQ3x3eo+ah/UlYg0noCi6OFFl5MOZOL66IpZaNUBI/0DMiz2S9PNIPzSfVwv7z7bH7mQ+48SXooKpCauoKtbCeteuWsRau+abRqteAnwFluSs+3V9KeZuMMXUlQ0hJOEjf4FFsSUhPpPR4YItrs2vJgikIIFFdAZODWaj+fGTaMO8V2RX9A939G5xDxMvr0MNNQgs6en1TQKLoOVElbSBAG1StGGWM/YY+Qos6TUaEljSi2zSdum5k/lYc8d++h/rC+8D/dmxICDikiMs+mXHGkmw2whs72+Eu1ZBmJDFBranhzFhxAqcEFLP4WSSwZqPvoT2D00TCCzRX09gzoAJOPwsEjosBmDMtzDkarJeIrDIRJmp7WIkbckLLLuYYLMxMGGwwqzRnbAm0AN1BPxSmZaZoXWdFnr86hJrfryoNBHgQ0BVAosYp+FWIgDdgiZDiE+hqgQW4Aw6G12GXeBEXsFtZcyECCxcXf95BTDqRnvMcZsHEz0xosPOYvbU3nhZ3R9+zo35TElcWb4eLNwRofTy+iaBRdAUUiVtIECbFG2Y5Yw9Rr4CC+fuODq/DS4mckVNPEpddMEyHgFvSWBR3zqh505mYy31PEksZHCj6OoeAk74CNtji84+lrAVuSFiUBBGNxHj1/HEHizx45YdN5J6sEgFmmPG57B+ojE7ZgTJsSAhHizqI5u0J1rX6qNPrNXHmnrSPgKqEFjEkX8QdGAanJ0Lwu35eCj2VUyZrUoEFmbHy0Mz0HBSQXg/cRIkvAsVWMTRYTi0uj1m7g3AR5ZFKEsOQzTuugLuw62RL6sA9xWGi7/Akn5e3ySwaN+zgUasJAHapCgJioqlGwG+Agvn7hgeEobIVC3SRQHDglA2zwkJLKkCVVkBeu6oDGWqDamC9Z+HLmjTOhSzn6+DuVxqZk4Esb/uJAlmmy3qEOwq/w9XYBOXwlkcdZHFYOmOz/1OYfVYY2T7/RKbJy6E4ahV+DOvkJwHizRuy/H/DmKrqzmiwnwxrctQ3K66QeIJw8V46bGZBbVNJgZLl0WGWHLWExb6LNTipSlYdLod3FzMJUKNOi9VsFanvZm5L2KdmWePbM/oBPgKLFJPFVdcT/TDlwgF0HH1Lgxol0fQkPkLLGdgbTQDhyH1dpRdIhig00x37O5bTJAdQgUWQZ2lUomvwJIeNnBtcntmEljSiy61m+kJ0CYl009hph8AX4ElvQZMAkt6kU3arjqfO39fLET7FksQomB4WaNbs6Mk63j/osW12aHpE8wIXMu7rvooS3tSBWsu3oo7C8x3eLFlAvMjgz1g0/AQ+pyXBrvlynlkOYBD883jykXKZRESsQxALRw84TrSHGdiA+bKYrD8feIJuz5TcfWTCDr6lmhv+gz+30ZLAudmiwzD4ekdMXXHS3BZhOrWzIO7H2wlQW4TZxHKW7YTZm1agSbMHnVfqmAtbzN3LKvroppxgpW6x5OR+1M164w8VrKNCKibAF+BRZF9Mb8/4tLcCbiYbwomjCkjaAj8BRZB3aRaSajAwnmw3Ly0AYf9byfIsCQS18dQVztUFuDEwldgScnrm6+ntzwoElhSXTZUQJsJ0CZFm2c/Y4ydBJaMMQ/qtOJfPXdUJYyoqh11MP9XrNNzbLIYLP8ikG1K41It6weYUbctDoZHwmraK8yKDfCbnlwzU9uqZZ2ZRk62EoH0J6AKgYWzMibqKGaVvqHGGCx/8Dn0G9hpHAVXDugVyYeYT9+QJX8+5OTh4ihIYGFpmr2nFsP4C6VQr0k1FJSzSJ0Ci2Kv78/wG9kVQW38MK5/OaU9vUlgSf97j3rQEAK0SdGQiczEwyCBJRNPnkDT/9VzR7EwEoYL7vaYuPwcvkUDJRrOwqr1/WHENl+BPsPgMM4Xgew8GudVMXXrdlQ4bgqbpe/iRi6LQSIQRbpX+1esVTmw8OPjseBFT7gOrons0S+xcYgFfAy94C3nKaPK/oS2pUrWEWcd0XR8ISx2eoRxGy3h4zeMBRd+h5Vta+Npl9tYOrCIxEzOy2XwpaGSY1qQ8xbKkr0CBq3xhmOTAuDi3WyO6Y081/cgxGw9ji2vjv3jbTHr4AtEsTbk17w48l3cZ5y3UOMuZngdwI5nKfAWkq8nlJnQeqpkLdQGqkcENJWAqgSW349XYUzzMIxQW5BbxUeEuHnKCUvse2OBDaVmwmCtP9xbJTxGlNJcChFYuDTNQ8xXo/OphFmE0rpm+HqwJNdf1M+1cDB7CpeHCyHE4ZM8WNI6k1RfownQJkWjpzdTDI4ElkwxTSo18l89dxQJLFx8j56bG2PToQmomDMMGwdWxslKZ7FlyHn0rrsRbXzPoG+VGDxe3RV9N9bB3iuuMNSyI0IqnXwBjUWHX4TnpElYc4wTBHRQpeVszF3eQyKCZaRLletaFgR4g8Nd2JX3QMvY9Njceh14so/k6FR2JrhwsWtedn8Dt67XWLyb3sjlchkuNkUQcXUcrLu/h/O9rfg53gDTzlvBdfd81C9eEEEr62DMgzHw2dQfeUQPsKBFCzzqGCBJmc3F1Rmwv0Wy8W4U3Stcqm51X6pkrW7bqT8ikNEJ8BVYxLgAd7NFuCsXg0XMntafQ8JRpfcqzJ4rLD2yKo8I/eI8VwoxzxUB8AUJLMmkaRbQfYIqqhJYIr8uhb3RBQznkQxC3hASWNI6k1RfownQJkWjpzdTDI4ElkwxTSo18l89d5IKLC+x1KoBQvoHYl7sEQzZ8ZO9hwvCtdpsFJ7hjem2xuy1/jfCP0cgd9GCEJPAotL1oCmNqWpdR//YgqFVt6NdrKjCxbbZXOA0OCGD+2xAVV/0u7cHFr/WoU+dcxh8fyvqBSTO2CTN/PTd6T1qHtZPkBI7MW+hGZv+5VEtVbHWlLVH4yACqiTAV2Bh4cVx3+tugjgjQF6UszBBcQNlUw0kHYHqBJa3cG26Ho1Ou6ovTTM7InR7QyOMv2cN+5ZlEw5OXA7129SBgRpisIhFl7Ft6HI8lbMg5mcg7py9iJzmG7HDqz8dEVLlzUNtEQGOAG1SaB38awIksPzrGVB////quaNIYFGUfjhrdCcW/NYDVZ7vx/zxC3Hs3hvkLNcaw6cvhI15AVAMFvWvmczQo6rWNXfsp/+xvvA+0J8dC2JJrC85wqJfdqx5uBgm2aUpre9aBWFCFhvYnh4mybTEiR31HE4mwWQ++hLaPzRNILBEfz2BOQMm4PCzSOjkYnESvoUhV5P1rJ2KcaIMl3qbu2Qiyv6z7bFLQapu2b1SByK1TpGqWKvVaOqMCGQSAvwFFunAfj4PwNFdJ/D2owj5jerDsk8zlDYQPmghAsv1TePQd/Ur/EiU0ehHyCfkNCwEnRgLbL3qiEY8nlmCPFiyHMGkDkNwRpRURcka3RlLDnnAXC0CSxBu7TzHJLCEV9a85VG3VR3kzSZsfsiDRRg3qqUlBGiToiUTnYGHSQKL8pPzL38xVt7K1Ev+q+eOMh4sMuvFv8Pw6YcuDApxDsUReL1nOLqNy40VTHip+WKRVmURSn1GhZUQi1hq59JzYHEiADYVfOL+27a8gF2nMBNUWks161rqebIxMKlgIYv3E7bHFp19LGErckPEoCCMbiLGr+OJPVjihyY7biTN2CQVaI4Zn8P6icaSVNZCPVhUCo9nY6phzbNTKk4EtISAEIEl9LArJgw7BT2LGvh+9iOKWOTCiysR6LppO7o0FHaek7/AcgY9jDbBcN00jK0RnxpajCDMt9mLBrtHoyGkwW75HBUSIrCk11JJyxGh6B9h+Pw9AjnzFkc+YZmz44ZFAkt6zTC1qxEEaJOiEdOYqQehiQLLz+f74OI4Caee/GRzo4PSjUZi1rJRqFYg/hdhIRlQVCGwqKKNtC64f/XcSS4GS5dFhlhy1hMW+szR+dIULDrdDi6dD6Fjm3uwP7kHXcrnwNez49G+708slAksza5i5O09aM3mNCNfqbEWsxTIRxb0xZyNtyRBfnWLWcJ+ngf6NEj/gSkrsHACgcuxeDdzUXY9VG09E+4LOkFf2L49XaYsNdbKdPrnoQvatA7F7OfrYC43Nk4Esb/uJAlmmy2KCVOV/4crsIlL4SyOushisHTH536nsHqsMbL9fonNExfCcNQq/JlXSM6DRRq35fh/B7HV1RxRYb6Y1mUoblfdIPGE4WK89NjMgtp6zUbV/GHYN8IMix6OkKTEjmCfKbpX3FzMJUKNOi9VsFanvdQXEchMBPgKLGK8wWbL4RA77Ub/dlfhVsKfZQ6agVLXl2L8WH1M9+8D9vXK++IvsLzFOucbMJ/dCdUT9PYBe+ddQqUJif+unElCBBbuaM6G6R64p8C5T51ZhLgRRoUfxqw2Njj0kNuTSi/9svZwO+YBM4EeRiSwKLd2qJSWEqBNipZOfAYatqYJLOKoExhfZSjEE/wwuw/7hTj6HXxd2rAsKKMkLv85mCt/83m1JC8sRXnOgyrEEVW0wdPsJMX/1XNHmSxCect2wqxNK9CEhdVPnEVolIcHerMjQix3C1Z2tMTqe1HouTIEE62Uz0aQVnZ866fMOgI+jlUx92lfLF0/AXVYYpq3l2Zh+IA9aLblKUY3TF9PEj4Ci4d4q0QA4K5foScxx7YvXjSTxiXJKJcq1jUXb8U9ZjsOL7ZMMKzIYA/YNDyEPuePwZqtTa6cR5YDOCSXSSlSLouQiGUAauHgCdeR5jjDBKoDla5Lgthy198nnrDrMxVXP4kk2bHamz6D/7fRksC52Zjgdnh6R0zd8RJcFqG6NfPg7gfb2OdVwoxb8veKuudAFazVbTP1RwQyCwH+AsvpOFGlEhT/t5AnNX+BRUr4x4vLWL37JO6xo0p6RvXQt3dTmBQSTl91Ast73D55BwYNp2PGbDtUFvAVy9eDRSwKwqZWJXGhwgHMn8N+lGCeK9E/7sB7VDtsfTMJG4/bJUghrSwlEliUJUXltJIAbVK0ctoz1KA1TWCRvcS7sF+gZV6xksCU1TaisMV9HD8n/SVeBCNMOh4A3UXyvy4n9HApkihlakovO/EpU6VHDN63m4XPuydLXqLylu0Hd/aLdPCkeE8AWf//4jgGPXfUdwumxJpbq+2bn8D/Yl/aZVbJYoDs8fgBuwYnMOjyQbSVqIHSNMHBfQIxy/ZHMumtpevvSe1+eHVwC4rZX4Jn/yB4jBqK9efCWRs6qGm7AStmW7IMNsodEeI8WOQFFs6S+GMtVvhwdRGcHRZJ1rp8euKzE5kIkdMPe6fVYDUisK1PaZyqfTVWaIgPAiuLN5LWWdHEdZ0RBFlF86KJrNO6/qg+EVAVAf4CyzOsqrsA1bzYvqfEKYnY0vXVZGCrE5bubYyFft1ZyFv+lxCBJeTwdJjZnUah2KNKRhY5cefKb/xvwxbMaiDM106IwJLcaP88GI3OnjWwfwn7wY0/EvAVWGJEezEm/270/OSFOnLxVqKjt8JJ/yD6URYhAbNAVYhAKgRok0JL5F8T0DSBhfNu4DLTHMrzP0xzm4hGxgm/QhO/sCSMj5BQYPkiKGWqjuQFd6/OSGz0YqmHs7M0rK3j07BmhBcmeu6o765LiTW3FprNqYLd58czuS/++n3DBS07h2JB4HTcZ8dJnrI0wFyWpajQ+Kw1Zb0Up7fe4SJbf8OwZM1QGOsXhK9jKfiUOIRtbubIwjZzDnVGwnBRCKa0P6hUDJbEAsuvUHaspeNQ/B16C4u6H8PQastQa9cl2JvnQIhPf3RwzAaP556ozoLDtphaHl7MW8yAEzmrT8LLSlPh4zcM+eWy8TQTsvNXMIWasK7Dj49n3nY94Tq4JvO+e4mNQyzgY+gFbzlPGfWt3uR70gTWGYEj2UAEkhMws5jyOzsSengCFvi0x5w1fzG3hCuusyCzeYo2xUjvmahTQoCrBjOMv8DCsgU1c0DImO1Y2/YarI3Owj7QFY1vLkd1dlTp6OleKC1gylUpsIiz7MMQ853od9kLjQRg4SuwiEVP4WHWC+W8rqFNqfjB/3k7F8OsYzDvujOY8yrvizxYeCOjCtpEgDYp2jTbGXOsmiewAFxci0vrnTB3xXG8+a0H8+4zMW1KJxRjUdWUFVi4rB27k0khnNpnXLYPLj2r7Jd5+V/7SWDJmPdBelmV0jOe81TptbNjkuNq8kepyu/pjC4HbSTHR4JYDI5BZ/rg6JY6WJnC2ky8/hKPTSYqbhh9V2mBRT4GC5AHjUduxpyRdZP8Kprg2FFpFji3vCfaMQ+ceuds0e9GXZgdP4PafgfR5GY/tF5nGZepRxX8NeH7NDr8IjwnTcKaYy8QxbyNqrScjbnLe8BI2A+/qsCqsA1NYJ1ucKhhIpBGAnw9WBJ29wffQr4hJld+FCggPEUz1yZ/geVMnKjSHP7J/Df/jGeCBBaWpvnLxzD8kYMj/hOEC9sGY3ZAK3gdXIhyahFYgrC/Vy24XzNCvSYVY+NlReDl2QP/Z++8A5pKtjD+BQR7FxXL6trb2lbEgr13rNhlLahYUFGsT6zYywpW7BRdxbb2sipW7F3XvtiwYkMBBfJmEkI6yb0kl8Cd+8/bR+bOzPnOZLz3lzPn4HvhXqiUmFTeSloXrmvc8auRa4cBFiOFYs3EqQB7SBGn3y3J6vQIWFT1jX59FVtn94ff8cbYfH0xih9Vz8GiL4JFURZVFZQYUzJ1VbgnzqUSYHn+31PkzWeHLNmST0/P9p2UfwNNobWhCJaF4Wvwe1QA3CrtQ8/bmxExtBieuLwj4O6Rzko3tGSvrvX3434gRo+agasvMsrKAsd+jER5cnSIC2BRHBFS5DjKvug+mYf84f3WVldMmn0ekZltkYE8zn56n092/K57qe+yY0FPujxH1UMV8LjXY9Q+XhZbi4Si+4sGsv9d2t/wb3em0DrlHhdHD0xrcfiZWWnZCnAFLFLcxi6PXSTVrfYlkVZC52UdQVJHcb64A5ZH8KizCJW2rcKgIsdlgMX98UTkDvRCp+1OuLS/K69oDT6ARaqnTLO1bXUMmBiAAVVzc9aD3sA9giUMgW6+eGBgNAZYeLmD3cQU0K0Ae9FhKyO1FUhvgIVW4ei9tTl2HFYmsZXGbYd76SWycrTtSEJR1SS3yQEWLhEsSj9q55YQIoIl8sM73Lx+DZkzZcHvNR2RwUb/T95s30nZt85UWhvKwUKTMudJLOt7mSTli5z7EKPuLUY1G/kxuAjXcNnRIfVLc/3dwYxabZAw7gapVpNT1pRPBItqDhbVyJvctOpOBxKtFSavAqUawULzC9Hv49A7Dqh88CU6X/dH5Usj0GZFPjR8eRhl/CmESf4nRFNpnTKPi+NuprU4/MystHwFTANYPuD+gcvIVmssPAKcBQIsQMSBSWi+tw0urfqBHr/MwH4kkKNKjbByx3S48DyqxAewmMvLXAGLuebBIljMpSzrN10owF500oUb07QR6Q2wxH8mv/j/Pgv5vfdgevdyJMg+BjeDeqD/tGyYdysAtU73Q8PJhbHxog8qEgZxz68u+oe0x5ZD40keDHnOA/9nY5PKonItmTpzih2WG4hgUR3fFIsn+vs3XL4QhvgEUueXXLlz50HlatUhkVjp7D4t7Du6Kw4ZVoseD7t94wvK1ShultK1ptVaWUXoz03j4VBQiuehPrIqQk4rb2FCCzk8oZEutYcfQ1HnwKTqNhRc6CrZq73+zmJcWRdSVesK5pBokZibyzGolw8yD+AXwULnI49i+QO2059gyi+eqNfzDaaHbUYbAlguruuMkfM+YhSBmRSeyCBSsyWQNl+XWIXoLLx+64YT1m4Ivu6N0sm41LRaG147Ym7BtNY+Pqq6Hsy9r1jy2vv26Cqe56qOcimoAiPbx5L6MV2C6/gPV/Hvx4qoWIpPulLLVZ0rYNFnSdTJWRg1rRjmCVamWXUmsfjw5gt+ZMwJ+xQeVeINWMgxoQenFmJZcBAuvf6CnAXroHn7uRjRqhSvBLfUOq6AhSa5HZ3TBWdJThzNKws640+W5NZyv4hsZmlXgbTwopN21WUzN0aB9AZYqM20XOpMD2/svkarpgB5yrTC0OkL4UJK/CZE7cWExkNw+F0ZTDpxEl3zXcaiXp0QQEr+0goondvlw4FL9WSApYBGydT6nR3w3/kq8JeVeNZXMjX5CBbN8V2K8zgErOLY+Lg4XLl4Ad+jv6m5+5dffkWJ0rpfX43Zd2SVYcb44uKrn6RfmgvCG3OWuqI4yWMjxGUsYNFs9+P+LLRvcQkjkirvmG625tCavrgdWNAXczZcwxfCx2zy1cCAmZvg3oKWo5ZfimM5hdb9p1K62fj19ybUCwPdghBOXEkrWtW3X4tHJY9i2/RnRudg0awiRAGPy6qaCDw7Av9N64AJpKwwzRnyW88OsA76B07bb8OtBl3bVzC9env88HpKKh/JgZGuEseaXjKH1sauBHkUzlCclSi/mxKbgqjTdxbme7VC9lTOh6IZdWesXfrapabWKZ17cvfTSKsui6pi3V0a9WV4pOTyY5lzXzE8s5S20A80NNe6xDobKjQZjUlzh+A32RYUjZABxRBUYC92+TgmMxFD0ES1HzvZEUfV47fGWqjpo+uLHeBxbhh2hdBov/RzmQqwxP4XiJmdP8D1igdK8ZCH+xEhOkgs7h35C7PWHMXpF9+Ru3AltO81GJM7FQLfxwe+gOX6hkro8VcWtO02FE4kCd+3iO1Ys2k37DpfwPYRDjwU4Q5YpOQ79CkiEvRJSnl9x03ffjhtH4DJI0qSfzm5XyyChbtm7A4RKWDMi46I5GCmpoIC6RGwpIKMqTbkzWtXEBn5Qef4lX6rgnz5tXNcGNp3ftxfiM5tt8BxbiC82pdHhtg72Di8AwJ+zsLfJNmqiYq+JKsZX8BiTkeYQ2tzzjct952aWiteOu19XyUlqv7+JgSeTT0QQyJ/NoxSrfkkvMqmBiypqbX51JMfjdvz6SdaTlPCveTGs4QE5ObRwzBgUaz1hKg72DmxF+Yk5iyjUZ7GXYYAi2ovXNqqj55+faRuJ3fAIk9sG6fTWRmRwz4H4t59gXWuHEjm9LDW3XwAy6U/+6LJ+qzo1r89mhS1xbfnJ7FoxSnk6+uP05PLGLecNFrxASy0WtAwx/mot/MietgrYfnPN/PR0fkWxocFCFJFSJ/BtEzz2DI3MJJEeRqb2Fa1LwZYeC0ldpNYFDD0oiMWHZidqacAAyypp31KRw5/8hhPnz7W240VOSL0u4MjsmZXRyKG9h36Arc57z6EkLK+iuvnSz+41D2KAbLIEPXoiTyl+8En2Ad1yBER+gDcaG42dP/9FgL3PEa8dR60nOSPdl//xATfUyRKwxZVu6/Hcp9GsJK1tUHTEuew79RnSEhb51nHMN2lgOxoSfvG9zGDJHqtCQlkETXDF+Hiewls8zbC1IAglD5SAy5LXyXNscuyCEwoP1/vfdZZS+OPhbsxkkSHKPpvN/0rtsw+rTYvXQDJXFqndA2kx/tTW2tdgIXqrJpLiUbJef3hiX8eyyPfBqzejRENc8ny22xK6I1sl7chwkF+LEoWQTScRBCRIDPVNSj9+Qo7vbpjNvme0OgfxfciY+La11ybfnOiMF4lsiZrUS+tClRc10Nqa811vsa2jw4dgcZe+bDY8x7GbWgkKw2uiHCQxt3BhoG94XfqrUz34k4TsGzNYNgdJ2XT5xfGAKfTWEkisuje1WridsztX86o/ahVdl+VPZLO9BVWtPkdL/uEk+itKJxZNixxDwSKOM3GynWusH9G9rkmF9FgjDX2K/bHHiswqtZueI/dJ4s6U7SllaT0rRm6l+qa+4wG+2RH9CIShSuYdFRP/gfda10+79ttr2PF0AJJOZsoWFRd93S/pvroGmPfuNsyu2r2/g97gjPIkl5nWZQPu8peJoAyXhbB8rCeGyL+8sdjYmOuSm5YvtlbFjWjLy/a4Aozsfiw/CiQhBzopX1WOVADHndnJh4/TP7fJX2+NXZNCdmOK2CR4jhmJZZm1pxnJjRmAoq9AAAgAElEQVTGtBcNsZt8XsT/LPq0SjDaFO6A5QR6FNuGxmdpklsl1Ih7GYQ6dZ7BJ3wCmhLvcb14ARbJCXjWWo42Z0LQxFo5YkJCEAbXPYnhYf6owiOAmOsRIX220jLN/X+7jLHsiBDX5cDaMwUMK2DoRcdwD6wFUyBlCjDAkjL9UvPu71FR+PHzR7JTyJo1G2xs1QNQk993DP+6SI+HKHLT/JYvGtcXN8PQPV1lL3vZyYN+neEPMWbXCfSrkhERO13RZuxRVHI7gLWeVRAX6Y8htZbJjpD0etsXdYY9w9DAXRhSNxci/nZFJ48IeJ0+jDaxSsBS7cU69Km3Hq12y/t8FdgRzr5Vsf2CN+w1QIwqmFHc5xR4AMNJ/1/vzkLPNgfQi+QH6SRZIHvxKDJsP1aOrIrYh7PQhXz2R2LuEE1RzaN1aq4eyx07tbXWHcFyDHO698XjJscRNOEDxlfrjcxTwjCFwMDoi+PQsdtrTCI5nr552WHa6Zbw/ms+6hTOjVxRgejTMAit9xxC34oZZWuwa2v5EbZsS0tgduRsbFnWA7nJCf2pDbtBOuopvB2WJbs2TRnBktpam2sVJiVyHk5KkZfyQ/Mzh9ExsYxK6IQSmP9pMbb6OpOC45HYMbwyNuXcga0NV5BcR2HotOAUJncugPdk72o/OgP8Hq1FNQpCEoGv/v1oEI51qo4H3Z7Jkk/HvfFHn5qnMPB2AEqEtEHPTfWxce94lMkUiQ39y+NY2VBs7EEByHLUmiNfSzFkfXRpuxLSpgvl6yKOrIum3fCTrAvaJ527rjUzKccgvXN3JEmx9R3JSQ4mjrw9GUfXOKsADxus61odob+fxLoJ5RD72A8Dm25A031XMbDiY7UxFLmXCvYLxOzBVZE/b24cGmmnBli223ogeI8y99m2rP7YS4DkQQIp5SBGHimmGrVC/31RTVKvCj0N/bukz7eORkfpmGu1avfLFbCYa2bcActVuJb6G13+nYa2GZSzksYdRueyJK/YY0/ZDyZcLz6AhY4RtqwMliT4Yl7vSonHk77jenAnrIleiBUDKiVOIzNy58tjdE4WroBFKtGuIpTwLRw3Qs8id7PdWLe+AzsixHVBsPZMAUMKMMBiSCH2ubkVYIDF3Aqbr/+oLyQkOF53ULBi1MyZsyBjJvWTzykDLNoVbKRxJGdF6UmolghNVB+AVSs4ySvGKB/2Pa36qD0s019815EXlLBGF7C89fakF5rsfk5wPz8CR8jxJPosrFqphoIS1UgXVcCieR/VhL54BRQ4hqA+R9XuU53X1Lbav/CZR2vzrY203HNqa60zBwvJTVGpzTwsW+CMzCfc0MCrsEqSXuWarro/r9rLIU2iPfLmONmLqupFxxhVfBIqJuWqUUbIyH79V4ne0lybpgQsqa21OdZpfNRmUto8CG0ToQrN+bMp13EETykn2ztGFZ+DGgfPo0859Z+vNY+f6NtnktuPml91Ruc9LrK96gUB0QNO9MGhzTWxQqPql2Ksret/YHDjB0mResAdzKvfDLFepDJX4j6kWvVL35rZ1X6L2l6qXs1LHX5orkOab0j1OBz9nIKL/jt6y6D5xSTgkR9BrsWwOWE+Vi13xa8k1C/mQwR+ZLVHjkzqEEfXEU/lupVHsKjmYIm5MgXNO33EwnA/vB6anwdgKaNVWS3Zf5dkeZbmyCoLGqpkZo41aqhPvoAlOuIOjqzbgafvJLCxq4TWA9rgV3s+GT7kM+QOWIBTM3piqnQ01g0pjsyyXmJxafVkzIsZjhCP4ommZ0SeAjmMzsnCB7DQI0IDHV3wD6lilNyVBZ2wOizE6ONC3AHLC1zbcgpvVSYR9+E0AajH0WHbfXSrYmg16P6cHRHipxu7SyQKMMAiEkdbsJkMsFiwcwxM7dnTJ3jy5JHeVhLyS1F1h5rInkNenldxpQSwSCVHMKpkf+QlR3OUIEI/NNEs25s8YFGGh69upwJYltVUOwqksKPnigiMKa1+JEj1wf7j6HxYFB2UGD4uv0vxi6ehl1hNUc2jddpde+aceWprre9XfYXNiqpOmho4jj6HdndrqAMW8qKqPMKgvEMXxKGfZi/theAVmi/d6i+vpgQsqa21OdYRTW7rergv5GXOSZrWcyPQoJ8NVpNkt1Vt9b9YGw1YktmPxjltJHBnH3re3oyIoaQuncs7sk8+kgGFDeHqv9xbxztj6fHimKMGWLSjTdTLqqsnX1asmY0eV9F3XvWkI2OmACzaESzFII15gl2zPLBmz1W8ITXAWrvPxYShtUherpQBFtV9mw9gObzaKoX/LpljJfLvkw9gebN/PMYOvg77+vVQyE6KuPePcDn0A1qs2oo/2mbjNRnugOUEOhaTl2ZO7sqERtgZ7m30cSE+gIWXwUbcxBWw6OuSHhEa1OI9fO4u5FVCmwEWI5zFmohXAQZYxOt7S7GcARZL8QS/eSSXoLJc+YooWKiwVseG9p3kcrD0v7AUj/rVQYRruCxknV6yKjcVxqB0sPzYj1oEi9YvhSmPYFE1SKuKkMqRIV0RLPTX7LXZDnKOYKFjmkNrfl4X7i6a8yF4yCwUWLQCTZWFjcw+gdTU2hBg+X5EM4JFKYcm/OASwaLoRfvXf/MBlvS3ruVaacIMaifN0fS/dntMHsGi/mWIlkV5XHaajsi5DzHqHq1gpB31Z6yvabvkIlgU/SQHh7qX4hrBoi8HS358eh2DLOS4jy0JJfz+JgCe9Seg2J8k91VLOURSRKVYRgQLl3+XzL6lcRqAK2CR4iFW1pqMIn4haF9DCTe+X16KscMywvvCUGinuzc8Je6AxXCffFrwASxSyUtcOXgKL3UNKC2JOq1LkfxYochYtRNK5zA+GYupAAtNcuuZdw/6sRwsfJYEu4cpkLwChl50mH5MAXMrIB7AIk+AN5Vks39P0pbQxJTtpqzC1D7lZMdOzHEJUfFAX4nVQoWLoky58jrNMrTvKKoI1V+yH6PaFoQ1qSyhWkXovYEcLFwAC83BMmb3IVlulTfHR6DHgAcYoSsHS/0FKL/kArw75EL8h3OYP/kI2i+dhtIv5UkiPa5vQysCALjkYEnuGIYu4cyhteY4b8+RZL5e8vLYtGSq4lhKXnMt0mQXfjT+HvE7/i61E2s9yvH+ivD5HgihtT6DDAEWKcmLMb5aN3zo9w9WjS2HDORX/U0TFsJ+1ErEzlMk8pTnj/j5Yq16Dpabs9G1/cWkHCwTrw2W5aEonika9wNHY5v1RIyvqYzekucr0AYsmkmoeTuH3JiaWqdk3rrujb07Ba1bvYHPI3+o5tagkWvDLnvi8ObuOKeagyWeAESPmgjJuwOBTgQi6okCUT2KKMvBomc/qkhOYyoinIo6B2L/4kayadL8IJ0X2WNJ6Fo0IMnA3577HxYdb4v/9TiNLskcB6P3qkI7moNF15oZk3OqwSNCEX/cw/y+6tGMmmtdVxUh5fhRpDJTc7zvdw6LSHSOddRRTK3vimw+SsCiGMMYwEJzsGwIITlpCIDaMKgBdthtlulFoWT/kPbYckiZn8X/2dikHF8NJxfGxos+oBWOuORgSf7fJVOvxJT1xx2w0CS3J9H1xQyo7tTy5Lfafzd2dmkasFgdwMT2g3BCog1PrOM7YfG+zjjQ1R35Jv6LkVXNB1ikEu0jQhT+XFo5B5cSpmDzqTEkBxf3i0WwcNeM3SEiBQy96IhICmZqKikgFsByfZkT3P6qgjnrFqNJuYyIur8WHl28kW/KXcxzUX/oNJUr+LxY8hk7+vs3XLl4ISkfS86cuVD19xqQkCpCui5j9h1Z1Z4xyhf9Ck0mYs5SV/IiSHtMvloDF8CiXkWoGFwW7sSkDgWTrdpB4Vi3+Vtl7ejL54oOjbDqVhx0HRlSrT6kq4qQokqRoRwsCh3NobWib1qpqZtTMBpv2IkhDSnYuoJlfTviZKnt2D1fWdGJzxrhcw/Ni+A8xg4bSR4GqjTfi+/3wJxaJ2eLIcBC79WsptJs+Fp4ezjihEaCTtpWtYoQrYA1ys8PvR1zaVSEIdVi6o3DvD9HoewH9Qpammvz05GRaDtsB6QlvLDjcMp8I8S65rtu+NxHI9SWkSohCrCh+t1ycdqLPgTeOhdUryL0W/slstw6mY6qJ1BNLteT6r6ivh8lRvRVdEOhdf9htJPixU19z8xewhmzNy5HHZVk3rpgGp2/KmBRryKkXDMlzumfO80x8i85NtVz/n3YtV6Hw34tk6TVPKpGoW6FJqMxae4QWUUfzfH1rXtaeU11jL2jNfMIqdqhXUWoUM1xWLBqlGzMBLLvLerVCQFkT6fadm6XDwcu1ZMBlvxRezGh8RAcflcGk06cROW/ja8ilL4ByzNsajQWeRZoR7B4jc2L6Sf7gHA9zldaBiycjTXyBq4RLAmSfZhZ3g0XVEGP1A7lW/TDgEmeqGBn5MAazRhg4acbu0skChjzoiMSKZiZqaSAGACLItldpa23McxR+UuF6ln97CplVyU2BdFiVBBmD6XRLdpn4pW/mpEM9SQs+nXb2fjw12RZCeHsJfphWYgPXk60w5TD8iM0ipKS5kym9zHyPTnCcg22thlRw7GWVuUg1eVlKfsO3xfvVPqqJA1rLq2pHk3mVMRfp71IEVL5pZr80SHurs7yshR6JQuSNMqlds60XWeJYU1d6YvdcYfbWNpfHlyuWSJWUd6Wjs+ltCqX74G5tE7tNWSJ4zOtLdErbE5iVIBrBAvV6PPZBRjn8hVjEqNY5NErvii2KgB9BcvBYh5v8TsiFIb10/1wS0fRIom0Dty83VHe+MCVJMO4AhbFjQnR0YizyQxblepKKVGLAZaUqMfuTfcKWMqLTroXmhmoVwExABZd4cqqgshD/nsjYfRJzOlfDFYfQjC84TjYz7lPEhS+0Kp4oAlYlKHOd7CgVTPc63BeVmJSaIDw+tVLZM+eA1mz098T9V+Wsu8IrY8ptwFzaJ1Afp0dXXsInjWYDZ8p3VG+oHr1J33lZXeOvCUrY51cOWpFuVS7nHfxv5q6Sww3UVs2ZzGuzDjyC7Gy2godf8bzqQhY5wp7a1LedqQD1kqXcy6tytUP5tCa6xzE0p5pLRZPMzstWQE+gIXakxATi4RMGSF/h49F7NeMyJj840CyMvCNYHl3JwTz/G3Qd2kHVKbzinqMQ0deoWBdR1QvwL2qkekAy2tcP3YDdiRH0gwf4QDL0+AWGOh+BF9gjz6BTzG83d+YUG4TGu/Yh5YV+K1EBlj46cbuEokClvKiIxK5mZk6FGCAhSTr05G0kkIU9wvkzH5QTSzXKCmpCVhUy02qngm3VIBgKfuOpepjyo2Cq9aKKh1+IVcRKS2NNqNIlY6BtZCNVD/RV16W5ixQLWNN56+vHLX2WteO0KL3/wxfgE4NLmHUrW2g4EVXWWEZuCTRMeNIm29edkaXVjWlvqp9cdXaXPMQQ79MazF4mdmYWgrwASxx708gYOQOPM9XD71muKBErts4tykDqvUshyw8c3jxASyfjkxH2UG3ULZlH/it7oBKn0+ic/1pOG2bE19JreJ+K4Kwpg23qkZ8AIs+38XeGY1Oa6tg5xJXZOThYK4RLFLJcUwp1A25lz7CoHJz4e75C/yO/oHXq1rhf7u7wf+gO8vBwsMP7BamQLIKsIcUtkBSWwEGWEiGA3I+vdeWDkklLqlPFC//O0PbYSsDLKm9TNPs+CnZ46Pu78PSKaNxJG4ydu3OiynF56DB0fPQPGJzeHReo8tRJ1di2H+E4mCSerJgmhtCkR/GRWV81RwVWRapJ3dVhWfZydEn1fwH5nJmSrQ215zSa79M6/TqWWaXJSjAHbC8xfaOnXDCuifqFDiGmxknYN7iLFhXn0RENlqHGdPL8jKLO2B5iyWd++Je/70EosipzkWfzhj5cw7CvMsg4u/JcFhaAWeO90JxDjMyJWCRWu3AIMct6BcWgnoCHBFKkGzHmJx/oef7EDjY3MCSajPR6FoIqkD+d1ZFiMNCYE2ZAsYqwB5SjFWKtTOXAmIALIZysAQOPYfOXoURfN0bpROFptBlwGk3FsFiroUnkn657PGhEwrBJ2q9WhLKH/dnoX3zcEx71g5bis9FjYPKIzsKCXVFsOgrR51ciWFVlxgTwUKhi0vdUxjGIlhEspqVZnJZ16IThxnMFEihAlwBi6JakPPTGahkcwWLHf9BlwteKBK1B1Mr34fbE2VeLy5T4w5YTqBjsVAMC/dGU1kFtDvwqDEfpf7ajBElKc3Q/Ny42fACLJJofHwXSQ5KKS9p7AucCRwIn/MtELJnIWRT4nhxjmBBNPa5lsX9Njfh2e0t/GpMgtPlEFR4Og0Dfn+JqR/8UYbjHGhzdkSIh2jsFvEowB5SxONrS7VUDICFai+vIlQTS3b4oC7JbaFaRWhu59vJ5GCxJaVq82F57FqELHdGli/nMK1LF1woux5HVsmT3CZ3REi1pKSlrAG27wjnCS5a04S2HVzOwnntFgwkVYQyxLzCUR9nkiy5DbZf8MZ/esrLbnNPPgeLajnq5EoMtyiu+rTJLQfLIw6lVc2lPhetzTUHsfTLtBaLp5mdqaEAd8DyECtrkaM5gUFoXCocmxuuhePJGSgTdwizi5/TKt9srE18AEuPYgfQ+c4CdCGngH5cXYayw21x6NwQ0BiauJdBqNswAr4PPSGvmmXcxQewSPWUaba2rY4BEwMwoCqf4sgAZ8BCjgjNKd8EO19lR/7CWRH18jUyFc6DyJeRaDDlERaNLWmcCBqtGGDhJRu7SSwKsIcUsXjacu0UC2BRlBaeuuIU3v8AaMnetl6rMLUPrRSkUXZVrYoQ/SwAHp0m4Mx7gJZZbVH9ES5JphkELDRpqWpJSRe1F9jUWxNC7juaZUCp1Rlzl0bHqYoyy/p1MJScOPUUNH5krlq/vbgc0yfPx+nHcWQQWxSp2gNey3zQsAgt/6q7vGxesoCNL0etv8SwZi5ELlWEuJRWNdf3gKvWhr0oL62r2DNoydh2U5R7huH7Td9Cs1qT6UcwrkfTa23cuKwVU0AMCnAFLKSGEMImumHNld/Ra3BRnJt9AiUmN0Lkxq24n2sIlga0Skx8y0097oAlFqtcmyPgl4XY1D8efkPH42GHXdg/JCve3bmAqeP/h2sO/rLjQlwuPoCFS/9c2nIHLGE46vsUCflUf8DIjF/rtELZX9QT2XOZBwMsXNRibUWnAHtIEZ3LLc5g8QAWi5M+1SYk5L6jACz2vq9IRaYEYnM0nod6Y+Af/6Dr3qsYWFF/jK4YAUuqLQodA9OIGucxdtgY6oGCljQxPXMx9bqWR71VwZx1i9GkXEa1qLd5LjlTRREGWFJFdjYoU0BQBbgCFnpEaF4lXzzMrPrvaTYUq91OlvC2ZC5+0+cOWEjFIJLUtlcLb+yIAErUGYPdAR1QLgM9GrQQbzuOxY6FjVCQY6liLoBFmvAS4W+KoLg90YIcE3pwaiGWBQfh0usvyFmwDpq3n4sRrUrxSnBLVeQKWPgpb/guBlgMa8RaiFgBUz8QilhKZjpPBRhg4SlcGr5NyH1HG7BQ4dQr14T/PRjDx+1D+E95hNDUgCCUPlIDLktfJancZVkEATTvZREFE3xP4Us8UMRpNlaSksHFeFZIEMKFQmptenuiyfG43/F3qZ1Y61HO9N2buEdTam0ob9PuXa7I/fMVdnp1x+w9jxFHoo2KO03AsjWDUTyTfH3f/70fnu7ZjELDzsGvzFQ0mmuDJoXPk3D52lgd7o/iFxdj0vBFuPhekrTu25ejL0iRODKlA6b+9QTfyTrPU7ofZgfXRmCNoTgrkb9AZS3qpZaU28RSGuzOlFobHIw1YAqITAGugMVc8vABLLrn8hxze+xE3S0jUY/D0SBFX1wAy8l5BeCf7x8EDaiE6xsqocuGeLR19UKjQpnwLWI71mzaDbvOF7B9hAMv2bgCFprkdnROF5yF9o9JWdAZf34OQTUeuWAYYOHlPnaTWBRgDyli8bTl2skAi+X6xlwzE3Lf0RXB8uzAeLi6h2PMmT1o9mUKWrV+gLFXtqF1XpIrZ7EDhu7pLXt5zEPLADe+jxnha2TntZ9uaIOem+pj497xKJMpEhv6l8exsqEInmK5L/9Cam2O9SIlECF4yCwUWLQCTXn+CmqOeenq05RaGxM9FUpy4sx4PhUBBPLZW0dix0gHrJUux98kNxMt7b7ddjCWrHZD+bz2sD7dD7WHh6HN9D0Y3awAssbtwIB669Fq9wn0q5IRrwI7wtm3qizXTgJZ57221kfwnvEE1kTj2vz68Dg/DBTqnBmqXg5bKG01xzGl1qllAxuXKWCpCnAFLPIkt964rOMlPhMaY/qLGeDzryQfwBL//i7+PhWBGDVx32G7TyhKTeqC6iiCRp3KogAH8Y0FLFLJCXjWWo42Z0LQ2GYHhjnOR72dF9GDRrMkXj/fzEdH51sYHxYgSBUhKYna/RQRCfL7kcr1AQc92uF2zf2YPbYSwfPcLwZYuGvG7hCRAuwhRUTOtlBTGWCxUMeYcVpC7ju6crBYZ6kBz3Wb0NtR+41d9cW26uNFKoDlKZa2rIsI13DM6y5/HFEtBWypR1iE1NqMSyZNdG1KrQ0BFrquRxWfhIrbb8OthvzhXXZPk4sYe3subrVTT36tuVY1Kz8pSl7XPxqEN8Pr4MvQN5jagR6pU7/YEaE0sRTZJJkCKVKAK2ABqZXzJeILiaRTvT7j+PipeNdiIQb1KiRQDpZH8Kg7ENuz1UCzCqpJZL/ixuFw2LWohELSivBc6ozKHBQyGrCQEszDSQnmThSwkGNJCtjSxFo5WEJCEAbXPYnhYf6owiNyhGsEiz4zo+9NQK/aL/G/zwEsgoXDWmBNmQJGKWDKB0KjBmSNmAIaCjDAIr4lIeS+oxnBEh06AvUHRmPZ1bWoLcuqGkkq5fTFnC0PEZ/ZFtL4r/j6vqnsCIUmYKHHLjaEq1cesI53Jm39OFUkENLjQmotpF2WOJYptTYEWGiJ6m5OwXA5eh7dS8mf0lUhyetBddWqi2kBlmUOakfgFHr2WHkWmebWUbtXVWsGWCxx5bE5MQVMqwB3wKJ7/HhSptm78SuMuDiUU8SIojfuESwn0IOUaR6QVKZZ0dNzMo91qHdcUb6Zm17GAhaac2XzmKz4K0swlnjUw5MNjbDBxhfzeleCIp1s+O4W+DNhK4LdKnGbRGJrUwGW+KgbOL/vByp2dwCfekYsgoWX+9hNYlHAlA+EYtGM2WlaBRhgMa2eaaE3Ifcd7SNCr7Cize+41CwMG0YVQ+S27mizohq2HKLHIRKjABKPBRmKYGFaG1bg5oYecPc5hfhCpsjZ8QqrB8xCufkr0IAc57K0y5Tr2lAOll2782KGRgQLhS4udU/BnUcEi1LLJ7JILRbBYmmri82HKSCcAqYCLHGf/8LUinfQV8AjQjLYHBOLWOuMyGSi/GhGAxYydvzXk1g6vQd8z77R67As6ITVYSHCHBGShCHQzRcPDCwfK2lduK5xx69GLjMGWIwUijUTpwKmfCAUp4LM6pQqwABLShVMe/cLue/oSnJLo1jq9fuEebcCUCKkDVxWVcH6Yz6oaPMK+6a1wtQtDsoIFnLkwuP6NrQip4loDpbOi+yxJHSt7AX/7bn/YdHxtpg1xVFWatsSLyG11rQ/7o0/etfagNb7TqBvxYxa8rwJ9cLA4UEI/wbY5KuBgfM3YWhD+bEt1c9oSfP+vrsxgnz24/5CdO3+Cj4kQWtFCxPd1FrLqwjVxJIdPqhbMJNWFSFDOVi+er5OrJylfZzt54u16FN/AcovuQDvDrkQ/+Ec5k8+gvZLpyHLFpUcLNYxuLCkHrwuDsOuEHkOls159yFklmOqLndTa52qxrDBmQIWpgBXwCLFbezy2IVnKnYkfH+Ne6dvIKPDZAHLNJMU9tvGova4S/gEO7it2QLfFmfQ0/Eomm+aA1dZEm/uFxfAwr13bndwjWCRqgCWb/cP4PT1zKjWpREKqBxbojNggIWbH1hrpkCyCrCHFLZAUlsBBlhS2wPCjy/kvqO7itArrOtUHUcrH8aWKRmwYWA3LD31CRLrPGjg4oAHgVEYd2sbmmR/ghUdGmHVrTj0XBGBCS3VqwhlL+GM2RuXo2ER4TU0dkQhtdacU3LHXOKjNsPtNx/8sjRM9oIf8bcrOo2MxywCvRpK9H/WhBzrCptRGcustllccmHTax0pq1o1dcUpvP8BUNDU1msVpvYpJwN6NAFwclWEkgMs1FdvLy5KqiJkZVMa3eZvxaQONJuQehWhIvXGYd6fo/AbYV+fjoxE22E7IC3hhR2HU698tum1NvYbxdoxBdK/AlwBC9lNcDvkJtk51C/rbIVRrUl5ZOEJw7kfEboK1/IzYDMvEItKBaP+lAI4vLMl3m30gvOBxji7rQOvo0ppGbCoeuTn+xCMrdUVDwt4YtG+hSjP52xQYocsgiX97wPMwhQowB5SUiAeu9UkCjDAYhIZ01QnbN8Rzl3m1vrnixB4/eGJfx7HQWJTEC1GBWH20HL4cYBWrTmWZOjvI8/JjmQpLk34osgf0oDkFGn3oC+azKmIv057QX7HHcyr3wzSSa8J5EqQJXPt0PIVFj1cjArCSWlwJHNrbXACImrAtBaRs5mpgivAHbCYZ4rcAcsJdKQ5WB5PQ9sMjzChQSCahtK8Kydlfx+mlZvFuHmnB8Dy+tQojOn2J2xaL0fTbD7YcKgR5l8IQA2ekIUBFuPWDmslUgXYQ4pIHW9BZjPAYkHOEGgqbN8RSGgyjDm1lsadxfhqvZEw+iTm9C8Gqw8hGN5wHOzn3CdHU2zlVW1UylyrWp0QtReja49FnlnyIyo0gqXLxDxYc30xrFbXxcib43B0jXPiLU9AEwwrIzLOYlyZISgdrKygI5yi+kcyp9aWYJ8lzYFpbUneYHNJbwqkXcASi5ljo5MAACAASURBVK3uffFPy3Xwb/8xKbFtw/82om6zD/B96MkrIX1aBixSSSSOjXbA/4Jt0H9tGNza5iLFtKNxY34dePrWxcrnfijDYwEzwMJDNHaLeBRgDyni8bWlWsoAi6V6xnzzYvuO+bTV7NmcWn8/4oYGXoURfN0bpRMHvkeq07hf8MSRoO6QJgNYaPNPx93QduB+fCH/bWVVGqO2HoZrjYygfXjcnYkjq1rqASyawEU4PZMbyZxaW4aFljMLprXl+ILNJP0pkHYBy1V4OI7BytdZUNA+M6Ii3iOjfS58iPiEBuO24OjwQrycxQuwkIpCH99FkgLWyV2ZkTtfHmhnKNN/D9ccLAmS7ZhYNRRdjvjBwU693/+C1uNHr/4MsPBaFewmpkAyCrCHFLY8UlsBBlhS2wPCj8/2HeE0N6fWT1Y1Rq8tHbArVJmLQ7UccJ5kAAuNbuncYj+67DiEflUy4uvN2ejZ6SIGn9yDkrsNRbAAllIuWNWT5tRauBWTNkZiWqcNP7FZpk0F0i5guYMd/m/wI68yma0EtihT0xHVi9jydgYfwCK12oGBji74Bwl6x+VTTYgrYKGDS+MASQbe5uu8kUWwmFZP1ls6U4A9pKQzh6ZBcxhgSYNOS+GU2b6TQgE53G5OrXVFsFDoMuC0m8EIlnt+dTHi6jgcXO+cWIGJlM/u8Dsedv4XswuOQ+OZpVRysFzB9OrtkdGHJhqmD6ssgoXDEkiXTc25rtOlYMwopgAHBbgCFinOYJnDItwkh0/0XVYJjTD+igdKcZgH9xws+jp/jrk9dqLulpGoBwmHGcib8gUsgxy3oJ+ecswUwCT3ub5J8gEsnA024gYGWIwQiTURrwLsIUW8vrcUyxlgsRRPCDcPtu+kD61TkoMl5iKBKL3DMfFAANqVIhEsd2ehR9sAtNryAEMqbtKqMNTFMw/87i5GNVk1iiuYUd0VBdewHCzCrSTLGontIZblDzab9KUAd8ByHLOKbEWJpd1QVJcUkuukjPMXDH4xA+U4SMUHsMS/v4u/T0UgRm2cd9juE4pSk7qgOoqgUaeynKoJMcCi7TQGWDgsZNZUfAqwhxTx+dzSLGaAxdI8Yv75sH3H/BorRjC31vqqCFEOklySWzq/W1tdMcn7KMJ/khwsamWCgTehXhg4PAjh30h54iw1MGTdJgx2JHWCE/tlVYSEW0OWOJK517Ul2szmxBQQSgF+gOUkuuoBKFJQAKP/c312cQcsj+BRdyC2Z6uBZhVUy+N8xY3D4bBrUQmFpBXhudQZlTmIyQuwSMLg3eYPlFj+L1yLaUf2/Hw2A60Gf4HvIVIuWX/gj9YsWQQLB8expkyB1FKAPaSklvJsXNUXwKINFdVCUk8XSuNrN22behMQ0chs3xHO2elR62s+lbEgYRuCp3D5LdT8mqdHrc2vGr8RmNb8dGN3MQWMUYAPYJlXZB+a31uM6tm1R4iP2oOp5W6jz4vJZo5gOYEetEyzVjnm50kVhZoKdESIqnBt+S9wu9APW9bOQilbJUVJ+PEQ68ZXw8ESYdg5opIxLklqwxWwJEj2YWZ5N1yQ6Kc41vGdMee+HypxAD0sgoWT21hjsSnAHlLE5nHLs5dFsFieT8w9I7bvmFthZf/pTesf9xeia/dX8Lm4GBVlx4Us50pvWluOstozYVpbsnfY3NK6AlwBC0itnD19m+Bu1QBMHPOrlvnh6wdjwQlnLA1oBS65VrlHsCiH/v7pHT6REj6Zs9ohd7aUeYRPBAsdUZpwA2tHNMacO1YoVb4BKhTKhO+vLuPivQfIUd4PG/zcUdKa29y4Ahap5AWubTmFt8kMIyF1AGt2d4BqzI+hWTHAYkgh9rmoFWAPKaJ2v0UYzwCLRbhB0EmwfUc4udOX1q+wesAslJu/Ag3yCqehsSOlL62NtTp12jGtU0d3Nqo4FOAOWICYf9dhXNMNyNZpBLr0dcKvhW3x7eVdnA9Yia07MsP92EY0LcchRIJIzQewJHy+ijG9RmPFLaWvStQZjt0buqJcJn7+4wtYFKO9v7cL24+H4H6kBNa5q6FVgx6o91shTuWZFX1xBSz8LDZ8FwMshjViLUSsAHtIEbHzLcR0BlgsxBECToPtO8KJzbRmWgungHAjsXUtnNZsJPEpwAewUJV+vDiHDZP8cOb8M3yJJrm1MudC8UpN0cd3NCmTzA2u0P64A5ZYrHJtjiXSMTi0JifGlDmJoQ/cET1vHCZFuOHKyrrgw1hSAlik8dG4e2k3Hn0i+cRyVUIzh8rIaM1dC76AJUGyHaNzuuCsjgpPWdAZf34OQTUe02GARXz7ArOYgwLsIYWDWKypWRRggMUsslp0p2zfEc49TGumtXAKCDcSW9fCac1GEp8CfAGLqZXiDljkOVh6PZ6GthlOoCP572EkH0uTuCPoXPIq3MMnQMgcLD+e+qLvSA9cirZHvuxSSL++xrdMTTBt2TF0LcGDahCBuUawSBGNTxGRILnkVa7vuOnbD6ftAzB5REnY8nAcAyw8RGO3iEcB9pAiHl9bqqUMsFiqZ8w3L7bvmE9bzZ6Z1kxr4RQQbiS2roXTmo0kPgX4ApYXe5Zh9Yp/8IochclepAbaeHqgmZOOrLdGSmoqwNLwZTDqNoyA70NP1BQoya1U8hL+Q4rict2H8O1dUn4cSBKNe0FNMSC0F/ascYcdD8bCFbDokzo+PgBjy9zAyMcLoZ01x7CDGGAxrBFrIWIF2EOKiJ1vIaYzwGIhjhBwGmzfEU5spjXTWjgFhBuJrWvhtGYjiU8BPoDlgW9PTPjTCi28quHfGfdRZWpZ3Fx9GMVGboVHvzy8ROQOWIDD49tjgf0yHBv1lESw+ONLq7x4cPImKo/agv1DCvGaB58jQlKrHRjkuAX9wkJQTwWk6Pu7sRMzFWCJfT4X/X+7jLHsiJCx0rN2TAHjFWAPKcZrxVqaRwEGWMyjqyX3yvYd4bzDtGZaC6eAcCOxdS2c1mwk8SnAFbBIcRsrq89FyeAgNC/3D2YVOYmuL2agxItATGz3FaOvDUURHjLyASzSuHe4cj8TalR8hj9H7caN/KXRs5MzSbDL5yCMfNK8AIskDN5tPFDe/yJ62CsJy89nM9Bq8Bf4HlqI8gJEsEjJPALdfPFARf+Eb+G4EXoWuZvtxrr1HdgRIR5rk93CFEhWAfaQwhZIaivAAEtqe0D48dm+I5zmTGumtXAKCDcSW9fCac1GEp8C3AHL8SSoUhbK/y4Tdwizi5+TwZZyPGTkA1joMF//DcPDbLVliXWlMZ/xKS5niko18wEsdB73AiqhnX88OrtPRZ1cQPznvVi2ciuK/PEQgf1K8lCERw4WHWWa4z6cxpZlx9Fh2310q8JrGmBHhPjpxu4SiQLsIUUkjrZgMxlgsWDnmGlqbN8xk7A6umVaM62FU0C4kdi6Fk5rNpL4FOAKWIC3CG49DNlm7EC7GscIbDmCZmf64tWCKTj+ZRCWBrRCBh4y8gEsjwOGouLsVxjjtxfTi65HjeYb8S9yot+KIKxpk43HLPhFsCgGenZuJmauWYmbn4EMOeqg36BlcHPid1SJ9mnKI0KDWryHz92FvKKLGGDhtZTYTWJRgD2kiMXTlmsnAyyW6xtzzYztO+ZSVrtfpjXTWjgFhBuJrWvhtGYjiU8B7oAFiPl3Hfw2/gaPuVGYW8QbVzPnRPnGAzHyT2cU5FMbmcjOHbDcgUeN+SgauBljy8XISjaHttqPzVWDUK2nFMFXhqAyD3fyjWBRDBX99SU+x5Ict7Z5UCBHZh4zUN5iKsBCk9x65t2DfiwHS4r8wW5mCuhUgD2ksIWR2gowwJLaHhB+fLbvCKc505ppLZwCwo3E1rVwWrORxKcAH8BiDpW4AxZlaeamuAbXMlvQ9uoCdMmm+ncJ56nyBSzxXw9isrsLtj6KShozf0l3/LliOWrn4JGAhfTCFbBIdRwRohWOLq2cg0sJU7D51Bjk5qwI2BEhHpqxW0SkAHtIEZGzLdRUBlgs1DFmnBbbd8workbXTGumtXAKCDcSW9fCac1GEp8CXAGLVJZ3xRuXoQ0NMqExpguWg+U5vBt74ae3H3q9WYy2W2vi/LaWeBHohU7bnXBpf1cU4OFOXoCFlGTePCYr9hc9CF/3lshvS/LB/HiJw6taYvZTTxxb4iov3czx4gpYEiT7MLO8Gy5IVEsZ2aF8i34YMMkTFew4TiCxOTsixE83dpdIFGAPKSJxtAWbyQCLBTvHTFNj+46ZhNXRLdOaaS2cAsKNxNa1cFqzkcSnAFfAAsTiS8QXxKlJFYu7q2fjqv3/4D64kGA5WF6HzkHdvofwEqUw//B6DLVZDweXOxgVuAiu5fhFjfABLIpyzD3OhKCJtVKYhIQguNXdpVW+2dhVxhWwGNsv13YMsHBVjLUXlQLsIUVU7rZIYxlgsUi3mHVSbN8xq7xqnTOtmdbCKSDcSGxdC6c1G0l8CnAHLLo1SiBVhHxqPIXrdeHKNJvDW7wAi+QEPOv6oOmRY2idRQl24qPXonfjC5gQ5o8qPHiPMYBFV2lmXbpYSevCdY07fuUhGgMsPERjt4hHAfaQIh5fW6qlDLBYqmfMNy+275hPW82emdZMa+EUEG4ktq6F05qNJD4FTAVYfrwIxPhaDzBYsCNC5vEVH8BCZxK2rBjGXvGA/+YxKE9gCgUffn+0xYFSO3FwUn1ek+UDWH4+/gfnnxdF7YZlYCMbNRpPju6CpOIizNw7xnyAhZeF7CamAFOAKcAUMIkCRRs6m6SflHRCaTy7mAJMAaYAU4ApwBRgCohdAasaxifnkOI2dnnswjMV0RK+v8a90zeQo/FczFvhJNgRIXP4jS9gkUoicWvHKdh0dk4CLNsCfqBVjwbIYc0jfIUYZwxgUdWAJrld06Ajim6+hNa/KD+JeTgNg4flx9Ij7uZLctumTRtz+IP1yRSweAX2798Ptv4t3k3peoJ0DVoKYGHfBWGWGtt3hNGZjsK0ZloLp4BwI7F1LZzWbCTxKUC/X1wAC/AWt0NuIlJFqvjIG9i7+hqabwxCy9/4wQTuVYTM4yu+gIXO5vunmzgfdgfKOkLkj9KSqNO6Jux4yMIVsCRItmNMzr+0yjELUqaZPVSbZ0GyXi1fAfaQYvk+Su8zZIAlvXtY2z627wjnc6Y101o4BYQbia1r4bRmI4lPAe6ARbdG9IjQpE5fMe7iUF7Ve1ICWL69uIcjF18hhkxNAluUqemI6kVseTmTL2C5vqESnNfcRZ6CBROP5siHt47vhCV7/eAoAGCRSm5gTqWqeOtyCfMn1IBtBsJ34iJxeqoTZu1ujfV3F6IID1WMysHCAAsPZdkt6UIB9pCSLtyYpo1ggCVNu4/X5Nm+w0s2XjcxrXnJxusmpjUv2XjdxLTmJRu7iSlglAKmAiw0ye3s4ufQVcAcLNK4R1jaxwvjz31APvt8iUeT4vA64hNK1BmD3QEdUI5ABi4XH8BCqwgNc5wPx+0X0a8ID5KiZ4JcI1hoNzH3lmFkRw9cfQ3kKZwHkS8jka1AU0zYdRQtK3BRQtmWARZ+urG7RKIAe0gRiaMt2EwGWCzYOWaaGtt3zCSsjm6Z1kxr4RQQbiS2roXTmo0kPgW4AxbtI0KQvMON9QG4meCKxQe7ITsPGflEsBwe3wIjX7vj0OoO+DWTclBpzHMsHTIUG/PPwY35v3GaDV/AMtxxCzpplGnmNLCOxnwAC+1GShLbfop4ged3PiJPxdLIb5+bxPXwvxhg4a8du1MECrCHFBE42cJNZIDFwh1khumxfccMourpkmnNtBZOAeFGYutaOK3ZSOJTgCtgkeIMljkswk3yGq+8cqN005boOsYFJY3Pl6smNnfAchWuZTeh8ak/0beAtt/iXgahbsMI+D70RE1ycMjYiw9goX2HLS+N5TbBWNCpkMZQmZE7Xx5kNHYCKu34AJaf70Ow3G0pHufrCPd5niiXJwz/+FvD0dUB2TlG8yimwgALD+exW8SjAHtIEY+vLdVSBlgs1TPmmxfbd8ynrWbPTGumtXAKCDcSW9fCac1GEp8CXAGLqkKxn97hWzRglTkncuVKSYwEwB2wnEDHYqEYFu6NpjoBiqHPdfuaD2ChR4QGOrrgHyRodZoFnbA6LAT1eJwc4gpYaBWhjS2KYq+VJ5oV+gthNmuxcVVOLK5eGw+bXcKquTV4LXAGWHjJxm4SiwLsIUUsnrZcOxlgsVzfmGtmbN8xl7La/TKtmdbCKSDcSGxdC6c1G0l8CvABLHGfriJ4yDTsOKOsJVSs7mB4rO6Dkrn4acgdsDyHd5PBeOWxDf7ts2kNGvH3ZDgsrYAzx3uhOIcp8QEsHLrn1JQrYFFUEepJolgcbI5jaoVg9LmzFiW+rcGwopfgGemPMpxmIG/MAAsP0dgt4lGAPaSIx9eWaikDLJbqGfPNi+075tNWs2emNdNaOAWEGymtresihfnU6RBOTzZS6ivw4uWL1J9E4gy4A5ZY7OnbBGczz8DohY1hTxKuxEc9xNGxE7Dv20AsDWiVmGyWm4ncAQvw6ch0lB10AcXrDYZ/YAdUlg15B0v6LMLMUx/QZUUQ1rTRhi/JzYwPYJFKXuLKwVN4qatjAcs0y6oIVXRBhZ3/okPZB/CrMQlOl0NQOS4Annn3aJVvNtZDDLAYqxRrJ0oF0tpDiiidlM6NZoAlnTtYh3ls3xHO50xrprVwCgg3Ulpb1xSwPBgxVF2g+HgkvNLx+mVjCytS1lX1kkZHI9fsedgc11FLZCvy6ppTUkzt7/GIxRep9gu7DbIim0S971h8xnfpe61+M0vyIBNyq/39u/Qd7VmrbTaJPSlDm0Xt71+kzxGPH1ptc0mKk8Mb1mp//yh9rMMuG2LXL2p/jyNFd79KtTWzJXZlTZFdb4ldX1No16/ELiuVPqT4KH2i1ac1USqHhl0DCwUgLQMWKY5jXpGTaPN0Bn6zUZosryJ0hVQRmoxyPLYHPoCFDhP1OBRL131Eex/nJMCybPI1lOrfDa1Lcj+2xAuwWB3AxPaDcEKifg4o6vVrZMrtjhUHhSrTHIlTox0w92IjDB1RFsenbkOpGd0Q6U9y5uSai+AQV17Jbhlg4bGg2S3iUSCtPaSIxzPisZQBFvH4WmEp23eE8znTmmktnALCjZTW1rUWYOEIV6Tv3yH36vXYGz828aVd/aXNiry055QUJQ5QJu6Uw4hX5G/qbeWQhWYAVbaVQ5YPWm3lkIWe71C25QZZXhDIEmsEZKEw4qnW+HIYYZxdcsiSErt0Q5bskkIEYWU2Eh7pgiy67LIldtGoJrmuaR+wXMGi0kFofHUxqquUC4r7/Be8q4XD7YkX1BGgcXsFX8AS//4uVqzZicvvCMqzq4gRbs6ols+4MXW14gNY9I0We2c0+mxtiICZHQRJckuPCI0v7oE7WVT3gRwoWddNlvC2vDpDNVokBliMloo1FKMCae0hRYw+Su82M8CS3j2sbR/bd4TzOdOaaS2cAsKNlNbWtRpgMRauSKWQxsSAwhV6KQALBSafCIwgn6oJrg9GRBHIotnWNDAiSguIyCNZKIxQAhnjI1n02aUOI6jRFB7ptis7gSy0ZI0x8CgvgUc51dp+l1LIom1XSiCLlCQ5/Sz9T4e/lHalFLDce/4JoXde4uGLSDx7/QW/FMyB0kXyoHHlIihTiNrI7eJ+RIhUzPGqhxXnW2D4iiEolU+KuA/XsMF9BiJrrsS8hdzKIitmywewROyfDgf348hcoyHq/GKLb8+vYO8lKwxasRF+HI8GKeZhSsBCk98OctyNfmEBgiS5VfV89KeX+EoTEGfKi3y5VWpYc1sestYMsPAQjd0iHgXS2kOKeDwjHksZYBGPr5MeVvbvR5s2bcRneCpYzPZ44URnWjOt9SmQBFh4whV1wEL/H4UR9KVdvUKJNQn2zy4prHZURT+M0B3xEU0iWTSBjO5IFt0wIiWQRQ4jwo20K5pAlggd8EgbssTgE2KkkTrs0oYs3whk+aEXstCXUmPgkXoki5TE8XyWPtNr16BCQbyOCMXFJWDi5vPYf/SWZqCSbClKJBJ0aFkZs/vUhkT19JKBryofwCL9+Rkn503Apk238FH2Em8Hx36eGDnBCVlUjg1x2SW4Axaa5HY4vk8NwYIGykE/hc5Blem/IJRjcltTAxZpfDTCD/dEx5n5sDHMH1UEqCJEbYj7tB+zW7tg791vSfIXKD8MPgf8UIVFsHBZkqwtU8A4BdgDoXE6sVbmU4ABFvNpa6k9s31HOM8wrZnWwikg3EhpbV3LAIu7m3E5V0jkCmJjkfDurZqgyggW+Z8pjPhCYESCTshSSC3PSRwojHit9YJPcAyySPKpARl6XEg3ZDE+4iNlkCWe2PVMj12a8Ei3XRmJXZk17BIesqjnmqGQRbddGTGm8AnOgEVK2FqPeQdx80a4wS+eY82S2DCmmcF2SUCB/AhiVYNGAqXuxR2w6CvDzK88c0oAi74yzRLkRffZDzCnMT+ywbWKkJR897d2y4KzJQ5hhncL5CEBZgkxL/HPjGZY/cCL5WBJ3SXORk+vCqS1h5T06gcx28UAi/i8z/Yd4XzOtGZaC6eAcCOltXVNAcu/zjqi9jQT2uqBKzRqIvfqdfg7frQaOJG/tL8gMCJOTXx5JIs2ZPlGIIsmkNEPIz5qAZnMEuMhi/xYjbERH7pghC67yGzJMSTVJLk/8R3fpG+05qrbro8kkoXapR46QCFTRuQgGiqjU1IeySJBLpJ8WHWu+iDLuMLnOAOWhbuuYf1fF4z+0nkOaIABzcob1Z5PBAuhgnh6KBjBS3bjSaQENnkqo+2owWjZqjCvCkJ0otwBC4lgaeyF+DmbMcvRAiNYfrzEkVUdEJx1IzYNqGSULzQbcQUsqmWaa2ZQ9hYfz6oI8XIAu4kpYIwCae0hxRibWJu0pQADLGnLX6aYLdt3TKGicX0wrY3TyRStmNamUNG4PtKa1joBCwe4IsmaBbkW+8qqCNHKOjSpreLSD1l0w4jvBEaYA7LQYzWa4ML4SBaJLEmv6e3KQSJZ8qpF6MSAQpZPWkDGHJBFQkamSXpV7UrAT1nyYVUoxhWwvP0cgybuAYgnR85Ur19LFcD+WR3RbupuPH7wWu2zTFkz4vifvZArm+EqOnwAywPfnvDemA0tB7vg1zxkVUbewN7Vu5C/33ZMGGlv3BdboxV3wAIocrDY1W+ByiQXTPz7e9h+KsZicrAkJATBre4hwXKwSCXHMaXAHLR6dBROKtWp476twbCil+AZ6Y8yPLzDcrDwEI3dIh4F0tpDing8Ix5LGWARj68VlrJ9RzifM62Z1sIpINxIaW1dawEWjnBFkicvck6ZllimWR+MeEle2n+qOcGaxGXoiviglYA0o17kER8URihLKMuP1RgXyUIjPn6mALLohxEROuzKROwqqBXJotsuClnyaNjFDbLossvYCB1auplWDNKGLEq7uAIWn+2XEbjjstYXLn+h3PD+wwkzN53Fa5LwVvMaO7AB+jc1HMXCFbBIQaoIlVkNx+P+qFdEGR3040UgJjR4BY/HwlYR+vbmLtavU1YRGj6gNaoXMAyW9O1gpkxy++PpJLTs+RzTBUxye35SYcw/44nFp8bgV2KkVBKGNQ1aI6zSHmzwq8dr42aAhZds7CaxKJDWHlLE4hcx2ckAi5i8LbeV7TvC+ZxpzbQWTgHhRkpr61oNsPCAK1RZJWChB1kkBDAUIShE+dJI4QpN+hqvBVkykbLM+dVe8OmxGlPACJrDhQIExcUNsmiXcNYHI3TZRY8fZdWy6xux670OeGSZkEVhF1fA0t77bzy6T0twc7uMzcXCHbAcx6wiJ9H1xQyUU5mSFLr/buysuUewxOLDmy86CoPTETMiT4EcskNrXC8+gEVqdQAT2w/CCYnqcbQfePM6EpWcT2Lf+PpcpyFrz/WIEL1HKonEbf9QZBvYMQmw7Fn6A02G1Ud2lWNDXCbEAAsXtVhb0SmQ1h5SROcgERjMAIsInKxhItt3hPM505ppLZwCwo2U1tZ1EmDhCVeosqqAhf5/CiNoxSBtyPKaQJYfas6wJq+VuiELhRHqUS80F4muiI9YcqxG82gRPVZjDsii2y5teMQNsuQkduXWimRJqV3GRrJYEX9l0/AX9RPNizOmcCinHCz1PLYQkPBZ6wtnKILFvmhe/LOgq8EvKlfAArzF9i798LlrEFxd8iTmXInF823T4BPsiPm7nQmK435xByw0me0M7NdI/ExHzoRG2BnujaYqeXaMnREvwCJ5iSsHT+Gl2iC5UcGxIUqnoEQyH8Ciy06p5AH8akyC0+UQVONRzYgBFmNXD2snSgXS2kOKKJ2Uzo1mgCWdO1iHeWzfEc7nTGumtXAKCDdSWlvXMsDStSOsChZUipRMQluac4UeC0q6EhKQc+qMxCNCyj/LX9oLEciSUdlUFsmiDVn0w4gPFgdZdNklhxFvtOBRBmQmkSx2GhE6NJJFl11CQhbtCB0rgh6ykaNNqv6KJ/EWgwtt4wRYGozeincRn7S+cMnlYKGN8xXMiVNLexj8onIHLMCPF39jvvNNdLk8RRbFQqNX5lXfh7rBS1CvHI83eNIHd8Ciy7RYXFo8HNOyTMf+IYUM2q6rAR/Aougn6tlBBOwNxH2S+Dd34bbo0rEHKubmpwftkw9geXNuPtZvukHi1lSvj7i//x7s2tRBPmlduK5xl0W3GHsxwGKsUqydKBVIaw8ponRSOjeaAZZ07mAd5rF9RzifM62Z1sIpINxIaW1dy8o0jxiqFIgjXJF+i0KueYsRFNeDAIYYNaG5wQh9x2qEgxG6E9++1GGXbhhBjyFpRuhYDmQhNXCTLimp8ETtitXwl7ZdAwsFcAIsXWfvx51bz7W+cArA0p4kuX2kkeSWNq702y/YNrm1wS8qH8BisFMetx07NwAAIABJREFUDUwDWAjsiTuMzmVvYcJjT9QUKIKFmvvmZA+0nfgX8tSqi6iwlyhcKxvuXo2C6+K7GPs7n8NK3AGLLMltoW741G0i2jkqkw1LSYTN4anbUHr6aJRCadTs7gAuhaMZYOGxoNkt4lEgrT2kiMcz4rGUARbx+FphKdt3hPM505ppLZwCwo2U1ta1GmAhcEUaEwPp+3cagpHMKjoiVyhckX76RMo0r8fe+LGkAs1LUpRZE7LoghH6Iz7o0R7Vo0U/8Q3RJOJDM39LRpgn4kMOWbJowIhXKYYsuuwSPpJFE7LossuGRLIUSIpk4QpYFpESzet0lGg2FMEyuGdteLSvYvCLyhWwyHOteOOyRvlrOlAmNMZ0jdwsBieQ2MBUgOXn/dWo0jwSy8InCHhE6AEW9aiLDwMfwKfpcQxy3EIqB4Wg5u3RaDXTDpv/mgSVfMDGSsI5goUClrlVd6LddT9UUgmcoUeE/NsuQ5196n83diIMsBirFGsnSgXS2kOKKJ2Uzo1mgCWdO1iHeWzfEc7nTGumtXAKCDdSWlvXqoBFGh3NGa5QZRWAhR6+oGV+dUGWrOSlnR4FUlw0euIbqRikGUVBIz64QJZMkpxqR3BoqeOU5i7RBVl022UjS2arbZd2JIsNsSuzgPCIlqam/lC9jLXLmiAm6i96XIgrYHn98TuaewQj7kec2tjJARbbTLY47tsLebIrj5Pp+8ZyBSwg6+xLxBeyJlWvzzg+fgKe1FiAMSN/TczLwm2P4A5YzmGI42IcUE0sG/8dr99+x2+9fHHFpzK3CSS25nNESGq1IwmqOEl0/3c9HieF+BwR4mW0gZsYYDGHqqzPdKNAWntISTfCM0OSFGCARXyLge07wvmcac20Fk4B4UZKa+taAVj4whV1wEL/H4UsEeSFNlpNdFoKWDeM0IYschiRVy0fSHKRLCmBLN/JsZ5Yo2GEtl0URmTRCVn02aUeoUNBSIw00iwROsZAFinJckPz4mj6S2HXkELbOR0Rok5fvPs61m4NM/pLN7yvE9xbVzKqPXfAorvbmH9XYkzTSIx8MVmtupBRkyCNuAMWPVWErHOiUD5hyzRLJTfg3dEN5ZdfRPfCIXLYcjYAOXa2wZB9bfH3pjGwY4DF2KXA2jEF0pYCae0hJW2py2ZrjAIMsBijUvpqw/Yd4fyZ3rQOvf0KIWce4OnLj3j16jOk5LhF4cK58Gvh3HCpXxZOFZRnzIVTWT5SetNaaP24jJfWtKaA5f5AV16RKwpdlBEsir9IZWWZfxoNWd5rHcGxRMhiCEYYE6FDjx/RSkiqyWSTgyxc4BGtskRrOCkumhPGOMgST/z1RgdksSVVhE5yBizSBKDbHN25WDS/Sw41SmDT2OZGf8X4ApaEmFjEW2eEjY18qPioh7h2KB5lu5QTqIqQfNyv/4bhYbbaqE7O4EhjPuNTXE7kzma0+VoN+USw0E7enHRG3yN/YM/cOAxzdME/BLRlz98Jc1btQFt7HnSF9MkiWPj7kd3JFBBMgbT2kCKYMGwgwRRggEUwqS1mILbvCOeK9KL1j58JGLH6JE4TuJLc1axReSweWB/W1soXIKHUTi9aC6VXSsZJa1onlWlWMzr5nCtqTa2skXulP3bGD6UxKkkfURhBy/xqQhb9ER/GQRY5jPiolUyW5mThAiM0SzgbG8kiJSPTikHadtmSSBY7teNC9KgUzbOimfw39SGLRFYxSDXXjD67xhU+xxmw0EUQF5eAsetP48jxezq/ThKJBB1aVsasPrVgZWX8nsgHsDzfNhqTxlzCV9ihs/929G51CvNrHEGdwHmCVhF6HDAUFWe/whi/vZhedD1qNN+If8m67bciCGva8KMsfAFLklMk0fj4LhI/bPOgQA7VHD3cd8GUAJboTy/xlQS9WWXKi3wpKBVNZ82OCHH3HbtDRAqktYcUEblGNKYywCIaVycZyvYd4XyeHrT+HhsHl9n78FhHVQxdStJKGcHjWyJDBivhhCYjpQetBRUsBYOlNa21AQuBK1myQpI3j1IFUopZkdBWE65IsmdHrvmLZWWa5S/tmpCFwgj1IqxyyEJhhPKFTj+M0D4uZCrIohnxoRuyUBhRQMOu5CBLPiPt0hfJknJ4ZEq7+AIWxTq5/vQD1h66iWcRn5OWTrnidvijWUWUL5qL8zeNK2CR4goWlZ2GPPO2oGupAHhPsce03a3wZr0n/tzfFHN2OAsUwXIHHjXmo2jgZowtF4NVrs0R2mo/NlcNQrWeUgRfGQI+WVj4ABapJAzrp/vhlg6uJZHWgZu3O8rzCGLhA1jiPp3Aqr7dsfHU26S1UKLeLEzfPBnluZQOUllJKQYsb84sxsjRvjj76ick1tlQud08bFzqDDsbKb7vdUU1n+o4fn4kChtYvlzacv4msBuYAjwVSGsPKTzNZLdZsAJiBixS7CXJ7dxxWCUhW9ZfvGT/phT8eA4Lhw2Cbyh9YLJFifre2LC5H0qS0Nv4ZD4DST64f3wHDA98Qh64gaINxmHF8lGolpv+S57cZ8ItErbvpD+t7/zphBbz/1MzrOeKCMzvEI/XJ7zQdUgwnpJ8kDZ2NTB88SZ4Ns5ptAh/LD6KCxcfa7W3L5oX5AdavHr2QeuzVk0rYtHAekaPYYqGbF2bQkXj+khrWlPAwi6mQHIKvHj5wmIE4g5YaBWhk3B+OgOVbB5iXb0AOJ2egbKy6kIn0VWwKkIn0LFYKIaFe5NqQdfgWmYL2l5dgC7ZVP9ufCSPwiGmAyyvcf3YDdg5TccMH2EAi5QcIdzaLQsOZdqCmSu64xcSxBMfdQO7h7fDlqgZCA5xJU+Y3K8UAZafz5ejpWMwmgXuxJjGJDN31FXM79ERB0ttR+iSmgywcPcHu8PCFEhrDykWJh+bjgkUEDVgiQtB3yLb0f3hNrTJrvpTRgzW9SyGdVnW4NBK8stP/B1Mb90UJ3/fjZMLKifzWU08XtcGbQMbYN/B8ShpHYmgwZWxPGsAzvk2TPYzE7jS6C7YvmO0VCluKJTWV+bXxIQva3F0lvrvgwlRAehexgfF/MKwoFNOvNrtisZDE7DoQYDGmtdt6vl/32DAtF06P1w3rSNo1Psf3ro/37u0J0oWpPkShLmE0tqQNT8eLUS9BkvxUqOhdXwrBL32R+1kAO21dZ0wcOkj/JTmRa+VhzG+Hp9Hb0MzTPnnlqJ1yi1hPTAFLE8BroCFVhE6NqQnnrXchD+cI7G54Vo4npyBX/9bh4lNPsDjsReK8TCTe5Lb5/Bu7IWf3n7o9WYx2m6tifPbWuJFoBc6bXfCpf1dUYDHPPgAFn3DxN4ZjU5rq2DnEldSP4r7xTWCJUGyHRNy/oUu70mJ6AzK8eLjA+CZ9wj6fQ5ANR6RNCkCLDTqpOqsijh0YRxKJM4p5vL/4ND2I7q02wr/A/JSaBKybGacPIe++c6q/eJYved6BC5oiCOD7DDqgFxGRVvX4q+wZXR3TN71mPzKaAtFW+EeBbg7ld2R/hRgDynpz6dpzSIxAxb6ItTA6T8seO0HJxXH0ciWvoXmonHoOfxRWv4v353FNeF6dyYurv2h97NLa8tgTuO6eDYwHCt7yrPMKaMn22Gz3s8MR2Gacl2xfceUaibfl1Bah5DnnG0Vr2DbqF/UJkTXeH2nB1j4eo1sjeta28lZ4Ln2NA4eu6OzSXIRLPSG/i6OGNuxmmBiC6U1H4MoeO1yrC8ubOmAAD3w9sSCN3CrGobhl2aj/OPZaD62CEL29YP1wcEYe3cM1nmW5TO0We6xZK3NYjDrlCkgoAJcAQs9IrTSwQOHI7Iin31mfIt4j0z2ufAx4hNqe5EX/JH8ko9zByzA69A5qNv3EAHMpTD/8HoMtVkPB5c7GBW4CK7leJAEorspAYtq+WYhyjRLJccxpcActHp0FE4qKWh+fl6K4b/egWekP8rwWFspAiwJUfvgVn0IHjeaDd9p3VHJXp01qR/7kf/iuO2Xvdg7tyasP4bAtdoo2P8pD5HVPCL0j2dJTIicjf0re5B0QGfhWbsb4sY9xbLEh2IetrJbmAKcFWAPKZwlYzeYWAExA5boMyNRsfdJck4+Ep9+ANlLOmNp4HK0+EXzIeAj1rmUx9mmN7F+UH4ND+j/TBrzFCv7tcDJ2se0XnyT+8zELtbqju075lZY2b8wWkdgRbvq8H2eD1/ffSTHqfOgtYc/Fng6IpvsOWoscs+9kBTB0nRcXmy5uwhVEitNJKdG2//twpOHb3gBlurViyPQq6VgYgujNXdzpHFXMdHBDYUCrmJEpT3JwltNwPLX1ryY0uQQeh9bjgZqUXbc52HKOyxVa1PayPpiCqSWAtwBy22cWfMG0jyqzy62KFqrFn4twj8Kjg9g0a1ZLDma8xT2TcsJF8GSmNg2VmVC0tgXOBM4ED7nWyBkz0KU5MF7uEaw0OFDR2bGrDOdMXnjfFQgtaHj3p3E0v698a7WKWzw43eUNkWAhU6KPoRu9fbA/G1X8UFaGs5j52LW4FrIYUQOFvqLTlC5K9jl+YsaYCkkO3c/Gb/tuY1RDqTOFrkUv05eWtsitb5PbFwRKsAeUkTodAszWcyAJe75fszyfY+uE7ujfIbHWD24A3zfjMOpf9yQT8VPVxY7offebth3ZKQsB4vqpeszeZSAO06Q3C7ZSozEruNeKJ94X3KfCbU02L4jlNJCJV6NQdjaabiQfzSGtMqJ12d80Lt3IJpt/g9TmyTg49HBqOe6H5+I2VZWpTFh52G4Oxj30N18fAhehL/XKZihI0JFf7XD4TmdBRPbUtf1hy09UG9tI619RS6MOqBVPyK0FaWCnHGtfShmtTbOX0KJbalaC2U/G4cpYE4FuAIWxVykP2Px+MwpvPogQYa8v8LBqWRSyWY+8zUdYKFHh9ah3nGam0WgHCxWBzCx/SDZc5jqZW1bHQMmBmBAVX7ZZfkAFmlcJA7OaIs//c/jA6kiZJ3JHk6DVmCaNzmCrnJsiIuPUgxYVAf7+u9+zJkwGnvjJuMECZvMopHk9se/QRjkPgMXXmaEbWYpYiM/ooLHOZ2ARfHwq9p/9jJeOHZC2FBtLmKytulPAfaQkv58mtYsEjNg0fRVXMRatK++DwOu7kFne/k/yjRnRdNxNlh5cS0ayBLVKq/kPqOtpDER2DKiHhZEzSZHA1zUEpkl95m51xDbd8ytsLL/1NL6H8/C8E7YhePDTqFJowPo+fchDK1miy/XZ6Ntu0sYeXYPumhFamnr0m32Ady+9UynYGunOcOaZLnVl4OFVhPaNrm1YGKnltbJG3gHE6q1RZaF4TLYpXklB28/kqNBLrs6Yd+aFrySIJpTeH1aa+afyWrfCgt2kn3ViLVmzvnK9uOod7hxaB2WbYjH0P2T4aDnbw8D/sCwwBfIVGooNi7vBOsPX5Azb/pLIPD22HT0/d9efIjPBqeh67HkjxJ4d34OBozZgdfSAugxcytGN8sOsehh7vXHpX8+gCXmX5Jvpe0GvMhshxyZSAHxmPf4+r0Chuz3R1OeR3O4A5ZYbB3VDX13UZyv+8qERtgpS4JrPGgx5REhkMiWO2duIb9TTZBgEs4XH8DCeRAjbkgRYKEPCBOi1uPSamVUyY9/Z6N+w3DZeeLqaoBF/o9Y3MTrWNhNnh2fSwSLEbawJkwBkytgmQ+EJjeTdWjBCogZsNB/Y3zzH8fu8fLcBpqAJYL8G9NkjG64ovuzp/g/e2cBHtWxxfH/JgSChJDg7lWkuDstRQrBneAuxbVAcXd3CE5wd3crFGmRBxS3BAkkIbJvZjeyluzdm91hd++53/e+V3bnzsz5nbmTuf89c2ZcmbII7PuCbceI0NQZenMsSlV5hJkvBuFkmXImv5sVlR9D1DCheUcUaTERLHzc1il0AX0eL0KVqEipaIFlYY4+aHmpP8751Yl6SX+O6dWL4Eajf7C0jfmXxombr2DlpgsmgZkTWNo0Ko7+9QoLg22P4zqQzSGl/siFPX8Nj8klGA0kPoGWb5HvxLYGNfH3wZ4WvXGQHWbmmasf1m/xNXtqpgjg8Qos5beiM89flUOb5HtK8BQjgdmafeQR6PU2tTBzouhjzGvSAodU3gj491tMvjKBCSymPgP2DmyEj12m4U2/OSi8rAQ2DnfDqBm1oJM+wZrd/0p1XcKw8p0R3uMY/swzGz7tXqPfyeY4Wr0TXPsdw+C0U1F9QCJMPzoUz4cqgcdXckMczVousLzC2hrNENx2G9o1iB2pLzYPwoglhTFlbyNBxzTz04L2oOaFsWifXjfqTnwES1weVavuYGqTISix3h8icrDwJLe9PRuzZCTGak4y1MfM9/7ik9zyhLYV655Gw5Xr0IOdIuTGfg3cM8oHvfbUxAH2xyoD+8OVf1BmbGG/yBR0O42uOZogfOhlzGF75EP+moemjcchccfYCJbYsgDPwdL9SiftSQ/uwbi9sjdWuAzGxJb6CeLs65Gj3jgbAXtcEDobY7InfgJKFlh4DpYibYIx48wS/JI2GJfGlUfzndqFuiuLZqzVPRjjjvHv9P8wvojnu0ujCqLl0eZRpwgF4/Tk8uh8vhuObvfFw3i+092SZOsxS/OOrQnH1i+GtTYHy+Gyx7COiYWubzajddH+yDjrX4xKNxQ/NX6E0YdXoWGeJPjIBL8av/jhN/87GFDKOKLCkMyzt5/wc/fVUKuNF4d8i5ArO0ao9fAtRkBdXFxwZH4rpPPUHkYg4hLD2hJLnmPaz0XwsM0jo/x+8Ym3QAg2d66k2RrU9G5lzE65BwuYGLambVY8aPMUw8qZ95slvZRT1hKBZcKrMTi0Pj8WNKyHxdfDkTK3L5ZuH4eUy4uhzmYvZP8vCE22j8Ltrq2w8bEK3vkGYOuunsj2YjXa/TYIR14D2cqPhd8qX1ztmhbj7hfGl3s38dnDBwvWfo8ZdcbjelhifMMOtjjCDraI8wpXIezpIjSpex+DNAILu0x8Fhux0RxNUp+HW9sFaJhDxk/dcsAKu+cx5jb0weNGx7UCS4f3GLoxN6Y3PIwmm9mJJ1l3sxQKq1B2ywb8dLJ1VESPM/MQBl5SQ5YKLOo4jmOO63NJnWCFLI9geY+/9j9HxmqGuVa+Tg6W7aNyMs3gVZzmJkM9LDxnmdBiaQQLP6b53fMAdqCO7vUWe3s1wJMae9G/dW5ZEYoJimDhXXl5bh4GDJyEw/fC2b8SI1vhphgxd5wmCSFX+LuX7Yydr77B6DNH8euD/mjYZi0eMCv4BF410xLcznNQc2yhYVnfzLqnCAFZK/THvLm/o5BBCLjUQUjliIAcAva3IJRjBd3jyASULLBwv11d2hQt/zyJdyzgJDbJ7f80kSjzHuqHsPJT6P48vgYvfMuY/I6fZqd/Qh2QqVBHzPQbgVLsb4s6jG0Zijm9Tv87kWOI5h1xtEWxjgg8hP4+7bGRrZV0k9zyGJW/VrdBj2EHNWsjF7e8aDF9PcbVlX5YZq+Fx3Hw6G0jaPGdIvRbtQKY2Ka0ONCsJVGspRoVzITYAh3d4G+QUDg+gZbXzXPmNN/TDnumF8fNmWUdT2DROaI6cZpKmLB+DXJtyo9WJ9rhwN6W2NH0exwsdQFjVA3w29LiWLJ7DFRLSqHXLRbltzE/xherjff9b6PorjxY4rUKR2d6YPBPjeA29jmK7/LG/FS7sXt8eMxnvveLSIhg0Xot7NFifYEljs942dDrU9FjWxUsGv6TVJc7VLkPp/5E3V678AFuKNdrNaY2f4jfSw1EqmFHMbzibnSquBXVmMASLS45Ow97cp7lAssNzC88C/l3LEa5LLFi4JcnqzH4t4/ofbULssgw0HKB5RXObPkbj0y0pWI9qFQvA57tvw73EuXwfSrpHZKzRUh7WtACVNm5E03TxAr9oiNY4rIy/NMidC92B8NuTZHlmwQLLNLxU0ki4HgE7G1B6HgEqccJJaB0gSWh/Bzxfpp3xHnNGViHfIlA0/F78O/tp5LA8dODVvT5BYkSuUgqb61C9sVaG1V0uto1rOmue/KYdhuhKfGWC7TRx8IjjIm77DAHLpwN8HHQLUJRR9xz//It+733p4aXt5smP2LKX5ZixQ9/xAgjZ3UOpdCOBy2n+U/ZPanUmtOxfupzBs3/KRJ1eEWE5vt3A17ANgLLYyzotAgelYOxadk1hGdqg6XLm8k6AcVa49ua9agjTuGPSsPgOeogfs/Konoa/oX2+5Yg29GO6Dn1MkK9vOD6Oj9GnJiOyin4C7tz87AmW2vUZanAwtv8b1VHDB2VByPuDWAHJLOcQziFqd8ORni3jQKPaT6DziWmYY9BYlneP5fIClh1sQw2V5iJ1BP9MLyE9KgwWQILOx3y5vF7SF/BINeKneRg4cc0d8t+Cl2+xhYhawxSqoMI2DMB+1oQ2jMp6putCJDAYiuy9lsvzTvifOMsrNVsV8qcPeyY8i3s5euz7sGXsSyTpnBHz2al4FtZm9NI9OUsrEVzk9OepC1COgIL3zrZfF9z7DkyEOnuHcK9zFWRmG0Ris6d8nD4d+hyY7BRBMvCJItwaJEPgs+dRRA7cpZvEdKeDqojsDwshbpr62Df+f5GeW4MbZMawfJyZ09M/zQCFdgv/0FdVsNtZjuoBqxGnajk53KY2dM9kZ+2onv5mcg5lQkseVagVZ3DqMe2BvFoFXXoa2wf0QTLIkdg86TyLL6F7SZwch725BveFzkCC7/v0z9PEPldlqh8K6/w8K+kyJY7MSI9kkDOYTWWR7DETfLzmw9wSZMScjaNyhFYeE8iv1zDstEtEVDtb/Qv9xbXt4zF9oBf0KV1NaR1led1i7cIqc5hdcfZuKPTXOSnR7h2/DSL5FmOtf6tv84WIXnm011EwDEI0ILQMfzkzL0kgcWZvWvaNpp3xPnc2VgHfAyF39F/cPjSAzx+EsiOfVYhaxYv1Cr9DZqWz4vk7nKW8dbxh7Oxtg4V29RiqcCiDruFBb6NMPb4O7h5lcHETZvw496iMQJLBr7FrbqvJgdLlhJjsWaDL3IExW57S5rFF6v2jcPTAWmMBJYxP85C9crj8YFFxVxcEnsohinLpQosnx8+RUiOzAg/NAQdJ190uggWzubmhp7oO+OM5hSh/D4TMGtISSThW6garkHySj0welQDZE+ijTJQAg/bPCnyapUisPAIldlFLqPG5V6aiBXdKzLkNW7t2o3tizfi+s2i+PPJKHwnoyvWE1i+QpJbFqmybag3pn8ehrn9hyH56VKovSE5SnpcwcPMy7BrdB0kkcHEcoHlCa6uOwHDTDCuHnlQslpx+zimWQYHuoUI2DUBWhDatXsU0TkSWBThZj0jad4R53NiTazFERDXEo1rcaypJeURkCaw3MX8kt0R0WE5urTLBNewUNw/vRn7Zm3FqQvP4ZKxEMo188GvDcshZxbdE32k85QjsFxa0R+tFjxAkMGpOUHP38A9YxokZluF/C70QDkbH9PMc7B0L7EO9U75o3IidnJQq4pI3O85uv+4Gh3L7IPvOT8hpwhJp21ZScrBYhkvKq0wArRIUZjD7dBcEljs0Ck27hLNOzYGrFM9sSbW4giIa4nGtTjW1JLyCEgRWDiV8DdHsaTjDOz/OwRJgj/hi3sO/NqnB2o1K4RMqeSJKrq0LRdYjqJp9hXIuHgk+hWMPS5ajSeY1HgTymzojbIsbsQ7vWVbheRsEdIVWCp+WYIWlc9j0LnFyPeZ//dxdCWBRXkPFlmsHAK0SFGOr+3VUhJY7NUztusXzTu2Y2tYM7Em1uIIiGuJxrU41tSS8ghIFViiyUR8fI3b+7Vbgi7cjED2YuVQpXkDVGDHJafykM/PcoHlMRYPuYwS43xQQK/ZV9g08Qy+HWj4ubS+yRFYwLYIreqTHCvDmiFX0F48ybMVOzu9wYCuDXC74DHsHVJeWuMGpSzdIiSrEQk3UQSLBEhURLkEaJGiXN/bi+UksNiLJ8T1g+YdYi2OgLiWaFwTa3EEqCUiYDsClgosuj3hYsvNreuxac1eln/lA7yzNsfIs12QXUZ3LRdYtI18enMfx088xHudNrXHNH8r6yQuWQILa5snuV0+czJuqqugW982yP5uCxbuTYOWTSsgpav0U4x00ZHAImMg0S1EQDQBWhCKJk7tGRIggUV5Y4LmHXE+J9bEWhwBcS3RuBbHmlpSHoGECCyGYsutrf/Aq1U5Jm9YfskRWC7ObIUy0x4hDcu3opvynB/TbGnulegeyxVYLLfY/B2WCixqlekkt7otqZAXxZsUg5f55mNKUASLBbCoqPII0CJFeT63N4tJYLE3j9i+PzTv2J5xzMJw927UrFlTXIMKbonGtTjnE2txrKkl5RGwlsCSUHKWCyw8B8tGlDm+AN3Zkd/WuhxZYIlUbUJvz8a4nTl9nEdlu0bUx/h/5yCfBchIYLHW6KJ6nJIALVKc0q0OZRQJLA7lLqt0luYdq2CUVAmxloTJKoWItVUwSqokIaz/t64NWs4MhHfy+1AVno3VkysipaRW5RW6s6Q+Om0KQTJXIAnbLjF/YbOYbQqR709jXNcpeJgsBUIyd8CCkeXxjJWfGjkbCztmQtj9JWg/MhFGL2+NbF/vBHJ5hpu46+XOnmiwojD8N7fWMHh9djx+H3UB+bsvwaCaqfXuMOQ2b2F6TCh0EM2vTkAxtvlj7yBfXKnih6E/JyDJh9Usc66KHFtgOY7m90eilhWfF0cXWPp4boDve38UskBAMTeiSWAxR4i+VzSBhCxSFA2OjLcaARJYrIbSYSqieUecq4g1sRZHQFxLcsd12OO5aNI3DZZvbKwRVU4PL4HtRS5hUp0I2Z3/vLM1mt8Zha19s5ms4/SYdnjWYhkamvhF/e6K+ljtvQF/1k6Ew3+2wIsWa1DsaD2NwDK/8T/o1/oAGq+YiBKeVnwzkm1pwm6MeL8Hg4ZvwcsnZTGZCSypn29HW+aUAAAgAElEQVTA75PcMGFyfaRIZGyfMbfD+D1KYHFf0gwLIsdgbsdcCesU3W2SgOMKLMCJcU0xLslILGvhbWCb5acHRVdAAovxMCGBhSYPIhAPAbmLFIJKBKxFgAQWa5F0nHpo3hHnK2JNrMURENeS3HF9f2lNjI1cjmUd0ul1NiLwEAbUH457yT0QmqoZ5i7zRcjs4liZ+7JGfPHvUAofB5xD8Z31MOaOF8Ke3sN/X5ph44pMWNllONYH/Igug6agZw0el6F/betfAvPvZII6BKjebxV660Rc/LehDZYmXawRWI6MbIe3rZeh4KF6mBzeCYWOTUZ438PoWSxSHFibtRSKfSN/x4c2jXC+zyMMYAJLKLO9tV8Evs2oxguWBHTmAv0oHWNuFzQCS/kpYVi+ugxWLq8Hw1dom3VfYRU7rsByFHWzj8JuGD8z7qiELY9GoCpUFnuTBBYSWCweNHSDsgnIXaQomxpZb00CJLBYk6Zj1EXzjjg/EWtiLY6AuJbkjuub02JFE93eHu5bEpcbXMCAUpG4P7cKxiZeh74fa5kQWIphRY7LmFwvVnRp/I9vvBEs6tAvCE+SGIkiTmFEo8vw3dwLuaMaV0fcwMTGf+BFZjWCsk3Akr7fgW+Nab7oLdxTlcS4TRNRzgmiV0IujcSwi76Y0uV/6Fv/sUZgeTytAc6U3IKepSNxeWZtHCm4C/0rxr4YG3JrtTkfZhcZhEspEuHHJmuxqEtOcQNOYS05rsASt6M+v/kAlzQp4S7DlySwkMAiY9jQLUomIHeRomRmZLt1CZDAYl2ejlAbzTvivESsibU4AuJakjuuTUewPMf0qsNR7NBilGUmhN4ci177WqKHqoFJgcUwqsWcwBJL5THmNZiLYv48h4j2uruiMzaknYxh1SKxbXAHBLTxR9kzdTEy4A8sqLwNLVcVxZpZtZBCHFobtHQJo6qOwLMShZDG9TkuHwtCka4j8eu94fj3t81oVzASwYf64vf/9dXknTHxKqfhVnTzz1hbaAt+PToSr3t3xJde2zX30mV9As4nsDzGiMpLUe6I8iJY1AjG++chSJrKHSq3pEhspdw0tEXI+s8d1ehEBOQuUpwIAZnylQmQwPKVHfAVmqd5Rxx0Yk2sxREQ15LccR1XDpZqJ4rFG8Gypm0pfBnMtwgVMxJd4hdYbmBSy72otbw/vlcZR7DsHd4QAb7+aJ5bjb8X1MbO3LvQ4FHdmCS3l6bVxrpMyzG1iX4CWHGkrd3S4ZgIliR7emJ04AhMbZ5aE7WzPc9WnQgWY248gmVOVA6Wwh+2oVf9m+i6dyh+sNILo7UtdeT6HFlgubSiP1oteIAg6Of1CXr+Bu7s6ObEMo5rduQIFj4OH6ythvZdD+ADMqLl6gfo/tsODPpuJSpv3oVff5A3UklgkceN7lIIAbmLFIXgITMFECCBRQBkO2uC5h1xDiHWxFocAXEtJWRcX13aFF1n38Qnl8TIW2UKlrNThJLH5GBJjKAUbbBolS+yPpqLGj4L8cYjNdzffkGn3WdMCiwtU/ihYYUxSNvnABZ1Nk50y0/K6TPnFbzwEDlb8xws1/BHxeNocIyJA/c3os/QnXBNz/OQ1MOkafUQwhLfRp8ipI64i5nNhyHzhI0mk+SKI26tlmIFlnTMtjV9+mP/Gw+Epa6LmbOY7X7NMEU9G7NbpdacMKTPTZuDRXuKEPByfz/0OVUbK0aXh5u1ukf1aAg4rsDCj2legYyLR6Jfwdi4LzWeYFLjTSizoTeLUrM82a0jCyxq1REMy9QIXjPuocN3E9CVJeOec7ANXiyojj+2NcLivV3Z3GT5RQKL5czoDgURSMgiRUGYyFQbEiCBxYZw7bRqmnfEOYZYE2txBMS1RONaHGtqSXkEHFdgeYzFQy6jxDgfFNBz2ytsmngG3w40/Fyabx1ZYIlUbQI/prnZG38Uc7uG6YVGo9JVfxSE9nO5xzeTwCJt7FAphRKgRYpCHW9HZpPAYkfOENQVmncEgY76JbJmzZriGlRwSzSuxTmfWItjTS0pj4DjCiyhePvyA0JNukwbuRLJk916smS3FoQ9ObLAwnOw7Gr9Lf6teR19G73CnKJDUPaSP354MBLtijzF8LeL8Y2MIU4CiwxodItyCNAiRTm+tldLSWCxV8/Yrl8079iOrWHNxJpYiyMgriUa1+JYU0vKI+C4Akv8xzRv/q8ClmUbjbSLjmEWSywt9XJogYVtERr/fRVseeaBdJmTI+jpC7hn9kbA0wBUGHYPU/tFn2kmlYa2HAkslvGi0gojQIsUhTncDs0lgcUOnWLjLtG8Y2PAOtUTa2ItjoC4lmhci2NNLSmPgOMKLLbxlWMLLOdwcPYDRKbRTfqbFDlLV8e32eQcWk0Ci21GGdXqVARokeJU7nRIY0hgcUi3JajTNO8kCJ9FNxNri3AlqDCxThA+i24m1hbhosJEwCICDi+whIXirzMncfutCq6pc6J26VwWbQkyhOXIAospx6vDg/Hs6hbsXPwClRf1pS1CFj0dVJgISCBAixQJkKiITQmQwGJTvHZZOc074txCrIm1OALiWqJxLY41taQ8Ao4ssIT964/qLWbj9Oe0SOuhhvrjGwQlK4bpflPR+jv9o5uletYZBJbgd9dwbs1KbFi/Apf+DoS7V36U9OmN/tPbIL1UEDrlaIuQDGh0i3II0CJFOb62V0tJYLFXz9iuXzTv2I6t0S9vu3eDktyK4U3jWgxn3gqxFseaWlIeAccVWF5hev2GOP7zOqzvnAnaDTChuLGwN2rsr4aLW+rIEhMcWWCJVO3CH5lr40CQN36q2Rq/tvHFzyXzI2XsKdayBjgJLLKw0U1KIUCLFKV42n7tJIHFfn1jq57RvGMrssb1EmtiLY6AuJZoXItjTS0pj4DjCiw8ye1xdHs0AlWh0nFcXJ9L860jCyz8FKH7h2dj3eS5OHTzE3IWbY3fuvnilzL54ZFUmv2mSpHAIp8d3akAArRIUYCT7dxEEljs3EE26B7NOzaAGkeVxJpYiyMgriUa1+JYU0vKI+C4AstN9CoyB/m2L0CHLLHbgcLuL0ehRqFYe7kzCshwpyMLLLrmRude2bF0GratvwL3H4dhxunRyCmDCQksMqDRLcohQIsU5fjaXi0lgcVePWO7ftG8Yzu2hjUTa2ItjoC4lmhci2NNLSmPgOMKLMDfc1ui+CwVWvZvjUreakQGnMGYyYeQpcc6HOyeSZYznUFg4ZEsb67vhf/cqdi95wxCU5dFpabD0GVgNXjJoCJJYJFRL91CBIgAESACViKQtaKPlWqSXw3/Y0EXESACRIAIEAEiQASUTsClaNqvjiDy0mvULORtcT8eHl6JvlN24GIg4MaSuXbt2wN9q6a2uJ7oGxxZYFGrzmFl3Q7wO3sDngWbo17rXqheqxhSi8jB4lPn6y/uZXudbiQCCSCwbfs20PhPAEC6NcEE+Bi0F4GFnoUEu1NSBTTvSMJklULE2ioYJVVCrCVhskohYm0VjFQJETBJgD9fjimwhOLtyw8sra2pKwm806eMSnxrmeMdW2C5g40d28CPRa18TpYfhWo0RtWatVFWRA4WWlRbNtCotPMQoEWK8/jSUS0hgcVRPSe/3zTvyGdn6Z3E2lJi8ssTa/nsLL2TWFtKjMoTAekEHFdg4clsR2E3Io2MdUclbDFKfiuNiSMLLLoWfvrvPE7t3ICtUUc1p07TDVPvs5w1Mk6vlrRFiAQWaQOMSjkfAVqkOJ9PHc0iElgczWMJ7y/NOwlnKLUGYi2VVMLLEeuEM5RaA7GWSorKEQHLCTiuwGLK1lBcnNYdI5P9id3s6GY5l7MILLq2RwYH4M7pe0hftbjtcrCQwCJnuNE9zkCAFinO4EXHtoEEFsf2n5ze07wjh5q8e4i1PG5y7iLWcqjJu4dYy+NGdxEBKQScS2AB1OH7Uf/bvzHofl8U1zu+WQoNwBkFFmmWx12KIlgSSpDud2oCtEhxavc6hHEksDiEm6zaSZp3rIoz3sqINbEWR0BcSzSuxbGmlpRHwNkElrB/F6LgLwGY9WgQqpLAYpUBTQKLVTBSJc5KgBYpzupZx7GLBBbH8ZW1ekrzjrVImq+HWJtnZK0SxNpaJM3XQ6zNM6ISREAuAccVWM6gc4lp2KPSSSoS8RkvXn1G/uazcXlcAVlIKILFGBsJLLKGEt2kFAK0SFGKp+3XThJY7Nc3tuoZzTu2ImtcL7Em1uIIiGuJxrU41tSS8gg4rsASxylCrp7IlCaxbEc6usASGf4U5xYux/9SV0OdBsWQwu0JHt9Mg2w/uMtmQgKLbHR0oxII0CJFCV62bxtJYLFv/9iidzTv2IKq6TqJNbEWR0BcS442rtOnTy8ODrXkkARevnxpN/12XIHFNggdWWBRIxg7WyfD1LNFkcvjEpL+egNzxj7AwHS14T7yKUZ3ySgLGgkssrDRTUoh4GiLFKX4RUl2ksCiJG9rbaV5R5zPiTWxFkdAXEuONq65wHKnRxd9QBERiHz21BiaW2K4ZMig97k6OBipxk7EqvC6RuVdkAiequx6n0cgFB/UT4zKuiE5Uqj06w7Fe3xWvzEqm1TlDXeD80U+q1/zmo3KplBlhBuS6X3+Qf0YEfhiVDaVKgfLguGq93mg+r4Ju9yYXdn0Pg9HCD6qjZklZnYlT5Bdr5hdHxNoV05ml4tOHWoEqv9nVKcrI5XSwK72mfxAAovxoxB56TVqFvIWN7HE0ZIjCyyRqk3o47kItR8cRMWU/uiX/xx63JqCTI8noEOlN/jz3hTklEGYBBYZ0OgW5RBwtEWKcjyjHEtJYFGOr6MtpXlHnM+JNbEWR0BcS442ro0EFgvFFfWb1/BauAw7I/pFvbTr5Jhg2F3YS7unKiv7L1WME7RixDP2b/2yWpGFR9TEltWKLG+NympFllR6ZS0TWZ4wkSVUgsjCxYgHRu1rxQhpdmlFloTYZVpk8VBlYhJWUj0b4haPTIkspuxKzOzKEsOVBBbTcwcJLMZcrr7cjqwVfSRPtmrVEQzLMBKVLp9Alcx3MKfoEJS95I+C4MLLBvi+90ch/SlCUt0ksEjCRIWUSsDRFilK9ZMz200CizN717RtNO+I8zmxJtbiCIhrydHGtZ7AIlVcUauhDgkBF1f4FS2wcMHkHRMj2Ld6wOMSI4KYyGJY1jpiRJCRIKKNZOFiRKx4Iz2SJS679MUIbjQXj0zb5cFElrQSxaPUTDzyNBCPuMhibFdCRBY1IvFe/dCEv2LtSqjAcutxAI7+/QR3nwTi4fN3yJExFfJm8UKVglnxXWYvix9M2iKkj8yRI1i4JVfHfY8p/4zAxIkZ4FdzCkrtHodPsztj0akGWHGij0GcmrThQgKLNE5USqEEHG2RolA3ObXZJLA4tXtNGkfzjjifE2tiLY6AuJYcbVzHCCwyxRV9gYX/i4sR/KU90kBkSQwPVWa9rSpxixGmIz6CWSSLoSBjOpLFtBiREJFFK0Y8kmhXMBNZnpsQj4xFlhC8Q4g6wIRdxiLLJ/UrtrEpLpGFJwWVIh7pR7KoWRzPe/V/cdrVIdMaWVuEwiMiMWD5Kezcf80wUEkzLlQqFerW+AkTWpdl/y39+SSBxXkEFr5FqLdnY5w2EGS9s9dEn3W78OsP0seFbkkSWORxo7sUQsDRFikKcYuizCSBRVHu1hhL8444nxNrYi2OgLiWHG1cawSWrh2l5VxhkSsIDUXk61d6QGMjWLQfczHiAxMjIk2KLJn08pyEs0SXQeoXRi/4TI5BMlUaPUGGbxcyLbJIj/hImMgSwez6Lw67DMUj03YlYXYlNbBLvMiin2uGiyym7UqCPpmPWiyw8GHScOxOXPvrodkHr2SJPPDrX91suegCJLA4j8DCk9x+CU6KJPq73CSPhbgKksCSYIRUgTMTcLRFijP7Qqm2kcCiPM/TvCPO58SaWIsjIK4lRxvXXGD5x6emMSDDhLZxiCs8asJr4VLsiOitJ5xoX9qfMDEiXK9uV/BIFmOR5RMTWQwFmbjFiEAjQSapSrrIot1WIzXiw5QYYcou1lu2DUk3SW4YPuOT+qVRX03bFcgiWbhd+turuMiUBCkZw9gwj4RHsqiQiiUf1u1rXCJL/8xnLBZYJm6+hCXrzkp+6Pp3qISO1fJJKk8CixMJLKpzWN1xNu6Y8LyLugxaL+pKSW4lPRVUiAhYQMDRFikWmEZFHYQACSwO4igrdpPmHSvCNFMVsSbW4giIa8nRxrVJgcUCcUWVPBlSTZutOUWIn6zDk9pGX3GLLKbFiM9MjLCFyMK31RgKF9IjWVSaJL3Wtysli2RJrRehEwIusrwzEmRsIbKoWMs8Sa+uXZEI0yQf1hXFLBVYXr0PRvmOyxHBtpzpXrnyZsD+8Q1Rfehm3PuXJziOvdyTJ8HJeb5Ixf7f3EUCi5MLLKoXuLHtGtJXG4WBK0lgMfc80PdEwGICjrZIsdhAusHuCZDAYvcusnoHad6xOtI4KyTWxFocAXEtOdq4NhJYLBRXVN6p4TlsZNQxzXGJEU/ZS3uYnhNcWVyGqYgPfhKQYdSLNuKDixGxRyhrt9VIi2ThER9hCRBZ4hYjnpuwy53ZlcEoksW0XVxk8TawyzKRxZRdUiN0+NHN/MQgY5El1i5LBZbRG85j1aYLRg9c+sze+LNdefy5/CSeP+anQulfAzpWQodfzEexkMDiPAJLXLPy54u90GViISz2b83i3Sy/aIuQ5czoDgURcLRFioJcoxhTSWBRjKtjDKV5R5zPiTWxFkdAXEuONq71BBYZ4gonGyuw8I0sKiYwZGFSSOyrERdXeNLXCCORxZ0dy5xO7wWfb6uxhhjBc7hwASH6skxkMT7COS4xwpRdfPtRciO7PjG73pgQj+xTZIm2y1KBpcawLbj7z1OLHzipuVhIYHF+gYUnv6Vjmi1+hOgGIiCNgKMtUqRZRaUciQAJLI7kLev0leYd63CUUguxlkLJOmWItXU4SqnF0VjHCCwyxRVDgYX/m4sR/MQgY5HlBRNZvuhhdGVihGmRhYsR+lEvPBeJqYiPULatxnBrEd9WYwuRxbRdxuKRZSKLJ7PLyyiSJaF2SY1kcWH+SmHgL+4nnhenT+bjFuVgKdXdD29evDN6VMxFsGTKlgbHpzU1+4iRwOI8AgtPcvvueYDeUx4Z8gRnp7fF/EPVsezWFGQxOyKMC1AEiwxodItyCDjaIkU5nlGOpSSwKMfX0ZbSvCPO58SaWIsjIK4lRxvXGoGlYV24ZMgQCymehLY85wrfFhRzRUbCc/ioqC1CsR9rX9ozMZElNq+GNpLFWGSJW4x4a3ciiym7tGLESyPxKBGSskiWtAYROjySxZRdIkUW4wgdF5b2NwXb2qTrrwiEolOmjRYJLGV6rsarZ4FGD1x8OVh44bQZU+HM7JZmH1QSWJxHYIlU7cLo7zvivEo/sbOrexG0muWHhmW8zI4HUwVIYJGFjW5SCgFHW6QoxS9KspMEFiV5W2srzTvifE6sibU4AuJacrRxrTmmuUcX2eKK+lMQUk2chjXhTZnAEKIH2jIxIq5tNeLECNOJb5+asMu0GMG3IRlG6NiPyKJ7Fq6anfDE7Qo18JexXe0z+VkksNQdtR03rv9nscCSv0B2bBle2+yDSgKL8wgsZp0tswAJLDLB0W3KIOBoixRleEVZVpLAoix/k8Ai1t80x4vjTayJdVwE9AQWFrmiDgmB+s1rg+Iss4qJyBUurqjfvWPHNC/Dzoh+7ASap+xQZkORxZQYEXfEB9/ao7u1KAyfEMwiPgzztySBbSI+tCJLMh37uRjxLMEiiym7xEeyGIospuxyY5Es6WMiWSwVWCaxI5oXmzii2VwES5cWZdHHp5DZB5UEFucSWPg2oXu7J2Pp7NW4/vgjUmYtjcq+k9C6aW5ZCW45HRJYzD5GVEDJBGhBqGTv24ftJLDYhx9E9oLmHXG0iTWxFkdAXEuONq51BRZ1cLDF4gonGy2wgB0wzI/5NSWyJGcv7XwrUPTFoyc+sRODDKMoeMSHJSKLu8pTbwsOP+o4oblLTIkspu1y0ySzNbbLOJLFjdmVVKB4xI+m5v7QvaTa5cokJu4vvl3IUoHlReBnVOq2EuFfwvXajk9gSeyeGCcX+MI7Rez4iOuJJYHFuQSWvyZ9jx7zU+DXzl1QJLs7Pv23Caunb0Omdhcxd0xRWRM3CSyysNFNSiHgaIsUpfhFSXaSwKIkb2ttpXlHnM+JNbEWR0BcS442rqMFFrniir7Awv/FRZbnTGQJ1oPOjwI2LUYYiyxaMSK1Xj6Q+CJZEiKyfGbbekIlixHGdnExIplJkSUuu/QjdLgQEqIOsEmEjhSRRc2y3PC8OIb+irarc6ZNFm0R4k6fvOUKFq09Lfmh69mmPHrULCipPAksziOw8NOCBnpORqXrF1AjW6xdoY8noF3+m+j73g+F9DVCSWOEBBZJmKiQUgk42iJFqX5yZrtJYHFm75q2jeYdcT53NtaBn0Kx9/JD/PM4AHfZ/9Rsu8U32VLju6zeqFEkB1Ilj032KY4yCYfEOn4CXGD5t31rWZEr0TXHRrBEf6LWHMscJllkeWO0BcceRRZzYoSUCB2+/YifhKSbTDY+kcUS8YifssTPcIq+eE4YaSJLBPPXSxMiS2J2itAxiwUWniO53mjTuVgMR2PxYrmxZmANyY8pCSzOI7CoVUfwR5p5qP3cH8UTxdoVEeGHvmlPoGvAYnwjeWTEFiSBRQY0ukU5BJxt8a0czzmPpSSwOI8vpVpC845UUgkv50yslx+6hakrTyI0WP8I2mhK7sndMbhdeTQr/23CwcmowZlYyzBf6C2OxjrmmGY9SvHnXNEr6uIKr/mLsSWiC49RifmKixH8mF9DkSXuiA9pIotWjAg0SibLc7JYIkYYHuEsNZJFzVrmJwYZ25WYRbKk1dsuxLdK8Twrhsl/v77IotKcGKSbayYuu/pnPmOxwMIHQXhEJHovPoZ9h26afP5UKhXq1vgJ41uXgQv7b6kXCSzOI7BwS84OYQJb5DwM6pUvKufKZ1ybXQf+n6dj9MB8UcYmQ6qMXpJzsthYYAnB3Qu3kK5wYXjqqEJSB3BsOWvVY3nLdIeyCTjaIkXZ3nJO60lgcU6/xmcVzTvifO4srEetPw8//wuSwHVrVQ6/1/5JUllrFnIW1tZkYqu6HI21scDCxJVkyaFK7R2LiB3FHJ3Q1lBcUXl4INWkaZpjmrUv7YYiCxcjPuvdphVZuBgRm3Q1bjHCeLuQtUQWw4gP0yILFyPSG9gVn8iSRqJdcUWyJFw8sqZdcgWWaIdf/d9rLNp7DQ+fvY8ZAz/kTIt21fLhBxbdZ+lFAovzCCx8i1Bvz8Y4bZAryHBMJEN9zHzvL3m7UIIEli/3JqJUmWl4EtULlVtGlG0yAvMm1EU6JqhEhm5Eg6xDUGz7PQwuFffw5fWULvkvpr1ZhvImilmrHksfICpPBBxtkUIecz4CJLBofXpxQmHUmVIQ698s1/ydiHh3ChM7tcXMY++hcvXGb4O2YE7P76Ey+LsUPSJcI2po7i0X/gxrejbEoM332II7MYq0XIR1E6ob/QjwbGsLFO90FyNPn0f7vGLHFc074niLYv339JKoOuGBnmEtFr3E1DrA8yN9Ua/DavyP5YNMnLYYesxcjQFVUkmG4H+GrbGm7ZVcnkfvzx/mg6oFs0q/xwolRbG2QlcdvgpHY80FFrqIQHwEXr58aTeASGBxHoHFVoMq4QJL6S3oErUA/fTiIGZ06Ai/8D9wcm9bpJXYa3MCi8RqYK16pLZH5ZyfgKMtUpzfI8qzkAQWIPT2KJSuOBfPo0SS8izkeXHjTFiUbCkOLa6LRG82oX3pPsg4/T6m1UlsNEjuLa4Gn4OtcXljU1wb+SOaHWmBvQcGI3f4JYyoWR1/1bqEnf2zx9wX8W4jWhTugaNBOTCGBBanfuhEzfFcIBzwYRmOjtOPHIkIWomGuUYj+4LLmF7PE1zYK9cxEjMerMVvKcyj/8C2A5XtshLBQfrH0vI7V4ypz8LeXdBq6CajirzTpcSp2S3h5upivhErlRDF2lx3DX8cjC4fLcKW0RFvmeSF3BX+xKq1bZGH/XB4eXFttJl2F2HqNGi56DCGlDeeb8y1L+J7e2EtwlZqgwiIJkACCwks5sacVQUW3lhk+AF0zt4OmVY9xogq29Es7ThUOaP9BfDB1g5o1mMH/hfG/mSlqYxJm9Yh355CqDr5WUw/+S86o1Qt8ONoN9TIcgbbTpbGujc+WKBTT+jtRWjWfBROPQ0Dj5r5bcA6dP7SDDUM6uG/DNFFBBJCgBYpCaFH91qDgNIFFnX4DYyt0gCvfBrizNinmkjHctiONuxvQvHj59H1By1l/gLb8d5YXF1SXQ+7mokoAwq3R6Y1f+H3/PcxtkJJBPR8jWn1tcU+sRfagtOL4NiJ3sii+SQAG9uWxJr8nZBs3MaYv1/W8KXUOmjekUoq4eVEsd7YNhXW5/sLW/rk0Ou04Q9Daja2dddN5iycs/s6Zi4/brJYrzYV4ML0k+lLTX8/sV8N1CuZ21wTVvteFGs5HY4VYetilY546xFxAyN+qYQjRXfi1NSXaJfvLHr8NQE/3B2FKn2yYCv7MdF1T3v0vtkXK/t/L6dpm9xjz6xtYjBVSgQEEiCBRR/27qsBKJTePl66r77cjqwVfQSOBtNNWV1g4c3whcSqvOewc/C/MQsFX4+FqFlgGeocPoFu+dW4MdsHtRaVwKG//0Q2gy1Cn3a0QK4OZ1F3/C6MqJ4BXhlPaBbTXKhpl/MUOn/ji2RTrmh+7Qlnv1y2/KkPvlv7GIMzxb/V6KvTpg44HAFapDicy5yuw0oXWPjWik43R2D/oOuoFLWVlAss/CW0nI7AwoWSAuOL4PiFaKFEOxTerm2IUosq4/SxLpvBDFMAACAASURBVEiD+xhTshQC+7+KEVh4dEyZcg9jtqgGsJelyhN+xM4TuTBAR9gXObBo3hFHWwzrZ5hdowBm/pcGH18Hara01ey9HNP7l0TyoB1oV6A3vKLWNDyCpUKfNNh4dwYKSchd12DMTlz766EsYD9X/gHzulaRda+cm8Swtrxn+iKsscD195RCaHljHK6u+GIksPhvSoMhFfei1bH5qCgh4sjy3sm7w15Zy7OG7iIC9kWABBYSWMyNSJsJLOMi12n+GEX/EtMmozYMNt2EnZjZ8nskVoUg8HUwkrOMvHzPvG4OFi6wFBgTu1DW/UWn6d32yD88Dw5cGoQ8BtbRFiFz7qbvLSVAixRLiVF5axNQssDC5/RKNf/BmHPLUeat7t8J/S1Cyd+dxpD6PtiiHqITiQKWsuwGBhT4FcmnP8HIqPfIC7pbhJjgMs+3CsYdrs7ys8xHGfay277oZJTechLtf7AsksCafqd5x5o0469LDOsQnFn0B86l74euNT3x8sRoNGm6CtXYD0N8XAYebI+SLXbiHeuqi8s3GLL9EHoUl3accuX+6/H4wWuTRpqLYMn7XWbsGVNPGGwxrC03R1eENd7aHoDFDfLi5M+3sKpTev0tQos3Ia9fLVypcwbja9rXViF7ZW25d+gOImB/BEhgcT6B5fX1WVg1JxHqLeqKnMy8iKBrOLPrf0hfvjq+yeRu8SC0mcBiGMHCtwh9vOuP4b0mYftfj+Cetwb6T5iONqVSGeVOiVdgua0vvuhaTAKLxf6nG8wQoEUKDZGvTUCpAouaiR9jK/yMt72uaqIVDef3iHcH0KdWG6y/G67Zctqq8gvs/jgAf62I3SIUwMT6YkNzYz+LlIwW5PmWo7nN62P0sXdwcfsGrVrnwtYDP+HIhS442/FbrMy5H7sGf8fEGRJYvvbYF9H+15rjD/ZOi2GRO3Gyx3FUKLcLzfccQvdCSfD+6ij8WuMCel/YhUYSctD+OmQT7t95YRJVfDlY+A258mbA/vENRWDWtPG1WMdnoCkRVrf8xSkl0XRHY+w70luTg0X34tFuDbfUxx62LVGaHCYMdZysDfPPJM9UA9N2LIePhLFm695HfnqFv3YvxoxlEei+bziKswZNffbvypbozNIQJM3bDasXNIRrwHt4envaunvC6395aDiaD96ONxEpUK7bKsxulxuvzo5B656b8FydAc3H+6Pfzx5QCg/hDoinQRJYnEtgebunMRo1O4k8NYdh0JquyPrOH30LNcTfSbzx8YUKTVbcQ18f6YnnOR2rCyxx5WBplzUQL4OSIkMargKF4H9rO6BizxRYzX41LEkRLPY0b1BfdAjY44KQHKQsAkoVWD6xl5dcbXaadHb06SuxX2ojWk5Wvq35lVl7PcPkygXxoN1TzGse96/LPKKlR+BSnOx9HOVLTIP+OS/amor3u6CXBNfWI5DmHVsTjq1fBOuwFwtRK9959HuxDD9HvaRHCyxLcvyO5hcH4uLaulEv6c8w5eeCuNHkHla0M//S2HbGAZw89a9JYCvGNGRJbmEyyS2/oXy5b7G01y/CYItgbakxpkTY6Dq027XcsOjKclTy0q85gkW7dWBbg5ptrYedTXrgADv91TP3APhvbxuVy8nSnli3fFysNQJL1OEU7XIGYnW77zExeLomAbitRCK+xcpnYyuj7Zv6Fv+H2Q2b4KAqNd7+8y2mX5/CBBZTnwG7+9XFx+6z8Lr3TBRZWRrrhybCuNm1YUc7tBLsTDUuYnDp9ojodQqj887Eb61fYeC5ljhUtT1cB57CsHST8XOfRJh1ajieD3R+HgkGauUKSGDRB+rIOVjUqidYUe0bBHQOZCKKdha8MpwdovBlBxZMKIqnm+ug0/gSWHppCCw568yqAovhKUJpdH4BbBk6BEUrXUf/M5vRKm8SBLJjCUs1+oxF0QJLqQsYdGczGrA/YvFFsBjmYPn0YhUL6f4TBTbdR9+0LIRcpx4rP09UnQIJ2OOCUIFuULTJShVYDJ0eV4RiZNBz7JnSFF1W/oQdOnkrPh/phh/auWFrHLks1CGBuLKuI5oPCcYoE9ECFMGijMdOzByvzcFyuNwpbGDRUa5RueMyzmVRWukHI1/9hxh7bC2asLXRhxujUK3KStTedh+DS5n3weqj/+DPuQfjEFjiPkWI3/Bnz1/QrPy35huxUgkxrC3pbNwi7DMW/Vahl2lxhf9IuKljWc3WoGZ3ymNmyv1YwsQwP98M+F+7FxjBz5H/ypclAsvYV+NwfFMBzK1XBwuvhSNlnjZYsWsCUi4thFr+3sjxKAhNd43F7c7NsP4/FbzzD8LOfb2R/fkq+Fbvj8Nsh1q2CuOxjp20dKVjKoy+XwRf7t7AZ496WLzpe0yrMRbXwhLj2xYrcWJq5TjJqCOAsMcL0LD2PQzVCCxsm6eJz6IjNtzztkSzNOfg1m4xmvCYfqe6/sOsurXwuMlprcDS9h3+2JwHU+sdQtNt/micbReLeFuBctv9UeiENqLHuXnYl3NJYHEegSVStQl9PDfA9z17ltRszlGdw/hvWuOHnf/A5xsWRWfwvdSRmHCBpcw0PIlqjZ/oU7bJCMybUBfp2K80hgtUw1OEhi6Zj85sixAPBZ/6c3lMvh6OtsteYlhE3DlY+FYj3VOENCHes/wxsV56o3rG15SKgcoRAdME7G9BSJ5SGgESWLQeNyWw8ITqPfelRv5q/TBhWhcUifmVWftCe+rXW9jQM53RkOG/qFad/AbZizTHnwsnoLqJ8HgSWJTxpIma43W3tOkmuU3JMF/xa4lugw9oTljUXdNI8UBoeARKdl6BoHefjYrHt0UopXcKnJvvq8hjmqNBxSXCPmfibPUunzHx9HJUS2PsBZ4zp/Gu9jgwsyR4Em6HE1h01u3RJ3rm3vgjmh9rjyOHfLGtYV4cKH0F41Q+qLG4JJbvGwfV4qLocXMozmwugLGFa+L9wLsotiMHFnqtwak5HhiQrz7cJr5Eie2pMMdrHw5MDI/5rPVdKREsUfP8Q32BRTP3m/iMfx56fRK6bPkZy0YWkvKoOFyZ9yeH47fuO/ABbijfez3LX/kA3Yv1Q6oRJzGq0k60K7sFvzKBJVpccnYe9uRAElicS2AZ6LkIdZ4cRFkWBvf5Yi808XXDvFtTNNGIoY8noN1P9zH87WIwvUXylSCBRXIrVJAIOCgBUYtvB8VD3RZAgAQWAZDtrAmad8Q5xBlY7778EL+PN72dziRJtm1o/jAfVC0oNvGGfbE2LcLyH/z4SWNzHjBIOpdKnQNjTp8H/5GPX2omhqncWCJEnguqZk+H3CIUbQu3J1qs9vJ2Q2hAIFL+sgJ++YbEbO05w8Rsv++vxWyVjOY090lqeKVSa07HKsS2Ura8XVBTbkf/cA3Hd4NfwTYCy3+Y034BUlb9jA2L/0JE5nZYvqolMoqbOmzakjriJIaUGwTPscfQJ9t8NKx7FR0PL0e2Q+3QbfIlhHp5wfV1AYw+OwtVkvOuODcPm8KWUTkJLM4jsKgRjPWNkuF4tn0Y0i0Ca1oxAbn+c4z/3RNvru/F/J718azkRc12IUsuElgsoUVlFUfAvhaEisNPBjMCJLAobxjQvCPO587CeuzGC1ix8bwkcN1blUOv2j9JKmvNQs7C2ppMbFWXlC1CugILz0XVZE9L7D8xCOnvHsLdLFWRmG0Ris6d8mBYbnT62ziCZV6SpTi2rC5Czp7Bx1KlNVuEjASW/5VEnTU+Jk//NLTfVLSKqc9e7OiKKUGjUOlKB3zstgGJp/tCNXgd6jqJwhLxaQu6lJ6KXDOOoW+epWhW8xDqR0WrqENfYeuwBlgcORrbp1YAzzDm7Dxs9ZzIrZcEFucRWLgl4Syp7ZAyDXHkKZC77FxM2dYVmd02obdnO4Q0WoTx85rA2yDJubmxQwKLOUL0vaIJ0IJQ0e63C+NJYLELNwjtBM074nA7E+vlh25h6qpTCP0cahJg0hTuGN6xEhqUjj5TSxxn3pIzsRZLzvLWLBVYdE9Xc/Mqi8lbNiPfnliBJSOP1Pm5hSYHS9aS47F+c1vkDIo9yS1Z1jZYfXACnvY1FljG/zgLVcuPxQcWFaN7ypspq6QKLJ8ePEZozqwIOzQQbcefd7oIFs7m73Vd0Xvaac0pQgXqTcG8YaWQmG+XqueH5JV/x7ixDZEjKjOxEnhY/hTY7g4SWJxLYIm2JvjdU3wMZlt13VMjjZflRzPrUiGBxXbPH9XsBARoQegETnRwE0hgcXAHyug+zTsyoMm8xdlYBwSFYMWh2zj+1yN8CWMZQtmVxM0V1UvmQfOK3yGFu4U/w8nkauo2Z2NtRTRWr4pYWx0pVUgEYgiQwOJcAkv4u6NY0KoJVpx4FWNYrnJj8Oeqofje4AQ5qY8BCSxSSVE5RRKgRYoi3W5XRpPAYlfuENIZmneEYNY0QqyJtTgC4lqicS2ONbWkPAIksDiPwBKdg2Wf+zqMZluBsrFEtxFB17Ct+29Yx7YhrvVvrdmGZ+lFAoulxKi8ogjQIkVR7rZLY0lgsUu32LRTNO/YFK9e5cSaWIsjIK4lGtfiWFNLyiNAAovzCCz8GOZB7JjmBm/8UVwnwDMiwg99Ux9gxzf7aY5vtvQigcVSYlReUQRokaIod9ulsSSw2KVbbNopmndsipcEFnF4iTWx/koEqFkiYDsCJLA4j8CiVh3BsPTjUf2e9pjm6Cvs/Qx0z3kTfQMsO545+n4SWGz3/FHNTkCAXnScwIkObgIJLA7uQBndp3lHBjSZtxBrmeBk3EasZUCTeQuxlgmObiMCEgiQwOI8Agu35HjPpBhzqj6GrpiEH9KqEf76GGa0bYHXJU9g+ZxyEkaEcRESWGRho5uUQoAWKUrxtP3aSQKL/frGVj2jecdWZI3rJdbEWhwBcS3RuBbHmlpSHgESWJxLYFGHB2DvqFqYufgs3rJThFzdM6Jsh3kYOcIHHjLzwpPAorx5gSy2gAAtUiyARUVtQoAEFptgtetKad4R5x5iTazFERDXUkLG9f/WtkTT6YHwTnYPqqLzsH5qZaS0Ydf/WVQH7TeEIDl7kUmStQUWLmmJjDrtvTo7Bj1GnEfBnssxpFYa8PKTI+dhaefM+HJ/Idr8kQhj/dohh6sNOymo6hc7uqLusiLYsq1dDANTnwHvcWhsJ8y9nxYebz6iyuhFaFXwBHrk34dWf09Bcfb97n7NcbnaOgz/2UNQ75XTDAksziWw2GLkksBiC6pUp9MQSMgixWkgkCFflQAJLF8V/1dpnOYdcdiJNbEWR0BcS3LHddiTWWjQKy38NjfViConhxXBtmKXMbWO/L5/2tECTf4di539s5us5OQoXzxtuRJNchp/Hf5iLbqPc8Pk6Q3hESWgRAssi5rdRu8W+9DUbwpKecrvn73cGfFhF/oN2YSXT8pjapTAYuoz3t8vDxegx9KCWDi6FMJeLEe7UamxeF4y9I0SWNwXNcLcyPFY2Dm3vZjnVP0ggcW5BBZ+ktC93ZMxb8I8/BuggptXGTQZNAH1a+WRdYIQp0MCi1M98mSMtQnIXaRYux9Un3IJkMCiPN/TvCPO58SaWIsjIK4lueP63uJqGBW5Cqs6pdfrbMS7A+hbZxjuJvdAaKrmWLCqLYJnFMKKvFc14svGtsXwYfBFlNheB6PueCHsyT08+tIcW1ZnwfIOQ7E24Ed0GzIDvWvq18sb2dKnMObcyQw1C82vOWgt+ulEXDxa1xItV0Xg24xqvFBXxewl7RCytA4mhndB4aMTENH/GH4vLo6r7VoKxZ7h3fG+bROc+/0hBmkEFlOfGfeAiy1tZn+P1VPDNBEsFaaHYemqsli7qiG8bddhRddMAotzCSy3pn2HLgs9UK9HH3ybhuVgeXsS62YvQIb29zC1nzyRkgQWRU8RZLw5AnIXKebqpe+JgFQCJLBIJeU85WjeEedLYk2sxREQ15Lccf33lFjRRLe3B3sXxaVGlzC4FHBvdgWMSrwR/T/+akJgKYTlOa9iWv1Y0aXp7fgjWNShoQhLkgRuEScxrP4ltNnWG3miGr8wxQenS21D7zLAxek1cPinPfC5WwdNFryBe6pSmLh1Cio4QfRKyMU/MOhCa0zv9gC/+zzSCCxeJj7T3TqlRfQKK9r3gvvQdWic8xC6F+yHiykSIV+zDVjWTd6LobhR6rgtkcDiPAKL5hShjINQ5twF1MgWa1fo4wlo99N9DH9Lpwg57pNKPbdbAnIXKXZrEHXM4QiQwOJwLktwh2neSTBCyRUQa8moElyQWCcYoeQK5LI2HcHyDFMqDUXxo8tRnvUg9MYodNvri14qH5MCi2FUizmBJdao/zC77iyUYKJJdFDKyVF1cbvOVnQsCHw+1As97g1Af5euGB4wEkuqbEHTFcWwYW5t6JyuKpmRvRRU4yJGVByGZ6UKI63rM1w6EoTCPZoiycLFep8V6T4aE5r9oNft6wvbY3eu6RjMon7UOIQeBTahxqnReNWjHb702anhRpf1CZDA4jwCS6RqE/p4boDve38UUsfaFdfnUkcTRbBIJUXlFElA7iJFkbDIaJsQIIHFJljtulKad8S5h1gTa3EExLUkd1zHlYPl12PxR7D4+RZD6DC+Rch421B8AosafzPRYDdq+w3CDzCOYAnc3QUjA8ZgZsvUmuS22/Ju10SwRCe5vTClBtZmWoUZzdKIg2vDlrhIEh3BEh2tYuoz3oWXhwZiwr2OmB6VZ0UjsETlYCnyYQu61bmBHoeG40cnSP5rQ+SyqiaBxXkEFrXqCVbWyI9XTW/h9xYZNTlXeE6Wh2uboM+Kalh2oCu8ZIwSElhkQKNblENA7iJFOYTIUlsTIIHF1oTtr36ad8T5hFgTa3EExLWUkHF9eXFDdJ55A59cEyNv1enwY6cIJY/JwZIYQSnaYunatsj2cBZ+qTUfrz3SIOnbL+i8/7xJgcXXYxXqlv4T6fodxrKuOYwg8FOCes18yV5iHiJXu7Xo+/NVDC17DA1PDcdPEXewqlcf7HvjgbDU9TB7bkO81zlFSM2+n9ZkMDJP2mwySa444tZpyZzAErqyESap52NWzf3oUGczUlb+BslZ0yp1IfiO9casmFOEmACzrxd6nayLVWMryk7UaR2rnK8WElicR2DhloQ+XoxBP59Aq3/9NFEsPHplUN5FqLztIH7VDxqTPJhJYJGMigoqkUBCFilK5EU2W58ACSzWZ2rvNdK8I85DxJpYiyMgriUa1+JYU0vKI0ACi3MJLLYYwSSw2IIq1ek0BGiR4jSudFhDSGBxWNfJ7jjNO7LRWXwjsbYYmewbiLVsdBbfSKwtRkY3EAHJBEhgcR6BhUer9PZsjNNsY5DhlQz1Mf1DY6xP2QTZVkegRy3JQ4SOaZaOikoqkQAtUpTodfuymQQW+/KHiN7QvCOCsrYNYk2sxREQ1xKNa3GsqSXlESCBxXkEFp5v5d3zAISZHMbJkCqjFyJeB8DVyxuJE0kf6xTBIp0VlVQgAVqkKNDpdmYyCSx25hAB3aF5RwDkqCaINbEWR0BcSzSuxbGmlpRHgAQW5xFYoi2JDA7Av6f34dEbIEWuiiheOJNFgorhU0ACi/LmBbLYAgK0SLEAFhW1CQESWGyC1a4rpXlHnHuINbEWR0BcSzSuxbGmlpRHgAQW5xJYQm7PQueavXAH3vgSEIBU3kBEopoYcWgXKmaTN75JYJHHje5SCAFapCjE0XZsJgksduwcG3WN5h0bgTVRLbEm1uIIiGuJxrU41tSS8giQwOI8Ags/pnlFtay4XvYGJvxxCwM9N8D3vT/Sra+DXuyY5sV76Zhm5T3hZLHNCdAixeaIqQEzBEhgUd4QoXlHnM+JNbEWR0BcSzSuxbGmlpRHgAQW5xFYeJLbPlGiSkGY/m9+dLOlF0WwWEqMyiuKAC1SFOVuuzSWBBa7dItNO0Xzjk3x6lVOrIm1OALiWqJxLY41taQ8AiSwOI/AolYdwbD041H93kGU9ogVWHKc6YR27Tww69YUZJExxElgkQGNblEOAVqkKMfX9mopCSz26hnb9YvmHduxNayZWBNrcQTEtUTjWhxrakl5BEhgcR6BhVtya9p3mHR7JhYu+YAB7MjmWxmS4/2LNGjrfxWdq6aSNcBJYJGFjW5SCgFapCjF0/ZrJwks9usbW/WM5h1bkTWul1gTa3EExLVE41oca2pJeQRIYHEugYUf1RwalBRJPJ7g6roTCEiTHyXK5EeiIHY8c1p2PLOMIS5JYJFRL91CBIgAESACViKQtaKPlWqSXw3/Y0EXESACRIAIEAEiQASUTsClaNqvjiDy0mvULMSOvPnK1+6rASiUvs5X7oW2+asvt8Maa2a16g7mFB2Cspf8YbMcLDVr1rQLaNQJIiCawO7du0HjXzR1ak+XAB+D1vhjkVCqXGChZyGhFKXdT/OONE7WKEWsrUFRWh3EWhona5Qi1tagSHUQAdME+PNFAkssG0cXWK4t/BV/zrqGEAN3Bz19AffMGZAkoj7G/zsH+SxIdispgoUW1TTFKJUALVKU6nn7sZsEFvvxhaie0LwjijRArIm1OALiWqJxLY41taQ8AiSw6PvckQUWforQQM8/kGPNJjQsrBsNdBdLa05Bqd0L8QOSIVVGL4u2CpHAorx5gSy2gAAtUiyARUVtQoAEFptgtetKad4R5x5iTazFERDXEo1rcaypJeURIIHFeQQWvhXI//dDKDq9K3LqmKVWPcG+kdvx3Yhuep9LHe0ksEglReUUSYAWKYp0u10ZTQKLXblDSGdo3hGCWdMIsSbW4giIa4nGtTjW1JLyCJDA4tgCi1p1Dms6XEGZRfqiSrRVn/47j21LBmPngswY+NqPcrAo7xEni21NgBYptiZM9ZsjQAKLOULO9z3NO+J8SqyJtTgC4lqicS2ONbWkPAIksDi6wHIEwzK1Q+6N/6BtmSQaY4LfXcOxRROxceU6/P3UA7lK1kbt1oPg0yQfUsgY4hTBIgMa3aIcArRIUY6v7dVSEljs1TO26xfNO7Zja1gzsSbW4giIa4nGtTjW1JLyCJDA4tgCC+/9y7O90LvhcrzPWRDpPl7F3w9dkK9SR/zWzRe/sCOaPZImbFyTwJIwfnS3kxOgRYqTO9gBzCOBxQGcZOUu0rxjZaDxVEesibU4AuJaonEtjjW1pDwCJLA4vsDCLVAjGM8ubsGOJfOwbccZRKYvi0pNu6J+07r4Npt7ggY2CSwJwkc3OzsBWqQ4u4ft3z4SWOzfR9buIc071iYad33EmliLIyCuJUcb11kyZxEHh1pySAJPnj6xm36TwOIcAouuFdFiy/a547F5/018ds2BYjWGY+iiNkgvY+SRwCIDGt2iHAKOtkhRjmeUYykJLMrxdbSlNO+I8zmxJtbiCIhrydHGNRdY7vToog8oIgKRz54aQ3NLDJcMGfQ+VwcHI9XYiVgVXteovAsSwVOVXe/zCITig9r4hd0NyZFCpV93KN7js/qNUb1JVd5wh5fe55/Vr3nNRmVTqDLCjR31qnt9UD9GBL4YlU2lygEVXPU+D1TfN2GXG7Mrm97n4QjBR7Uxs8TMruQJsusVs+tjAu3Kyexy0alDjUD1/4zqdGWkUhrY1T6TH0hgMX4UIi+9Rs1CukcLi5tjdFty5GOaTRGLiWyZ8w/KrRqNfGrLuZLAYjkzukNBBBxtkaIg1yjGVBJYFOPqGENp3hHnc2JNrMURENeSo41rI4HFQnFF/eY1vBYuw86IflEv7fpvRC7spd1TlZU5QBXjBK0Y8Yz9W7+sVmThv1nHltWKLG+NympFllR6ZS0TWZ4wkSVUgsjCxYgHRu1rxQhpdmlFloTYZVpk8VBlYhKWfsKKuMUjUyKLKbsSM7t4VJPWBySwmJ47SGAx5nL15XZkregjbrKNoyUSWL66C6gD9kzA0RYp9syS+iaPAAks8rg58l0074jzHrEm1uIIiGvJ0ca1nsAiVVxRq6EOCQEXV/gVLbBwweQdEyPYt3rA4xIjgpjIYljWOmJEkJEgoo1k4WJErHgjPZIlLrv0xQhuNBePTNvlwUSWtHrtxy0epWbikaeBeMRFFmO7EiKyqBGJ9+qHJvwVaxcJLCSwSJ09SWCRSorKEYGvSMDRFilfERU1bSMCJLDYCKwdV0vzjjjnEGtiLY6AuJYcbVzHCCwyxRV9gYX/i4sR/KU90kBkSQwPVWa9rSpxixGmIz6CWSSLoSBjOpLFtBiREJFFK0Y8kmhXMBNZnpsQj4xFlhC8Q4g6wIRdxiLLJ/UrtrEpLpGFJwaVIh7pR7KoWRzPe/V/cdrVIdOaBG0RUrNhcPfFe9x49Bb/Y/+fO6Mn8mVLjTwZPKHS3bUk8RGlHCz6oJxti5DEYRBvMYpgsQZFqsNpCTjaIsVpHaFgw0hgUZ7zad4R53NiTazFERDXkqONa43A0rWjtJwrLHIFoaGIfP1KD2hsBIv2Yy5GfGBiRKRJkSWTXp6TcHaaSJD6hdELPpNjkEyVRk+Q4REfpkUW6REfCRNZIphd/8Vhl6F4ZNquJMyupAZ2iRdZ9HPNcJHFtF1J0CfzUdkCy/EbzzBs8XG8ffne6AFMl8kLk7tWQrE86Sx6OElgIYHF3IAhgcUcIfpe0QQcbZGiaGc5qfEksDipY+Mxi+YdcT4n1sRaHAFxLTnauOYCyz8+NY0BGSa0jUNc4VETXguXYkdEbz3hRPvS/oSJEeF6dbuCR7IYiyyfmMhiKMjELUYEGgkySVXSRRbtthqpER+mxAhTdrHesm1Iuklyw/AZn9Qvjfpq2q5AFsnC7dLfXsVFpiRIyRjGRqckPJJFhVQs+bBuX+MSWfpnPiNLYJm4+QpWbroQ74OnUqnQq3U5dKz2g+QHlAQWEljMDRYSWMwRou8VTcDRFimKdpaTGk8Ci5M6lgQWu3AszfHi3ECsiXVcBEwKTKjIKwAAIABJREFULBaIK6rkyZBq2mzNKUL8ZB2e1Db6iltkMS1GfGZihC1EFr6txlC4kB7JotIk6bW+XSlZJEtqvQidEHCR5Z2RIGMLkUXFWuZJenXtikSYJvmwrigmR2A5fP0peozbKemhc3FxwbrxDZA/u7QTeUhgIYHF3MAigcUcIfpe0QRoQaho99uF8SSw2IUbhHaC5h1xuIk1sRZHQFxLjjaujQQWC8UVlXdqeA4bGXVMc1xixFP20h6m5wRXFpdhKuKDnwRkGPWijfjgYkTsEcrabTXSIll4xEdYAkSWuMWI5ybscmd2ZTCKZDFtFxdZvA3sskxkMWWX1AgdfnQzPzHIWGSJtctSgSU4NByVeq/HhwCeKyb2ypozLfaPr49qgzfj8QNtcuToK2PW1Dg8uaGkh5QEFhJYzA0UEljMEaLvFU3A0RYpinaWkxpPAouTOjYes2jeEedzYk2sxREQ15KjjWs9gUWGuMLJxgosfCOLigkMWZgUkjgGOhdXeNLXCCORxZ0dy5xO7wWfb6uxhhjBc7hwASH6skxkMT7COS4xwpRdfPtRciO7PjG73pgQj+xTZIm2y1KBZfv5Bxg8fb/RA5ciVTL8VuF77Dx+G0HvPht9v3Z8Q/yUM7XZB5UEFhJYzA0SEljMEaLvFU3A0RYpinaWkxpPAouTOpYEFrtwLM3x4txArIl1XARiBBaZ4oqhwML/zcUIfmKQscjygoksX/S64srECNMiCxcj9KNeeC4SUxEfoWxbjeHWIr6txhYii2m7jMUjy0QWT2aXl1EkS0LtkhrJ4sL8lcLAX9xPPC9On8zHLcrBMnz1efjvumo03NySuCF79tR4xE4TCgvV9ysv3KNVOXSp8aPZB5UEFhJYzA0SEljMEaLvFU2AFoSKdr9dGE8Ci124QWgnaN4Rh5tYE2txBMS15GjjWiOwNKwLlwwZYiHFk9CW51zh24JirshIeA4fFbVFKPZj7Ut7JiayJIktqolkMRZZ4hYj3tqdyGLKLq0Y8dJIPEqEpCySJa1BhA6PZDFll0iRxThCx4Wl/U3Btjbp+isCoeiUaaNFAkvfJSex99BNowcuS440ODChAX4Z5I8nD98YfV/71wKY0Lq02QeVBBYSWMwNEhJYzBGi7xVNwNEWKYp2lpMaTwKLkzo2HrNo3hHnc2JNrMURENeSo41rzTHNPbrIFlfUn4KQauI0rAlvygSGED3QlokRcW2rESdGmE58+9SEXabFCL4NyTBCx35ElqQ6vlGzE564XaEG/jK2q30mP4sEljEbLmHt1ktxCywDmcDyyFhgadWgGAY1KGL2QSWBhQQWc4OEBBZzhOh7RRNwtEWKop3lpMaTwOKkjiWBxS4cS3O8ODcQa2IdFwE9gYVFrqhDQqB+o5+EVJNZxUTkChdX1O/esWOal2FnRD92As1TdiizochiSoyIO+KDb+3R3VoUhk8IZhEfhvlbksA2ER9akSWZgRjxLMEiiym7xEeyGIospuxyY5Es6WMiWSwVWPZe/g99J++xWGCZM+Q3VC6Q2eyDSgILCSzmBgkJLOYI0feKJkALQkW73y6MJ4HFLtwgtBM074jDTayJtTgC4lpytHGtK7Cog4MtFlc42WiBBeyAYX7MrymRJTl7aedbgaIvHj3xiZ0YZBhFwSM+LBFZ3FWeeltw+FHHCc1dYkpkMW2XmyaZrbFdxpEsbsyupALFI340NfeH7iXVLlcmMXF/8e1ClgosYeGRKNtjDT4GftJrO75ThLzSeuDkzGZwcVGZfVBJYCGBxdwgIYHFHCH6XtEEHG2RomhnOanxJLA4qWPjMYvmHXE+J9bEWhwBcS052riOFljkiiv6Agv/FxdZnjORJVgPOj8K2LQYYSyyaMWI1Hr5QOKLZEmIyPKZbesJlSxGGNvFxYhkJkWWuOzSj9DhQkiIOsAmETpSRBY1y3LD8+IY+ivars6ZNlm0RYg7ff2Juxg177Dkh25872qoUyKnpPIksJDAYm6gkMBijhB9r2gCjrZIUbSznNR4Elic1LEksNiFY51tjg8M+oJ9Vx7hzpNA3HsaCDXbbpE3ize+yeKF6oWzI1WK2GNrRTvA2ViL5mdJe47Gmgss/7ZvLStyJZpLbARL9CdqzbHMYZJFljdGW3DsUWQxJ0ZIidDh24/4SUi6yWTjE1ksEY/4KUt8O1f0xXPCSBNZIpi/XpoQWRKzU4SOWSyw8PYnbr6Clf4XDINo9B4llUqFbi3LoGuNfJIfMRJYSGAxN1hIYDFHiL5XNAFHW6Qo2llOajwJLE7qWBJY7MKxzjTHrzz8D2asPoPQYP0jaKNBuyd3xwDfMmhSPu9XYe9MrL8KQAsadTTWMcc067/6xptzRa+oiyu85i/GloguPEYl5isuRvBjfg1FlrgjPqSJLFoxItAomSzPyWKJGGF4hLPUSBY1a5mfGGRsV2IWyZJWb7sQ3yrF86wYJv/9+iKLSnNikG6umbjs6p/5jCyBhQ+Ek7eeY9D8Iwh8/dHoCUqf2QtTulZGkdxpLXi6ABJYSGAxN2BIYDFHiL5XNAFHW6Qo2llOajwJLE7qWBJY7MKxzjLHj914CWu2GJ+aYQpylxal0aNWAeH8nYW1cHAyGnQ01sYCC0tomyw5VKm9Y61nRzFHJ7Q1FFdUHh5INWma5phm7Uu7ocjCxYjPerdpRRYuRsQmXY1bjDDeLmQtkcUw4sO0yMLFiPQGdsUnsqSRaFdckSwJF4+saVdCBBbu9IgINXZffohr92NPDir5Q0ZUzZ8FKhfLHzASWEhgMTdqvorA8nlnaxQaVxhHzvaE+VzN5kzQfq/GTrTKNAGVj59Bm7z6CZWk1UCliIAxAUdbpJAPnY8ACSzO51NzFtG8Y46Q9b4XxfrmzLKoNumhXsebzXuOSXUi8OLoADTsvBYPWD5It7RF0X3aSvSt7CnZyM1n7+OPmQcll+fR+3MGSzstQ3ql5kuKYm2+J85fwtFYc4GFLiIQH4EnT5/YDSASWEhgMTcYEyywvDw1DT17z8bpZ2FQuaZAgd8mYsUMH6R1i1vkIIHFnFvoe3sh4GiLFHvhRv2wHgESWIxZRgT6o3Wh3xHU4wy29s2mKaD7kuqaPC+6LNiGQTEvqSF4fGktFkxZhcOeg3FuYbWYSl+em4qenafh9GsVEqephFFrlqJFvq+Xp4J3jOYd6z0/5moSxfrypOIY9GEJDo7RjxyJDPJDk2/GIfucc5hczxPPtrVG5S6RmHrHDzU9zP9Y9PFzGCr2XIPgIP1jabndS0b6wJXlF2gzYqsRBn5ixrHpTeGWSMbPt+agxvG9KNbmuvfl3hSUqzADTw0KukZUx5oXi1Eq8AymdOuA2cffsxKJkav8CCxf5YvcbsDVpfXQfsY9hKlTo/n8/RhY7uvOFXHZai+szfmCvicCjkiABBYSWMyN2wQJLGGP5+LXEmvx8+ot6FOZHX0WdAWTmtbF3jybcHx68TjbJoHFnFvoe3shQIsUe/GEcvtBAouh7wOxpm1xDNwfjGJ9tAJL/C+pB9A1RyecylUFFdOdwdkU03BxiVZg0b8vCR5s6oIafRNhwc0lqCDh5dZWo5LmHVuRNa5XFGv/Dmmx8cfL2Pi7VhCMvvjLfvmydzDlxSKUZR9aGo07f89NzF510iSwHq3KgaWmwMzlpr8f1/sX+JTIJQy2KNZyDLq/tCYaHGqF8+vqwK9ZdixNtgj75vvAI+Im/qxRFceKbMPRyS/R8adz6H5xLL6/Pxa/9MsC/12+cN3bCf1u9cHSvt/Kadom99gza5sYTJUSAYEESGAhgcXccEuQwMKFkp/G/Ih95/sj+k90yKU/UKxWIOa/mIMyYbewwLcFJh1/xfY+8l8BBmH58k7IeNAXP43PjB7lTmLa6v8h3NUbtYdvwtz22j9Our8o8l8iO83YhiE1tOGy4Y83o0uLvth7Lxwqtwyo1W8NZnb/lu1LpC1C5pxN31tOgBYpljOjO6xLgAQWfZ7P2d+d36YVRqM8o3D2uysagcX4b9FNjCz5C8KHv8CYGp8Q8jEp3JlgcnNacbS+NTpGYPnMXox+GplH52+Y7n0R1nWkBbXRvGMBrAQWFcP6Oeb9VhizH6fBx9eBLNrXGzV6LcbkviWQImgXOhbuB68J52MiWKr2T411t6aiIIuYMHc1Gb8X1689MlfM5PdVKn6H2Z0ryrpXzk1iWFveM3X4FQwu1hGZ/K6gR77tRtvNo+eNC0u+GAksG9anxrAq+9Di0NyvKsoaWm2vrC33Dt1BBOyPAAks+j7ZfTUAhdLXsQtHXX25HVkr+nz1viRIYInULAw6436lsZg9sgnyZUyiZ9Dhvrnxx/tpml8BUiIAazoVwHzPzThQeR6+6XwOTaYfx7hG6fFmUxuU65EIKx4vRskXS9g55MtRYcMeFnrpiY83x6LGz3vQluVWaZ3zNLr90ALh/Y9hTodscH2zGa1L90fGKf9iYu19lIPlqw8n5+sALVKcz6eOZhEJLLEe0/zNKTkVZbYeg8ekNFjz3WWNwMLzW7T6qz8uL4/+A/8A48qUxbsBLzQ5LqIvI4HFxI8Ea9qmg/+Pl2K2Hn2N8ULzjjjqYliH4NySkTifrjc6V/fEi1Pj0KLFavy86iGGV4lE4MFOKNd6N94xs11c8mLQlv3oWkza1pNfBvnjycPYxI265MxFsOT5NhN2/FlbGGwxrC035+26pii3pBJOHO6INEa3B2Jp4+9xuup1LOuQzmCL0HrkWeODq7WPMyFXmr8s7528O+yVtTxr6C4iYF8ESGAhgcXciEyQwMIrV4c8wPoRvTBp4xW8VeeFT78JGNOpJDzcdqB9xgkofuQsOn0fqdcPwy1CuiGxxfeUQfPTPXBhY2MW86K9eGjtwvSHsb3MXOTvmxm7bw3Hd1Hf8QVz83N9cf7/7Z19XM13/8dfmXBNuWu4zMVsuPz224wQuoaZtvkZVigiJDbkJhTJEMtNJqFcTVLJTXMvRnFZub9Xwx7zu8zYmLlaa2PITbq7vqejOtXR91SnT9/O93X+PJ/v+bw/7+f7fT59zqv35/PZ9iI+5iG3cvFmeykJcJFSSmB83OgEKLDkIX2CneM7YnPrXdghleJr/i7kCyxFKlMAwwSWoluLUk74wnFIJJrMOFVsK4fRA1tCh5x3xNGuLNYJ0lpmXnYMDk08Brt34zDsqwNwt66B+xcXoV//8/A4uQeOzeXPYOk3NwY//pCiF1hJZ7BoPvBqq8aIXThAGOzKYl2yg5fhY90PLy67mSt2FX0lLe+G4XsHY99Bj9wzWHRfd6UKuCExA7EvrHf+elUYTBlDz2Nd9PyZ2k36IGBXOD4yINcq2rectFRcOhCB4HVZcI+dDRvNbww97/2w0Q0TN/2CWq3cERUyEC/8cR91repU9PCE9/9b/GcYOXcv/siyQDf3SKxwew2pp/0xxnMnfs1pjKELtmDa+5ZQCw/hAZD5G12tU+mudq6I8WcnpqKvtc5NWxVhxIA+WcFSHFK5BRbdLh9ciYW/zzTszZyNQ/sawPM5gkdJAkvDICt89iQ6v4Rb03/efx23WC/Fh5vsC90+lNdXwplXMUsSdHiLkAHfBD5iMAFlLggNHj4fNAECFFi0QdT8mHlnQUvEHPXO/aFTSGApYwWLpt/cw3HdpBtcMoBm74xFx9RQvDgppVDli+g04rwjjrgI1pnJUmWu9Tl43gqD3bMf6XkCy5oWnhiROANnNto/+5GejBV9OuK7wVcQ4Sb/o3Fc8CEcP3VVL7CI+QNQTboxSN8ht5oPdO/2d6yZ1EsYbBGsS+vMXamKzXbua4i76Ju/1T2vD82Bw+/NMMfqc9KZTPULi12aarpx0tYg5x0OiBs+DV9L5+HWfW06tuxyNdrtmKX1Rff5EgWWHjEYr7lxs4W2snzZ42XS2TMF/9Qsj119n9Ws4QduHy5zc+gtfOE8HPFmDXDn+zYI+GaJJLDoew/YP3MwHrgvx+/T/4kOkV2wzdccfiv7wcLYA6/U/hIxp8d4ZE4+gs9arYLDmFRMP+6Cw33G4YXpRzCrYSD6eFfHisOzkTxbDTwqNRjFjLOCpTASCizF87NcAotmgeCTFonzOjcyPL2yCD163sTSlP5Y/1fjVLDsm9IUQZb79VawXA+xw6CjY1nBoqy5x2RGo8QFocnApSMGEaDAosH0E/x7vY2Q74vfeFK7uTe+8r2M/oXOUkmCz5v2qL40WSrdf/4WoaIByK1oab0TQ77Zg0FN5KsHDApgGR7ivFMGaGX8iBjW2jNYErodweaZbbTbmztJ25uDv4dfo9loP+QmFiRsgFOrmtpt0R9sRP8dV+FtW7yioqib0UeuYlHoIb3ey1Ww+E6wg3OP1mUkV/qPiWFdmnElY/n7HXHD7SaChxUuT9Gc9WTnqV9cATTVdO/mbg0a+kMvrKoTh1BJDIse3Qw/ud3GnO7ycSvNKMvybGkEliW/LUT8lrYIdRqItd9mok5LV0TsWYw662xgv7M+Xvk5Dc57/PDvCSOx7ZYZGrzpjZh9Hmj+6yaM6e+DQ6lA8x6LsFG6aenChIZYfL0Dnl67jEeWDgj98nWstPfHtxk18PdhkTgU0PP57mSaIeN2GJwHXIdPrsAivfS8V1Cx4QJnq7MwHx0KpxaVN1+XJT7yn7mFECcH3Bp8VCuwfHIPs7e1xAqnBDjv3ArHZrGYarMB3XZtRfvjo55V9JgyD3liIp+gwEKBRS7fyiWwaA607TngJJzWb8Zk6RYh8yfJiPNzwJS4vjgo/TfgJ50zWCyz/oN1Ezpjg9VOxPX4AtaLO+Sr2bpbhIbXWsszWOSixnZhBJS3IBTmOg0phAAFFv2B0K1g0XeLkJ2HFaKuB6KLzu+momew6Pb88FYCFo4egVNv7i7xFjwRacF5RwRlrQ1RrLPuxmOGw8fYpjmgX+eQW02NysVNbpg85+vcKqpq5q0xfMUWLB7Q2CAI6RlZ0hl20Uj781Gx50sSWOo0sMDx4GGqvKY5D9Tjwx54a6w5dhQ5UPhX6f1+kx5j8ZFwfNCw+A93zZk5LnFjECfdlqk5/6nKCSw6V1RrrqZfsiUar21vi5HHxuDg/hH4aujr+Nr2HBaaOaJ/RGeExy6EWbgtpvy/D45vawt/m49wb8a/0WlfK4TX34DDQZaY1X4wzBclo7NUvb66Xixi/TPz33O93tGAChZtVDJuri0ssDznPc2z6d8GYvJuO4T5tjfou1LVHrp/4jMMmLIP96VrPLpP2YRAlxuYajsT9eYchm/PWIzrGYPeksCSJy6ZOg8lxY8CCwUWuXwsl8Ci6TzlzBfwnrkUCdKiAVKBa/MOQzEvZDF6S/s5c4rcItTOYQWiVjqg9gHX5wosbq1zeIuQXNTYLoyAqMW3MIdoqMoRoMCiP2S6AovmidytPuOlrT5pQPXanTBlw3pM66q9fS7vpU9g0Qr8E3DMohXsPaQzxCZ1kQ5lr9wX5x1x/E2B9f6kn+EVEGc4NGnb0D9n9Uevt5oa/hkjPKks1tqqopO9LyF6UiMd77TnN31xQ4Kk8zLDK/A7Im2rkdaoua8Mqd08BxrhzNuhim4RyvNFckczn077lxXqNzBH+p27qPNBBKL+d26+MHJa58wrLQAtp9W3pc/Uy8m9Hau95ym4XOn47GysrPyDxitGYLmF0HFhsOz1GNsjLyHzZTdErBsGw2RJIyRzBXeRk3UCc9+dg7p+X2NqM6mqx+kiPj4QjuaHx8IjMAnp9evjhdS2mHdsBXpZaHLStHlUMO5Sd0+BpTAybhEqnkLlFlhKnZX8AAlUIQLKWhBWIXAcqtEIUGAxGsoq0xHnHXGhMhXWS3YkYcOO8waBmzD8H5jU7y2DnjXmQ6bC2phMKqovg7YI6QgsiX7t4HLABXGHZqLRtXhca/oeakhbhPLOTrnh+z9w/25WsQqWNTXDEB/mgMdnTiOta9fcLULaw8d1BJYbthjwpT0OnJ1R7Jybov4bWsGSstcDKx7OwzsX3JHmvgnmQWNg5r0J9pW4tdOYscx+GINJPYLwaqAksLSKwkj7BAyUtgZpqlVy0lOxZ54zIrPnYefSHlJ9i/TPbhPnYUy2xuiLAgsFFrk8osAiR4jtqibABaGqw68I5ymwKCIMQgfBeUccblNivT7hClZGn0b6o3S9AP9iUQufjumOQbYtxQHWsWRKrCsFYCmMllZg0VacD8aio3/CvP7b+Hz7dryxv1O+wPJXzRa3Pq65Z7D8rcsiRG91RYu0gm1vf/mbKzYcWIzb3i8VE1gWvhGMPr38cV+qijkf3rtELwwVWB7duI0nLZoiM/5TjA04b3IVLBpIl7d6wGvlqdxbhNo6LEHwp11RU7OFyikatd+djAV+jnilpraiSg08SpH+Ff4oBRYKLHJJRoFFjhDbVU2AC0JVh18RzlNgUUQYhA6C84443KbG+s6DdGw8fAXHLt1CRoZm67a0edu8Ov6vS0sMlQ60rV2ruji4RSyZGutKA2mAYbI2ABIfIYEyEqDAQoFFLnUosMgRYruqCXCRourwK8J5CiyKCIPQQXDeEYebrMlaHAFxlpjX4ljTkvoIUGChwCKX9RRY5AixXdUEuEhRdfgV4TwFFkWEQeggOO+Iw03WZC2OgDhLzGtxrGlJfQQosFBgkct6CixyhNiuagJcpKg6/IpwngKLIsIgdBCcd8ThJmuyFkdAnCXmtTjWtKQ+AhRYKLDIZT0FFjlCbFc1AS5SVB1+RThPgUURYRA6CM474nCTNVmLIyDOEvNaHGtaUh8BCiwUWOSyngKLHCG2q5oAFymqDr8inKfAoogwCB0E5x1xuMmarMUREGeJeS2ONS2pjwAFFgoscllPgUWOENtVTYCLFFWHXxHOU2BRRBiEDoLzjjjcZE3W4giIs1SevP5xsxtGBN1Fg9rXYdZhFTYF9EQdQUNP2esBx6gO2LFzFBo/s1nw3oe4FBKM4ynahsxfvsHTDzYi0NlK0OhEmElHUugUBF7MRLUUSwwNWIm+rbRXMee9Uk/7Y6rfObSdFA6fvla4Gj4IgdmrsGbsy8i4Ho6P51fHgnWj0LzyLgwTAapSbVBgocAil4AUWOQIsV3VBMqzSFE1ODpvNAIUWIyGssp0xHlHXKjImqzFERBnqax5nXErBM5eL2HdtiG5ospJ3y7Y0zERS+2zyjz4R3tHweWqH2K8mpfYR9a9OPj47kLKL90Q8Exg0feetpN07J42DTVnrUafRoUFiDIPVAEfzPhlLUYvbYLI4H7A9RB8EtUWUQt65I8sM3krpi41x5KAQbCorvU7T2BZPeQKpo86iCFRn6NLXdNhooCwFBsCBRYKLHJ5SYFFjhDbVU2grIsUVUOj80YlQIHFqDirRGecd8SFiazJWhwBcZbKmtfXI/piUfY6RH7SqNBgs+7Gw3uQL67VtkR6vWEIiXTFk1Wdsb5lUq74suMTWzzwPoPOewdi4dX6yLh9DT8/HYZtUS9jvbsvttx5A+4+y+DxYV5dSlEW6Tgwfyruuw3GWc+b8M4VWPS9p/1cZvIGTPq8CVatfB/m4rAKtZQhCSwTo99GmG/7fLs/b3XDqI1ZaNMkB7/m2CEodBSeRA1CQOY4WB8JQKZXAjxssoWOU43GKLBQYJHLewoscoTYrmoCZV2kqBoanTcqAQosRsVZJTrjvCMuTGRN1uIIiLNU1ry+vLxANNEdbYJXVyQ5noO3bbZUWGGHRTU2w+tBPz0Ciw2iWiQhYGCB6DLkiqtsBcuTxPmYc94Vy9x/hNegW7kCS1097+XJM0lBjjhpswse/zBFMeE7fDk3HDFnq2H85hWwsyqoRklc7ohTXbV+JwV9hEPt9sH+2gC4hP2BWvW6YvH2z9Gd1SsV/kWjwEKBRS7JKLDIEWK7qgmUdZGiamh03qgEKLAYFWeV6IzzjrgwkTVZiyMgzlJZ81p/BUsyVrznC5v4tegmuZB+eRGmHBiByWaOegWWolUt8gJLIvzem4f/dLHGSy8kI+lIGjpMHIKaayMKvddxwnwsdH4dOVknMH9YEkZunYKW4pAKt5R2VapgCW+L9UsLtgidWOiE7/vvxJh22Xgc74WpP3rBq9pkzL8zF6G9dmPEhk6IlrYXWQgfrboMUmChwCKX8RRY5AixXdUEyrpIUTU0Om9UAhRYjIqzSnTGeUdcmMiarMUREGeprHn9vDNYeh+zKbGCJXq0LZ7O0mwRsikmusgLLLpcEvIrWAo2ExV+7884Dyy4Ow+BLqZ0uK2WgeYMFvfgNgiXRJXshzHwnJQD33UD0eAZIl3fNWev7GkVk1vBknfIbeLyj7D55XUmdvCvuO+NoZYosFBgkcsVCixyhNiuagJlXaSoGhqdNyoBCixGxVklOuO8Iy5MZE3W4giIs1SevL4QMRQTVl3Gw2o10NpuGdZJtwjVzj+DpQbSLNwQtsEVzW6G4EOHNfjd0gq1/niKcbGn9AosIyw2wumdhWjoeRBh40s+6BaQE1h+Q7ibP9qsWonuFqZ4kOs9HPKfiPCbDVHnz3S8PSsII9qdxdyeR+F4ZDbeyvoB0Z4z8K/fLZFhNQBBwQNxT+cWoRypPchlDpou2QanFqbIR9x3qCRLFFgosMhlIgUWOUJsVzWB8ixSVA2OzhuNAAUWo6GsMh1x3hEXKrIma3EExFliXotjTUvqI0CBhQKLXNZTYJEjxHZVE+AiRdXhV4TzFFgUEQahg+C8Iw43WZO1OALiLDGvxbGmJfURoMBCgUUu6ymwyBFiu6oJcJGi6vArwnkKLIoIg9BBcN4Rh5usyVocAXGWmNfiWNOS+ghQYKHAIpf1FFjkCLFd1QS4SFF1+BXhPAUWRYRB6CA474jDTdZkLY6AOEvMa3GsaUl9BCiwUGCRy3oKLHKE2K5qAlykqDr8inCeAosiwiB0EJx3xOEma7IWR0CcJea1ONa0pD7QRW2RAAACP0lEQVQCFFgosMhlPQUWOUJsVzUBLlJUHX5FOE+BRRFhEDoIzjvicJM1WYsjIM4S81oca1pSHwEKLBRY5LKeAoscIbarmgAXKaoOvyKcp8CiiDAIHQTnHXG4yZqsxREQZ4l5LY41LamPAAUWCixyWU+BRY4Q21VNgIsUVYdfEc5TYFFEGIQOgvOOONxkTdbiCIizxLwWx5qW1EeAAgsFFrmsp8AiR4jtqibARYqqw68I5ymwKCIMQgfBeUccbrIma3EExFliXotjTUvqI0CBhQKLXNZTYJEjxHZVE+AiRdXhV4TzFFgUEQahg+C8Iw43WZO1OALiLDGvxbGmJfURoMBCgUUu6ymwyBFiu6oJcJGi6vArwnkKLIoIg9BBcN4Rh5usyVocAXGWmNfiWNOS+ghQYKHAIpf1Bgkscp2wnQRIgARIoOIINOvpUHGdG9iz5o8FXyRAAiRAAiRAAiSgdgLVOjWsdATZianoa92g0scRe+EOrBvbV/o4NAO4kLIHSlkzO9hr1+5mOdKrKJ3de3Yj7wFFkOMgSEAgAea/QNg0pZeAJgeV9seCoapYApx3Kpavbu9kTdbiCIizxLwWx5qW1EdA8/2iwFIQdwosxb8DBlWwUGBR3+RBj7UEuEhhJlQ2AQoslR0B8fY574hjTtZkLY6AOEvMa3GsaUl9BCiwFI45BRYKLOqbBehxuQhwkVIufPywEQhQYDECxCrWBecdcQEja7IWR0CcJea1ONa0pD4CFFgosMhlvW4Fy38BNtZAKz5yTFoAAAAASUVORK5CYII="/>
          <p:cNvSpPr>
            <a:spLocks noChangeAspect="1" noChangeArrowheads="1"/>
          </p:cNvSpPr>
          <p:nvPr/>
        </p:nvSpPr>
        <p:spPr bwMode="auto">
          <a:xfrm>
            <a:off x="0" y="0"/>
            <a:ext cx="83629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08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86C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7D924-F23B-9B89-87A8-893CE274B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F96E-78FC-F65F-5821-1C58DC913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Updates Cont.</a:t>
            </a:r>
          </a:p>
        </p:txBody>
      </p:sp>
      <p:pic>
        <p:nvPicPr>
          <p:cNvPr id="5" name="Content Placeholder 4" descr="A black and white logo with white text&#10;&#10;AI-generated content may be incorrect.">
            <a:extLst>
              <a:ext uri="{FF2B5EF4-FFF2-40B4-BE49-F238E27FC236}">
                <a16:creationId xmlns:a16="http://schemas.microsoft.com/office/drawing/2014/main" id="{065F32F2-781C-6D3F-0399-E3683FF25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9699" y="5677528"/>
            <a:ext cx="4102301" cy="1180472"/>
          </a:xfrm>
        </p:spPr>
      </p:pic>
      <p:sp>
        <p:nvSpPr>
          <p:cNvPr id="4" name="Rectangle 3"/>
          <p:cNvSpPr/>
          <p:nvPr/>
        </p:nvSpPr>
        <p:spPr>
          <a:xfrm>
            <a:off x="1403838" y="1814383"/>
            <a:ext cx="9278815" cy="36379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CAPE and Certification Updates</a:t>
            </a:r>
          </a:p>
          <a:p>
            <a:pPr marL="914400" lvl="1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2025-2026 Master Credential List is available</a:t>
            </a:r>
          </a:p>
          <a:p>
            <a:pPr marL="457200" lvl="0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GED</a:t>
            </a:r>
          </a:p>
          <a:p>
            <a:pPr marL="914400" lvl="1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Retake Policy is changing July 1, 2025</a:t>
            </a:r>
          </a:p>
          <a:p>
            <a:pPr marL="914400" lvl="1" indent="-342900">
              <a:lnSpc>
                <a:spcPct val="90000"/>
              </a:lnSpc>
              <a:buSzPts val="2800"/>
              <a:buChar char="•"/>
            </a:pPr>
            <a:r>
              <a:rPr lang="en-US" sz="3200" dirty="0">
                <a:solidFill>
                  <a:schemeClr val="bg1"/>
                </a:solidFill>
              </a:rPr>
              <a:t>Changing from two discounted retakes to one</a:t>
            </a:r>
          </a:p>
        </p:txBody>
      </p:sp>
      <p:sp>
        <p:nvSpPr>
          <p:cNvPr id="6" name="AutoShape 1" descr="data:image/png;base64,iVBORw0KGgoAAAANSUhEUgAABFcAAAFMCAYAAAAOd1MCAAAgAElEQVR4XuydBVhUW9fH/2OgoBiE2NjitQOxEUXFFhMb+5WwUFREMbDFQOzuQkWsa2Nid+dFQcRATFRi3n1mGBhggDmHYYSZdd7ne74rs2Pt397nzD7/WXstkZhdoIsIEAEiQASIABEgAkSACBABIkAEiAARIAJEQBABEYkrgrhRJSJABIgAESACRIAIEAEiQASIABEgAkSACEgIkLiSiReCOPZNJrYufaaJspVIXwNUOxEBTV4rNNV/lwDdq3+XP/VOBIgAESACRIAIEAEikDUIkLiSiedJk1+Y6YVNtQtPk9eKaklRa3wJ0L3KlxiVJwJEgAgQASJABIgAEdBGAkqLK+LISIh0dfHdtwNq7xyEJ74dM4zXreml4BJ7Cqenls2wPrJCw8q8MG/tXhIXugdjZddnmFR5MIrsDYCTWeYPo0MvbKpdgcqsFdX2mPVau7q0L46W3gaPdrFZz3glLBaLDqFjtsMYGbMCzZUor6jIz8NTMT7SBUu76sd/TPeqQJhUjQgQASJABIgAESACRECrCCQSV8R4gkmVzLDwfREY6Elf0EXiKpgasByvujZBzuWhGPf274grnKij3y0ARYrngTjmO/6ILDFljy9GNsjNa8I44aaWR1B8nVx5q6K313asG1qFVzvqKJz0hTnQtQ563Z6Ax8e7IlecAWmJK9znA4+ZwLgAEPvlB/I3GA2/vUNgpquOEaTcR0ovbGLsQaeKz+D9xA2mCqrL1ujsx8k/rNDFTyWiX1ZaIzIK3Fr583ghKldegi/FCyFn3Ad5yg3FiVNDUOz9YQy3mQC/N9L7pdWUrdjqXFFSp0rlZ1iR5IX8x96B0O9+WXK/ya7CbRbgxgrL+H/HhAdiat8xWHc7mv1NB80mrJe0CURgn0MXOB34mujvKZeXNRmBdV2qYW62tXi6p2WiCRZHh2L9wL6YfOqL5O/lOizAQWZLfvbflz0aoIFncHz5ph4XcHpKyUT1fwV6oOn8Oji2rz0Oyt0T4ug/EOvWxuz9G2BfNfOLkqndtaoQV7i5W9a2D8Reh+NF2tTEld+Pp6KRe01cy0Cx/e8+qah3IkAEiAARIAJEgAgQASKgHAGF4kr4NDFWdlfcgLznSkZ5sSjyXOH6KjupHq7GvXR/8uuB6lOq4+JdxS/hKQ2fa9vcIzc8zp6GfdE32DSiJTyOGmDGjVdwq6UcNK6U7CV/XezMeJuUr61cyUTiiugS+hi645p+HowLOITBptIXQWXElfVVZC+bv3B0RGPM0NmGSwsqKGdEXCnVvLgldClUXOFa+BEWggj2Pv/zyEBUGhokmcuBZcXMs8oARQ2UV422dhNhmG8X+It9E/3Sr6o1wgtwOgvLxBVFQgnwgnk1dcYH9wtY3VMf4uiHGFe9J7J738OMYgtSFFfKTK6Fqw+dFIpcnLlHhpaET6kLOOJWkrV5CUNKTkPNc8cx8PUoVHD9B9evD0Gh6JtwKjcb9S/6wmBaCYXlHctJ13LIzoFo6HwDOk3nJxNXni3tiE5XHXFzS0smLEZgvnU1BDsFY0mnWMk9cK2X9L8VX28xv9FIFNzmK7lvuPIJ94S031oTyuL8f5PA565Q9T2RziUAVdnz+9YU1JtUDZePSEVcElfSOzNUnwgQASJABIgAESACREAbCCglrkiFhA4otu8J+j+Qeq7sarAINrPO4sNPQ9Touw03VrXCsw0d0cLtKn4zcuU7bMRB9reXTMwYcLshREd3wGJTLJZarEHnZlNw4w/7rTtfF2w67wNLg084Os4aPVa9gX6+Sqhe+Ql+1Q9MdCwoqbgSvKMDLJfb4PTSx2jWXgdH3yyQvBhxL8xHbX5h2yCZb0fiaZS9OC95+BiOlSA55qTf7SCG7RJjRedgrB9gg1FbH+A79NF46B7JGPSCfNGrnT187/8A5+kyeNUx1NtfFH19pW0XqsAJLMPwaHof2M/5F2GRgJnNMvgddMDPWaVQ1yM/qte+i2+l/HDfKypZWz69dLB/ijNuVfXC9G5F4g2WF1d+Hh+NOmtaY301D3jmOoBDroUk5fiJK0yYYB4JNXfaSV5euWMSnabfZROhg1JsTvZvaA+THMDb4xPRtPcRxgDIbz4Wuxd/hbP1apwL+QyTIvbYEzwdFkHb0cV6kWQec+ZvjU0B01HnzEBUXJET9R8dxadhF3DK7TsW2PTFvEfZgD8GGLp1D2a2yiexOz3iigwQN3cFuj2FbC6BT/hXwRyUi7wMjx4dMPPoB2TPXQRdJ+zEcFE/NI3zYNJDYoFFyBr5cWwYWvRajYfhQL6ibbHk30PMEyISAbM6w85TuiYq2nhi07ZJsGDrXZGd3Fpp4FEevf73AutXvoK+SVusvXwIXQyT27/KowmerBmOXT8HYuZIc+SK81xRJK5wXhuVBhkjQE4ouT27Kfq9nI/rLucFiyuJ7yxOwOiFbCvOorlfPYwR74r3HklYo/LiR0J5F+YxEvP5MDrXO4G+E7/C7bB0faZ2ccLOAasQrOr5Az6tbIAlZ1M8Dhf9dh2smkdi6yOpUJRUXJEXJRrfX4/2bZbglkgHuvkbwtt/CTqWEit1T9RldVuyuk9jgGyGHbGN3ROWBsDzjYPQYtJdyXMxweNGsXfPH4X9P5cc+XvWsCQenXyI15+AfutOS47uRHH3YWNPnI/Jg1KNKkPkq4v5zAtJMg7bFbj/5zdiYhvA+8IqdDeVtvOkhi6O7iyJNeu+wX23LR5JRBROgLOD7pobcG94DY6FF6HZ063owk4HkbiiDVsBGiMRIAJEgAgQASJABIhAegmkeSyo0agL2OUSnUxc4WKuyHuu/Lo9AlV75MehBzNQMccnzGteDJ/cfsHuYim0OzgCNwPHoFCO23A0tUO5Q48xpirwenlTtL8xA1ec9ySqu7azEbZXe55MXJEdC2Jv6gh/XxZLb1/F4Eqc8GODvNteYUK1Q+hntAq2bw5KXgoUXYq8EjyPVseaV+dQdllRNFmQD+OPHkKHV45o7XAcHdb+gvXJ3HA+5Yh/X8xH+PQGGLqzIba/ccZRdoRK5rlifKw/TGz2o83iS5jX5DT6NRmF7C7P4JWtueQYUpV2npgwcQDES4spaKszNhaxxo02Z3F7XWOF4srW7pVwd9ATzDRbivpNIrA9SPorOz9xJcFz5UzvrajSm83XXRc2XxGsnfrYWecsDo1/jj56y9H6zVb0NmBHBHpY4W3fO/Bs758Qz0H0AI6lnFDGPwDci/GbFd3R9uY4BNqsQDHnfDhwf7HkpZLzNuj51B3Xl5rjV+AcWLkbYic7osK94GaEuPIzhTlYqNMW9SeVwJowf9T17QmrWT8w58IJiMYp77kiWyN1d9dA5fG/JGukl2g+OtqsQbPdhxEzdhDuNV6I7fP0Mbt2e5yush53mEBSr9wMVFscjjXdNqJX3XnQG3cDPvnsUWhgILqztTLFbA262SxFwTH34JO/LVsr4XF/Xyppu6THMyiyf/bFjfgysDjmRy7DtUsOKKTgWJBIXAFTT29HzzsD4gW1pPeEsseCZG0NjvMySdrO7/uzUa+vPvxuOeHzjPppiivy5U3BxNBeLXGl+0nMjvlfirbK+oz5vBed65yH0+3FaKHPiQJW8AkpiO/Rn1GojD12xokasvLygiL3t6TiyudzE2DeTx+HgzrBW25dhzAhsuHs+rhy4x+46K1I/Z4AJxZ1wNeZNzHDMhYBHjZYnn8VtlitS3SfzbeujY8TX2Hcm15o7N8Dl9kxpXxx3j31Lk3D5YaO8fdVQv/N4P2PFV4Me4CdI/TBCa2VpjGvoovdsKdtbdztc1nikcQxrVr9NVbEzsLjzn3w0+UoxjWIldyfLc4NxuMdZSWs7vS/LhFnxdEsRkuufegfsR4dwpcleq6s61ISTx2CMbd5LIkr6f2WpfpEgAgQASJABIgAESACWkFAsOdKUnHl9iwz1Pb8CBNDabSH2C/vUN31OebENofd3SWSWBh/XnigBnvZ/FDcRBITgoudAqOJWG23GV4/fRHgKY17osyxIM5zxWqpDS6wF8uIeTXQN2QtAjp6o8b8Zrh71B4pRWJJGk8jOypiYkAgplu+x6QaZtiqF/eyikD2620jnGq0D7tqjUfNSU9QtYUj+vTph37d6sJEVxqfRiau3B8iQru1idcMFwNkZ7WRaORRJ/7oCccpaVuFUzjJIvNcifm2DW1M78H9/Rw0zvEWM8y7IfvqS3CrKT3ikFpA28QxV8KgV30mjpzqi8j5TTEqcjUCpksPQnDeDVXHlsMF9sJ2sp8FJj9riqEDbdHJrinMmFCV6Nf9F16oWcGbzaM0tgc3j2JjR5xwv4nmckdJ/jxehnqNfVF8QE8M6dQRLRuYxMeKyQhx5XAKc3Cpz3aUt92N/HU7o0f3IbAfYgMz5kCT2rEg+bg8sjUyw/IH5jUsgfGXEs+zlcdzrK44CR2G7sJLnSLIGR4KPebNFHi9PFxNe+DfXLXRvncPDOrvBOuqubG1pwgOvoNwOmot6iASS1vqwTNoJtb2Xg1bdmSN88RxqLQH7UV2eNZlH1KyX96K1I4FJRUX5OulJq6kdSwoQew4DNvK3mh57DicmNh2Ow1xhfNSkS//6YADmm1qjXNMaMgR71lVFp7W3bHiWTbI4sZwohx3pMm9bj98dDuDVXFBV8Ou3kZk1RoopSsVD92iluPWCvP4YXJeOmOiNifypJHFIZKPudJLbwHMWwN7nrpIjweJbsCxyBzUu7YV2SbWTfWe4ALI3pnfCjbrjNB/WD90794UtYrlAtd3nZnM48tQJ+65GIaqrhfQ73YjnLflPG+Ym0vc9YfdV4r7n4vHLZvi0zQucHWsJE5OTVsdHH5sinHZjmDA7xVowzzOknrgdOi6HPciRYiNDIO+JRfHRiquyNrhut07sCT2NX6Bqd+7on/Q/PjjgvLeRuS5ohV7ARokESACRIAIEAEiQASIQDoJqExc4USL0X8OxQskMru4v8vEFS74Yc12MfB7PiNRbANOcBjFU1zhAp92EO3CKBYvo8lb5ilRPRgtOi1EWIvYFOPFcDbJH/nowY44lWZHgjqs/Yytg8KSiCu3MbZCTRyqJg2S+uX+XixctgzbNp7B12LuOP+8DzbJiSvn2QvzsJ2K43fIiyucDUnbupCEh4ydTFz5uLEbCjs9TfSCZtxtL+6uMVdKXJHFl+A8STqec8QtduTiEXvpUyyu9IUJM+B70C0c2eeLOQuOo+3mG5huneC50pi93NXoIIaf7CU0zmDuJT7pC7k4MgK3z/2LfcsXY0uEI66clbafEeIKJ1oomgPOvO8hl7Fm8Vxs3uqHp2FtsevLIUQMTN1zhRM5FK2RdZGJ4+zEfFsNq3zDETXiCi4t0U8kupWIDMaFDV7w2rQD/lfDMGDbLzQ7mFtOXAHWdhZh0oOUxRWJkKnA/nZy3lmpiSsZeSyIE0p6VluJuv6+GFtTehQvNXEleXnmeVLLCgvfmLAg2kyUZULAh58FUcbCSRKIVz6oMSesTK7fD+/HnJF4aii6FAlJisQV+ZgraYkb9a/5ok8xcar3hCw7z8/whzi17wR85q6E/pizcP/YEaOiNsWLmLK+FB2VUpm4EjsWp2v2g65PINyZ50oCk+TiSuTp0ag8tyx6/fBF4bUJR6tIXEnnNytVJwJEgAgQASJABIgAEdA6AioTV7hjQZXbx2LHUx/UZZ4Yoaf24XXNztDxSRBX2G/a7FiQLQw3P2Ku87kR/f4MjjyqgZb5mdeE3JGilI4FyQe0/XxuKGqzWCu7v/jE//o/6cwgHI5cy7w7Up5HeXHFQXKkyAyrvrvgzKsF+D6xKCwXGGPS0b3o8sEFlv380X7dS1ReVwbLdLxw5chw3BhTDN1XNmOeKItxg3kxzH7miP3356PqJXuJd0S1kf9i7bjCODthGiJd96Hh/lJynivBEs+H5G2twtcUY65wniodIFpyU/KixF2cJ4u10T1M/zEHQb3S9lyRvUhKA5kOQYE1gRin6y53XOEX+wW7MjaYBcKvz0E0KfMMc79zXjJgngBVsKjwERxjMSPi07xKjgUNg8HG02wedRDzPhCHH1VG84+jEokrXFyM5eWkRxBiPq9Fc6P7mByzWBI8NiPEFS7IsaI5KO0tQp8DjvBjx7pKb2iNMiPfSbxDSi0Uoetaa3g/24W+5QzivZ1SWyOx88xQa9JH9PYJwCybIKyZcAR1p1WAZ+XREDscxe7BTyRHwh4X9cSZFY9h0fwkRhx5hYm1mXeBiQtyeDzFLlMHmAy8IWljRq2taNNgXvyxIC7YclLPlYUFOym03/yCcjFXIJmvXoief0Hi7REb+RCuddIf0FaRFwm3PrkX9oSAtlyg20VoygSK3iYPknmdJL1TU/ay4Y6uWWFTlV04MSUh7KzUq+saxoawI0LsucNlDhr+nsVMkfNcSetYULwNSY67hbPjN7Xc/sEF/2zonuY9wQJO55mDpg8OSoLmyo7i3GFeKv/YAjseTY97Lh5lz8XWKOvfJ81jQbL+r9yQHgtK6rly5NFgHFRwLGh5rBP+rWAP3dU32P35U+LNMzJ0pkLPFal3ThfsLzoJt1gAYk745C46FqR1ewEaMBEgAkSACBABIkAEiEA6CaRLXPn9mLnM13Rj0RWP4hYL/HrF2wadpl2TBEg1qjEZvnEBXWWeK5ytv+8vQXub6ZKAkbly1obnAS7wJ3spmsVEljnBqQa0lY+5EhNbHxO3b8Eoy4ISBB82WKJZgBvubWqVKpKkwUo/sqCo8d4r/b+nENB2CwtCO1wS0DZn3lLo7nkQW0dWYQF8W6HRwOPIVnUmLt8dhdB5ndlnx/DmG1C4siN2nvNBPiYuyXuuRAUlb2vLyPcYnELMlaggFgvBIgIb3k0CwxR3/YJP2wq43vUFrI+WTfNYkPyv9JIXXydWhwU3DUshoK18oFuDGv2xdacTarDYFjPMreD1YgAOhU8DF7xTFvgzV86qmMFS2XZ7OiCRuBITfgr/s2Kpnz/mYol6DdB5yWYWhFP6+pYR4gp7rcflebbJ5qARzsCjTw9JQNtsuoZoyAIwc4GKdQInoGqzuXj3qw8OiLfEZwxKfY3EYLtzEzhveojPcoGLP7OjaS0m3QFMrFGnyEncCXFBwPuJeCsXYLd4NUdsPSMN4JxSQFtF4srD1fmS2e+/qjK2NC+RLOaK4mxBYEImS8XcYqJkLnLKpU1WlL6ZS7l8znpTmqmYOY+QWu7vFaRrrq4wFXPK5RPSO6ckrvxgR4f0Ox+CUdyRQm4NyY4LRe90QEeXawhnsZhyluiO3Ue4oMEJj4G0AtrKPzAUB5QVJwr+nNI9UYYFgm7JAkF/1tNBDhYMdxULhmvDguHK30+G1UfA17+vJM6RfLrqNp77sXZAIaQc0FaRuOKE4pznUPVxOJEkoG0lZoul7TZ8LFACzZuybEr/tcHVSyywrZxIIxv3mTFV4FX4dHyQbIngQgFt0/nVStWJABEgAkSACBABIkAEtI1AInEl6w7+E9ba1sQzp9csAGPWHUVSyxOlYtacYalMXNEwJOkajiavlXSBkVROnIo5/e1pTgsSbzaWgazGCenRJ+6iVMyaM780EiJABIgAESACRIAIEAH1Ecjy4ooYhzDIoDeut9yM8zs7Ir/62GV4T5r8wpxakMwMB6uBHWjyWlHFdHFxZ5rOr4NjLGiuJj0j0sPmz4tlsKy1DAXH++GIm+yoFcsQ1rYPxF6H41Nb072aHspUlwgQASJABIgAESACREBbCGR5cUWTJ0qTX5jphU21K1eT14qqSHHHc46W3gaPdtLYRXQlJ/Dz8FSMj3Rhx/cSAgbTvUorhQgQASJABIgAESACRIAIpE2AxJW0Gf21Epr8wkwvbKpdVpq8VlRLilrjS4DuVb7EqDwRIAJEgAgQASJABIiANhIgcSUTz7omvzDTC5tqF54mrxXVkqLW+BKge5UvMSpPBIgAESACRIAIEAEioI0ESFzRxlmnMRMBIkAEiAARIAJEgAgQASJABIgAESACKiNA4orKUFJDRIAIEAEiQASIABEgAkSACBABIkAEiIA2EiBxRRtnncZMBIgAESACRIAIEAEiQASIABEgAkSACKiMAIkrKkNJDREBIkAEiAARIAJEgAgQASJABIgAESAC2kiAxBVtnHUaMxEgAkSACBABIkAEiAARIAJEgAgQASKgMgIkrqgMJTVEBIgAESACRIAIEAEiQASIABEgAkSACGgjARJXtHHWacxEgAgQASJABIgAESACRIAIEAEiQASIgMoIkLiiMpTUEBEgAkSACBABIkAEiAARIAJEgAgQASKgjQQSiSt+B/y0kQGNmQgQASJABIgAESACRIAIEAEiQASIABEgArwIdOrYKb58MnGlvnU7Xo1RYSKgKQQCTx4CrX9Nmc2sOQ5uDZZomvCA/lujeBPgh2U/m/yt7qlfIkAEiAARIAJEgAj8dQKOeueQrY7xX7cj9voHtK1p8NftOHwrHDVNOv51OzgDboUdyDR7ZhJXMsWSICMyGwESVzLbjGifPSSuaN+c04iJABEgAkSACBCBzEmAxJXE80LiSvJ1yv0gSeJK5rx/yaq/TIDElb88AdQ9SFyhRUAEiAARIAJEgAgQgcxBgMQVElfSWokkrqRFiD7XWgIkrmjt1GeagZO4kmmmggwhAkSACBABIkAEtJwAiSskrqR1C5C4khYh+lxrCZC4orVTn2kGTuJKppkKMoQIEAEiQASIABHQcgIkrpC4ktYtQOJKWoToc60lQOKK1k59phl4esWVD+/eIuS/lyhWqgyMCxcVPC4KaCsYHVUkAkSACBABIkAENIRAesWVqD9/8PrxK8TExKB05XLIqaMjiEx6A9r+YXY8eBqE6OhoVP+nLHQE2qGKmCthH9/i9duXKFm0DEyMhO9V0xvQVpV7Zoq5ImhZUyVNJ0DiiqbPcOYfnxBx5eGt61g+3Q2P79xARHh4/CALGBiicm1zOE+bj3L/VOE1eBJXeOGiwkSACBABIkAEiIAGEhAiroS/+4jt89fgfuBtvA95JxFWuCt79uwoVKwwqjWsjV7jBqFAIUOliQkRV0LDPmLKgvU4y+x48zaxHSWKFkazhjUxbexgmBgXVNoOoeLK3cfXMX+lG+4/uYXPEZ/i+zMoaIhqlcwx0XEuKpapqrQdXEEh4kpG7ZlJXOE1dVRYWwiQuKItM515x8lXXNmzdhkWTnJB1O/fKQ5KV08PExeuRBu7vkoPnMQVpVFRQSJABIgAESACREBDCfAVV66fCsSSkZ74GvElVSIFDApi3KrpqFK/plLk+IorR05fxoDRs5iQkbodhgYFsHP5NFjWr6GUHULElS37lsNzsQt+R6W8V9XT1YOn60p0tumjlB1CxJWM3DOTuKL0tFFBTSGw0nshrFu1RrmKlVIcEokrmjLbmW8cb/57BUMjY+jlzZuqcXzElaO7t2HyUOmXUAEDg0ReK7JO5P++ZPdhNGzZRik4JK4ohYkKEQEiQASIABEgAhpMgI+4cu/iDUzrN5b94BWlFBG9PHkwbcdCVKhVOc3yfMSVMxdvosMAV/xW0o68efRwdJsXLGr+k6YdfMWVQ6d2w8ndLs12uQKcZ8/a+f6wqt9aqfJ8PFdO7N+FiQOUt2PhDn9ee2YSV5SaMiqkKQROHTsKF8ehKGRiAt8jJ5EvfwGFQyNxRVNmPHONI/zTB9y9fQu6ufVQu64FcuTMmarAV6JppzQH8DHsHbrXrYSvXyIwasZ81GtuA6dO1vj4Piy+rlEhEyw7cArnjh7AsumTUKhwEey9+Qy6ennSbJ/ElTQRUQEiQASIABEgAkRAwwkoK658j/iKEc364dP7j/FEipgWQ0xUDN6zIzncZWhijNy6uVlsvDfxZUzYMSHv01uQO49uqiSVFVfCmR3VWwxAmJwdpUsWQ1R0DILj7ChcyBh59HLjhZwdJZgdd09uZH9P3Q4+4sqH8DBY96qEL2yvKrsMDIwQHp7AqGABw0THhEyMi+DM7qfQy532XlVZceUT2xt3MzeT7JllV0FDI3z+lGBH0h8pjQsXxr6bz5XeM5O4ouEPAhpeAoGgly/RvUMr/IqMlPyxes3a2LhrH7IxdTTpReKK8JXz40h/1Hc6idojLmHDKFPhDWlYzcifP3D9ymXExErP2xYsaIBqNWtBJMqmcKTKeq54Og+C35b14ASUjaeuonCJknj17DGcOjRHWOhbmBQpCh//Uyhd3gzv3rxG/2Z18OnDBwwc4waHKTPTpEziSpqIqAARIAKZiMDX0Hm46jIXJSw2o+LItpnIMjKFCBCBrExAWXFlldtCHNm8L36oxcuYYsbuJYhl+79x7YYBYjHm+q+U/MA2xW4k3jwPii/bzakv+kxgZVK5lBVXnN0XYdUWv/iWypcpiZM7FyE6NhYN2v8PYva/C/uXI5dOTrToNQZP5exwdezDjuYMSdUOPuLK+NmDsct/fXx71SubY8uS41jAYq9s9l2B1s07Y86ENeg7shXuPrweX85pgBvGDvVMc9koK654Og9me+Z18e1VrmUOH7/jLF7hJOxZuxzNO3TBpKVr4NypJR6wOIaya5DLJAyfnLYdlC0ozalKuYDsBVK+hF7ROug3eRMcWin2hlCmO//hxph8rDwmHg+EXTmxMlWojBIEfnz7hm7tWiIkOEEh5qrZ9bHHxGnJbxZNElf+vFiA9i0WITQFTl29QzGlXawSFJUrQuJKck4xLCL7jatX8DPyR6IPS5YsjTLlyysEq4y4EhUVhdYVCiPiszR4bfFSpbHC/wyKlDTFm5fP4D6oFzzXbUeJMuXxNug/DO9ghRD2/7mrZJlyTIl/luakkriSJiIqQASIgJIEQq/1xYNFRxSWzoZyaLDgCnIrSBgRI/LHmZ4DYFjUDTUXuKTaG4krSk4GFSMCRIAXAWXEFS/HI+sAACAASURBVHGsGPY1OyDi02fpXqtcKczwXYoCRgXht3IHNnguk/y999gh6D6qPyI+fsbkrs54/Vy6NytR1hQ+Z7elapcy4oqYCTjFatniY7jUjorMjlO7FqMQs8Nr1U5MnLVC8ncPl0GYNKIf3jM7mvcYhSdxdpRndjw4vTlVO5QVV/5ER8G8bSF8+SqN+VKjigW2eZ9AdEwUuv2vMZ6+eIhWVp3gM2M3O74UiT4jW+D2/auSsqVKlkPArqdpzpMy4gq3Z25Vzph5rUjtqFqnrsSrO5rZN6RVI7x4/BDN2tli1kZmx69IOHZsjvs3rknnkceemTxX0pwuxQVkL5B5y1qhcZV8rNB7XD0QiHAUhvPBmxhcWZgwQuKKwAlJpZpYHIvBvXswr4FAhaXmLvaBTfvExy80SVyJDjuEpXOOgHNEDL9/GFdeRCNh3QIN7FegY3Vh61URUBJXklO5e+sGc31MiIguX6JK1eoSr5OklzLiSujrILSvVipR1aLFS2L5odNMaCkb//fg/15gWBtLhL0NSVT2/Nvvabo5krii+mcStUgEtJVAxKs1CDkm/TXw8xNf/GKnFw3/6QodIyCb2BTl7NyQU0GyChJXtHXF0LiJQOYhoIy48i4oBMMa9pAYXdqsLGbs8YZ+wfzYvXgTti1Yk2gwMoHl2+cvmNxtBF49fiH5fPuDf5Enf8px+ZQRV14GvYVZk56S9iozO07uXAzDgvkw03szpnkleG5wn8sElk+fv8LabhQexNnx4e5h5E/FDmXFleB3QWhkW1piS53q9ZnHygnmvCNG12GN8PDpnXgmDc2tsGHhvyyjUhTzYGmB63ek720Pz3xL82iQMuKK/J65hkUD+OxndrD/DWrZEE/vJ9hRt0kzLNnL7GBijJMtE3quXJLYoeyemcQVgfesohfIlyubodO8J/HHIYL8h8Fp0iEEsR+rs+cpj26eO+HWsTDrMRwXvB0xYek5fGUnBHQMrTDKxwf5NpaH+7GEnOecR8HkVh9xeFpHeO56iZ+srEH5/pi1fRYaGL7EIqtG2PSqEaxs7+L0AQPydklhLn0WzsOaZd4pzjSXZ37bvoOoWCkhiJQmiSvyA3/kbY4ei98mO7Lz7rgrhrhsi1+rAxb4YYTEAyvxWtUragUnLx/0sSgAcdRb7HO1w8wDLxANHZRq5IGl6+xhdEJ6LKh8i+4oeGsXrn4UoWBlV2zeNxKmLMTI94fLMGrofFx9GwVRzsJoNWobZg43w/M42+q16oiHJw+gvKNmHCsKevkCr15JvzAVXdnYsaDa5hbIo6+f6GNlxJWXTGXvXi958DOzajWw9dyt+Pb6NKmJx3dvJ+t+/82nEq+W1C4SVwR+SVA1IkAEUiVw18cQ79metfaIcBSsJxX4w5/Ox6NVSxEZ+gPZdUuiXLtlKNr5o8RrRXbpoj0abt+In5/24K7XGHz/7yey5TJAcfM5KD+sC769p2NBtPSIABFQPQFlxJUXd59gTJtBkoCsqy7ugnHxwiwN8y1M6uas0KDp2xejepM6+BD8Dk7N+uLXz0gsPLIWZauZpTgAZcSVW/efwaLtYIkdj89thymzg0vD3IIdQ1J0cUFsmzeqgyBmR3Vre+ZpHYnLh1ajVtWKKdqhrLjy7NVDduyoChNqCuD83lfIlyc/Ziwdg3Vs7Emv//VzxYThc/D1xxcmyJTC129fWNyVJyhdIvW9qjLiimzPzMXbPHDvFfTzFcCiSWOwbdmiZHb0HzUezlPn4NvXCHSswuxgXjfK7plJXBF476UmrliMvgTv2gtg1WcfYot0grNLZdxY6InTb/UxYPNTDP3aT/Ly+U+ndZg2OBjzenjgxrdmmHVxHj5PqYZ5Z8rDYcc+9KxeGA/nVcPQjZ9Qts1kDKhxG4tmHURM9ZnYv78JNjNxZUOQiL2gGqBgvuqYdHArWnDaDV2JCDx/8ggf5IJ7KsJjVrkKCrLASrJLm8SVXzfc0brbBvyQW6sBIebwPH8AVQLaoMOUO6hkuwB9zQOx0m0v3mbvga3PFuLDhDJw3v1bsja7592G2btfokzXfdjWdLlkfWfXqwN79x74ttcDu2/8RDP3m/DqchwDak7AvUSfZZPcFzY360iEHyY3oqBRXjQcfRKzeib36Mhqy/vn9+/4E/UnVbPz5MkLTuSTv5QRVz5//IAW5QolqsfHc+V0UDgL6qzgZ2K5FklcyWorjuwlAlmDQFJx5Uf4agQ6TYRuvnoo3aMn3l7yQMSDCFTpfwP5653DxeGjUaCwA6pNHoMcBg9w7n8dkSPSEuWG9ELoZVd8uvGFlX0AvWqbKeZK1lgCZCURyFIElBFXwt99xIA6Um94oZ4r667uhVHRlPe/yogroWEfYVq3i8QOoZ4rLy7vQYkiifeY8hOmrLgSHvERtVpL25F5rmTPnhMDxtjg4rUz8U2m5Lly58Qn5M+b+l5VGXElggWttS5rLOlP5rmSncW9GdnFBlfPnY63IyXPFWX3zCSuCLytZeJKSespGG5jjNDH27Bt7WV8FteRvJTGzjWC++EicNp9H0PriMG9wFqzF9g8bdZhR5ONaDrhPMq2XIYFUy1hlPsXO9uVGwUMC+LfEfIxVy5gXMUeOJOrO5YcHwdOszsxiYkvp6tgYsB6hNo3lHiuzL69G62Fh3kRSCDrVPv+9Ss71xedqsG6LKd6rty548tok7hydkJRJpLoo9+Ks+jHjgf9DBiNDm7nwYmES/vq4Gvc2mTxruA7zBgzTpTH+BNuuGL9P1wpPgK7zruCnczE3CYt4Pt1GFbNegl7uYC28mt/Ze2l6DjjNpqOuwR3Wx38eb0Mg+w2AOy+WFxhskRcsZn6EPP65c86CywNS4WsP65JZcQVrlzbyiUQFhIssYITVlYfPS8JassdBZoypA+mr9kqOSLE/duhXTO8DX4tLVvCFP73/kuTM4kraSKiAkSACAggkFRceXGwAV7teIIaQ9/CqGkudvZ+M84PGA0jUzdUnVM+UcwVccwv/Pn2GdnZGaIceXLjS8gMXBu3WBLEtkj3BySuCJgPqkIEiEDqBJQRV7gWBtVhsU7efZA0xjfmCpdFaP2N/akaooy4wjVgWrcrQsOkdvCNucJlEXp9zTdVO5QVV7hG6tuWROg76V6VC2a7c9kZ5Mihg8Gu7XH20jG0aNIOy2ftk8Rc6T3CGnceSGOdFC9qigvM2yWtSxlxhWtDfs/MBbNddSgAOdiPmy527XDx5DFYtm6PuVuYHSzmigNLDPHgptQOPntmElfSmq0UPlcU0FYkroKp54/BtjiQNHZK7O89GFJpNJ5UnAz/o91w3b0jJmx/yY5TAKLsBmg9cQ/mDDRLVK9HeX84lBqOi6LE8TBE7FV2wvFteDekITa/bINVQWtQFyKBI9H8aq9fvcTLl89THCjz/UEt87rMPSzhhV6bxBVurcofR5OB4rL9rLUPhs8oJ2w6916yVrmLW3+cuHKeiSu3S47D/rMjWaShhCupV5csoK645Tos+UcqoCS9Cst9puoAu397hQtZf5zNyoorc1wc4LtuRarZgpYdPI1S5SomyhbUx9mFpW5ekCYeElfSREQFiAAREEAgqbjy/EBt/Lfrv/hjQrGi+7g0yhLZw7qh7o42yQLavr08BE837UO0NDah5CJxRcBEUBUiQASUIqCsuLJ60iIc3rQ34bnEgsNO37UEYpalZ1y7oSzKBzDHb7nEYzlptqAOA7tj0PQRqdqjrLgycsoSrGDPSNnFZQs6vsOLBXCNZUduHCVZiy4wO3Ry5kiWLchpYDcs9HBK1Q4+4srkBQ7YsndlfHuybEETWBahI6f2op11N8wYuxz9R9vg7qMb8eWG9B6DSU5p71WVFVdke2ZZB7JsQTOdh+DkAV+0sO2GCV4r4Ny5FR7eTrCDz56ZxBWlbqfkhZK+QJ6NOyLBHX1YPNAE/s4pe64c8Kwu8QbIX0AX316ewnzHIfj3v4pwOxMAXebxkpAtSOq5EqDXDxuvzkJl5jkguaLY/+WUxlwhcUW5CUwtoKgZi7VSuGixRA1pk7gi9VwxxLAd9+FoESfkSdYYEwnj1vGQ9dfhzH5JlImGyT1XEvClJq6sspB6riTyTonrSxYPRtPEFY4M3/XH1VFWXAn/8B7dzM3wJeIzRk6fi/rWbdiXQgt8eMeFMJZehQoXASewBBzch2Us3ZyRcSH4skxBefW5YNypXySupEWIPicCREAIgfR4rnz7MA9XRs6FSeUZqOLqgG8fE+KskOeKkNmgOkSACKRFQFlx5dPb93Bo2lsSP0V2FS1VHFG/o/AhlEXxZpdxERPo5NJByH8JWUz18uTB8nPbUNAkIUyBIpuUFVdC3r1H5ab9JPFTZFdp02L48ycaIXF2FGN25GZ2vJCzI28ePTwM2IbChQxSRcJHXPn4+T2se1ZCxBdp9iLuMihoiPDPCckekv7byLAQzrBMQfp50t6rKiuuyO+ZZXYUMDBEhFzSiaT/5rtnJnElrTsphc+TvkDGfj8Ix9rsmIS4NRZfXQvzh84pxlzp9KyN5AWzere1mNw/FutcBuPY47qYGXgAhqvNWIyVbyjTcjImjhoA8W5zScwVQ7P+GDi4CoL2zMTR8KHwPdYeO0lcUXr2UkqFW7RYCVQwq5SsHW0SV2QxVyLyVEHPkf+D6fut8FkfDsd/A6C3xJAdb9OHleNCNM9/TBLzJ5x5rnCpwousLc1EmZxoMGgq2piclXz2qwQLXDv+JrrIHQuS91w5OveDJObKHebrYj3SBZZ5zmHZ3DOw8rmHjk8aSrxaNFFc4bv+uAWprLjClf13z3a4D+ktWccFDAzYl4Q0NbP8Jf9lsXjXITRq1Vap+4fEFaUwUSEiQAR4ElA+5soDFLJ5gwtONoj+VBIV+y5A3io3cW38HOQv3hslOtZFcIA0Pgt5rvCcBCpOBIiA0gSUFVe4Bs/uPY6lrrMlgooyV249XYxe7I56LLNjWpey4grXznaWEWfY+LnsuI1ydujp6mLDIjfYtm6SlhngI65wjfmf3IkRk3ul2S5XgAvEu37BIVjWa6VUeWXFFa6xY747MGmw8nZwe+b61jZK2cHtmUlcUQpV8kKKAtq+2tBWIppwQT395llA2WxBOY3qYNCMTXBg2Vn+vFgLh55TJBlWGrK4FMsH6+PiCkdMWX4OH1lMTC6z0EiWOrhvw3DyXOE5d5E/f+DG1Svx8Ve4qNU1ateBiGVrSXppk7jCjf39JS+4uS6VZvBhx9RaOK2Fh4MFcof5wnWAC06x9M06hq1Ru+RBBN4qJIklNKR6iFy2IKZAV+iEqWuXwfyuNFsQd6xowyhTtqYXoH2LReCOBR1faYMfz/fC3XkiTj1habRY8NqqHRZh/pxO+LJamslIE8UVjjGf9ceV5yOucOXPMK+UBa7OCAtNfuxKtr65M6MTF61U+kuCq0fiCs8HDRUnAkRAKQLKZgsqYdtA0t7rU93xbNsp5PhVExaL9iDk8v/w34GTEP/KC5MG9RF26QSKVPNGif4hFHNFqRmgQkSACPAhwEdc4dq9fioQS0Z64muE3NlFBR0WNDTAKO/JqGFprpQ5fMQVrsEjpy9jwOhZ+JyGHUbMjh3LPGBZv4ZSdvAVV7hGjwbsw9RFIxD2PuW9KhdnZea4lUoLK1y7fMSVjN4zk7ii1PKhQppC4HP4R3ZE4xZ0dHKhjkW9ZBlaZOPUVHFFU+Yxq45D2fXHjY+vuMLV+fnjO9bN98SJvTvx9k1QPKbSFczQqlsv9HUelyhwszIcSVxRhhKVIQJEgAgQASJABDSZAF9xhWPBHRHaMmc1rp24iO/fviXCky9/PjRoZ4WeLgNRoJCh0uj4iitcw9wRIbc5a3D4ZCBLb5zYjgLMjq5tm2Iqs6OQUepZeeSNFCKucPV/RH7H0o2eOHRyF4LfJuxVy5U2Q4cWPTGsN9ur6iQkGVEGDF9xJSP3zCSuKDNjVEajCLx7GwJ9Fmsij75+iuMicUWjpjxTDUaZ9SdUXJEfaNjbYLwNeoXSFSqxTGSpn99NDRCJK5lq+ZAxRIAIEAEiQASIwF8gIERckZn55/dv3L1wE2+evERMTCzKVq2Iqg1qskw1soCayg9IiLgia/3X7z84ffEmHjx9xeyIQW1mR1PmqZKTpSTmewkVV+T7Cf0QjDehr1CuZCUYFBC+VxUirmTUnpnEFb4ricprBQESV7RimjP1IIV4rmTEgEhcyQiq1CYRIAJEgAgQASKQlQikR1xR5TjTI66o0g5ViCuqsie94oqq7KCYK6oiSe1oHAESVzRuSrPcgEhcyXJTRgYTASJABIgAESACGkqAxJXEE0viSvKFTuKKht78NKz0EyBxJf0MqYX0ESBxJX38qDYRIAJEgAgQASJABFRFgMQVElfSWkskrqRFiD7XWgIkrmjt1GeagZO4kmmmggwhAkSACBABIkAEtJwAiSskrqR1C5C4khYh+lxrCZC4orVTn2kGTuJKppkKMoQIEAEiQASIABHQcgIkrpC4ktYtQOJKWoToc60lQOKK1k59phm4qsUVsegytg25iYarHVCaxygpoC0PWFSUCBABIkAEiAAR0EgCWVdc+Y3wsN/QM8mHxAmO3+PysXCYNjRDkbz8pyw9MVdif4bg9vUQlLCsC2MxIBaF4PFdEcr8Uwy5srM/8LyEBrTl9sZbhx6GmecMmBvz7FRBcRJX0s+QWtBQAiSuaOjEZqFhqVpciRXtwZj8u9D/iy9q8vjeInElCy0aMpUIEAEiQASIABHIEAKqFFei3u3GpIb/wfGFK0x5Wss/W9AZ2JpOR3CPeTg5zxz54/u7hGF1ZmLjh3wYu30zZjbkl45ZqLjy59V0tO01DeEFh2P5UR9YcOJKtiMY07QDDv+pDbfNV2FfhsdGlY1HqLjC7Y1H5++BK3kLo7nzLkwc3xgCdKZ4oiSu8FzMVFx7CJC4oj1znVlHSuJKZp0ZsosIEAEiQASIABHQNgKqFFeA99hj2wMxI87CziqWF0ph4soR5Gz7BI+zj8a5hVYoIKejhB5xQ70FlXH2dG+U4mGJEHFFLHoKr54N8WnwU8xuVpB5rFzG+qk30WCqAyoxPeXdMVvY7mgM/01jJB4tyl7pEVe4Hx77vJuMm91bYl9wC0zauRaNKyT28VHWjjTFFWUbonJEgAgQASKgegIlmnZSutFY0SHMqDQUV0QpfRv9wfcQKywR4LmitBFUkAgQASJABIgAESACGkogWx3lz46IcR/7R+7H6xRYRDw4ix/VZmH+wrq8aAkTV87C4cVohIzoidk/RuDsOhsUziHrlvNsOQvHIA9YQ6S0LYLElWx7McRiB/pf9kVjicdK6v9W1pj0iisyr+6wc9MxfshKFBu4CxNcGkM/npFylqQprtS3bqdcS1SKCGgYAfJc0bAJzYLD4eu5IhYF49aOc+y3EMWXWHQOW4d9xFgB4gp9F6hnAdFzRz2cuV6INbFWHwH19UTrWn2sqSftI8DdX6oUVziC2bLXQY+FrWHCA6dQcUUqnnzFzhH9Me5lK+zZOhz1CgB/bnqjyhAd+N74H6rxsEOQuMI8VTzaDkBx78cYyo7+/L4zHI3+5wvbhW/gVj83fj8YjZZjs2PlvwsknizKXnzFFdmeOUyyN2aeMytHoWxcZ7G/H8Bv9iwE5XTHynszeMcp7NQx4YdRkZhdskH4HfADbaiVnVIqp2kEaIOiaTOa9cbDV1xJa4TpiblC3wVp0VXN5/TcUQ1HZVoh1spQUk0ZYq0ajsq0QqyVoURliIAwAnzFFWG9pF0rfeIK55nyBSeWuKHPwlfIVUQX30M/ova4HTjhVDTtzuVKCBFXuOqvfBuguc8zGBfMie/votB5zEjc9JmCN/kN8O2DCHYzpUeG+Fx8xZUEb+/feB8SDoNihZHUSSV7TBfMfuKDKjxEHvJc4TNrVFarCNAGRaumO1MOlsSVTDktGWoUPXcyFG+ixok1sVYfAfX1ROtafaypJ+0jkHXFlUv4n/l19L7mjMZyx35iv7/Av8f/g84/jWFtpsN7QoWKK1xHHx/tx8WgXzCsZItGprkh/sOyB90MgeE/VVEyny5vW/iKK7IOhP7wmJKBJK7wnjqqoC0EaIOiLTOdeccpVFwRR0ficcB+BH0EchhVRZOmVaHD5HjOBfL29lCU6mkOPr8HcF8U5LminnVCzx31cOZ6IdbEWn0E1NcTrWv1saaetI9A1hVXMmau0iOuqNoioeKKqu0gcUXVRKk9jSFAGxSNmcosOxAh4sqvR94YYTsSd78XgUF+MWK/vsMvPWtM2H8CNv8IQ0HiijBuQmrRc0cINWF1iLUwbkJqEWsh1ITVIdbCuFEtIqAMAb7iihinMae4B4qvuYi+rfllBErNHiHHgnqazoDx6gB4t1KdHULEFS6AraNFDxjPicE0Sx7nbdKYIL7iCuexMj6/HUpujYGzCkPMkriizJ1EZbSSAG1QtHLaM9Wg+YornGfKxlYl8MzmOaaOKgvOwVOMSDzybga3Q32x4bgDL48VGQwSV9S3LOi5Q6zVR0B9PdG6JtbqI0A9EYGMI8BXXOEseXf5MrLXqAdjYZl9FQ6Gv7gCvL5yBTHVLVBahXYIEVe4AQXf+RfiSq1RQufviSsSOy4dRY6arVGY/ymkFBcZiSsZd/9Ry1mcAG0Gs/gEaoD5fMWVlM6Npvc8KYkr6ltM9Nwh1uojoL6eaF0Ta/URoJ6IQMYRECKuZIQ1QsSVjLBDqLiSEbbw9VzJCBu4NklcySiy1G6WJ0CbwSw/hVl+AHzFFTFLbze7/AjUOHkVbUomDP/Xs6nMHfU75j1fwCudnKwFElfUt5TouUOs1UdAfT3RuibW6iNAPRGBjCNA4kpitiSuJF9rJK5k3P1HLWdxArQZzOITqAHm8xVXuCE/XGiGgfOATu4eqGEkRvSng1jnuRNlXJ7Da2xZQVRIXBGETVAleu4IwiaoErEWhE1QJWItCJugSsRaEDaqRASUIkDiCokraS0UElfSIkSfay0B2qBo7dRnmoELEVc4418fn45FM5bjSbgIOQs2RE/3pbCzKSJ4XCSuCEbHuyI9d3gjE1yBWAtGx7siseaNTHAFYi0YHVUkAmkS4C+u/MafX7mgo8I4J5yRdCwo+VTRsaA0ly8VIAJ/lwBtUP4uf+pdmiq2RNNO6UYhFj2FTx03NLrui5oCYoeRuJLuKVC6AXruKI0q3QWJdboRKt0AsVYaVboLEut0I6QGiECKBPiKK1y2IM/i8xDZrhe6jbJDTTMu1UD6L6Hiyo+whzh68AwOPohIboS4MlwWd0I1HuYJORYkFoXgxtFzCEmtH3FZNGhTF8Y89qx8xRUuCcStHefwPhU7RCiPunbmvJJBkOcKjwVERbWLAG1QtGu+M+NohYgrYZfmYf2mO/iZaECf8eTwIxi3bQAjcUPYr3bgFXuFxBX1rQ567hBr9RFQX0+0rom1+ghQT0Qg4wjwFVc4S74/DsCBFVvw794niClSE62dHdGhuxnyp8ObRYi4EnF8GqoMOQ2UqYGGNQohWffqEleyHcHEDkNwRiRTTv4g7F04DAoXRk7J1P3Bt3dNseqyLxpnoLjCJXsYnb8HHhUzQY4Ulkz2mC6Y/cQHVXjYQeJKxt1/1HIWJ0CbwSw+gRpgPl9xRSw6Dfei3RHRfSLaWyQcA+J+JTg2ZTfKTxuNcgJV+PrW7TSAaOYfAj131DdHxJpYq4+A+nqida0+1tST9hEQIq5wlKQeLMdRY21FPF7thwtXP6G4eVd0m9QHjeoYpfhynxJh/uLKeyzq0g8P+/tiTYe8Kps4IZ4rSTsXZ9uLIRY70D9OTEn6b2WN5eu5kt5MminZReKKsjNG5bSOAG1QtG7KM92AhYgrc2rsQ/vbiVV27ljQmnbeaHCIn/ouA0KeK+pbGvTcIdbqI6C+nmhdE2v1EaCeiEDGEUifuBKAbsHTYcbMi/n+DBfWbIff+hMIi+yA6c9d2Y9fyl/8xZUzsDU9i0EvpqJdSm4ayncfX5LEleTQSFwRsJCoinYQoM2gdsxzZh4lX3FFNpbYyEhE59SFjoq+QElcUd8qoecOsVYfAfX1ROuaWKuPAPVEBDKOgCrElQq/PuDhocM4sHIrrv+njzpdXTBiTiPo8zCbv7hyE/YVdqDdzfnoqjrHFZC4QuIKj2VLRbWdAG0GtX0F/P3xCxFXXm1vhcEOx/EVRdB36ys4tffHBLNNaLb3EGz+ETYmEleEcRNSi547QqgJq0OshXETUotYC6EmrA6xFsaNahEBZQikT1xZj+ztsuHuoZfQq9gMncfZo1XzMsgpDTTC6+IvrgB+Yy3h9mMqTs23QhEVCSyqEVeOwK3tEXRi3tUWLLYJHQvitRSoMBHIOgRog5J15kpTLeUrrshirhRc/BxDzObAwaUkfE4MwLuVrTHZrzvWHHXgFfFcxpXEFfWtMHruZF3WL1c2Q1evGlj3cCFqCtgsq2/k6u+J1rX6mBNr9bGmnrSPAH9x5T0uLVqMHavO4S2KoqZtT/Qe0Rali6Qva5AQcSX2SyAcOk7A+leK5y03rLAvyAPWECk9sekVVyK/heDLb0CkYwCTfLqSfrk4gTePhKBkRmcLQiS+hP6CboHcEKnY27tTx4RMnyIxu2RE/Q74gYIYKr2+qKCGEaANioZNaBYcDl9xRRacq9dHX5jnvINFNWfA6pYvqmMPxuTfhf5fKBVzZl8G9NxR3wyplvUDTK/XFgciomAz9RVm2qVv46w+CurpSbWs1WNzVu2FWGfVmSO7swIBvuKKGBewyvY6zAQGrk2JiRBxRdbWz48fEBGjqOVcMDDJlzyLUCoTI1RcifkWgMWTemLptbD41kvXmYGFM91RMx+P1DxytvENaMtVzShvbxJXssLdTDaqnQBtUNSOnDpMQoCvuCJmKvwh+4p40vYuETreSAAAIABJREFUXLq/h08dNzS67ot/Xk3FoNohmPJpDSoIoEyeKwKgCaxCzx2B4ARUUyXryLPOaOZqhIUujzBugxX8jw6DAfudcnnb2nja5TYWDzSRWMh5twy+NBTHNtsBwb5wHeCCUy+ikS1neQxa5QfnpgXgP9wYm2L7IO/13Qg1X4djS6thn6sdZh54gWjWRvFGM7FinT1MmXeMOOpt/Gcx2Q3QpIs5/gusjjVnR6IwwnHB2xETlp7DV7aRlq8nAFe6qqiSdboM0YLKxFoLJpmG+NcI8BVXgPe473uXPY2TXyIUR42uZrxircha4S+uMA+affcQlIIdVp0rQvotxe8SJK6IIrF5TB7szL0d3kxgKacnRuzPu/Cd1QFL2bGlk4vskYufGZLSfMWVjPT2JnFFwARSFc0nQBsUzZ/jzD5C3uIKS8U8u1Jz7Hurj0LF8uB7yDvkLmaA8JBwWLo/h9fYsoKGTOKKIGyCKtFzRxA2QZVUyZoTRPZXvI71TnfhUM4HLS8cg21x9qvYhrYYeLIvjm+zQ04mtqzrXAsvu7+GZ9drGF+zD3TdL8O9hwkir46Dbfd3cLu3BT9cjTH1vA08ds1Dg2IFEby8LsY8GAP/jfbIK3qA+S1a4FHHQGwYZYpH3uYYsK8F1vjOQpX84dg7whxeD0dgPxNXIlnfvTY1wcaD41Ehdzg2DKyEkxXPYrs7l6tCvZcqWavX8qzXG7HOenNGFmcdAnzFFc5zxdvcC3dZMmb560foR+Qy7obJt0byyhIka4O/uHIJ/7NYiCMieTui8S40AoUKd8GOK85ozOM4kMwOIeIKF1PFiaVe7nzBF82zJ1CJjd2GoQ3/ZSmZt6CxAOcVvuJKRnp7k7iSde5pslSNBGiDokbY1JVCAvzFlcs4sfQVYo3kv5V0UbpBa1QsmVswZRJXBKPjXZGeO7yRCa6gKtYx3zdjaJVtaBcnqBwbWxSbCpyWiBjcZwOqHEL/e7th+XMN+tY9h8H3t6B+4FBYuhbD9tseKC8ZwUsssmqEby7vUOOwoUSo4cQTRRcnqIx8OAPHV1bAYpuGCLUPwty4Y0g/jvSH9dxa2He2PXal8BknvBQWTE1YRVWxFta7dtUi1to13zRa9RLgK66kZN3P64sxZ30dTFneCEISO/IXVxRbEuo/CR0u2OHavKqCQAoSV0Rn4NJwFqyPn0Qb5rUiu2K+e6NPi3uYcHkNqqtBXMlIb28SVwQtJ6qk6QRog6LpM5z5x8dXXMmoEZG4klFkk7dLz52sx5o76mN/rB/89tuzo0BA5CVnWPbPiVWSwLaR2GZvirs2wRifrQfsTg9joogNOBGkvtPJZIO1GH0J7R/WSSSuxHw5gdkDxuPwsyjosHh/sV/Dodt0nURckQkyU9rFStqSF1d2MrFmQ1DiwITZYzphVZAP6gr4hTI9M0PrOj30+NUl1vx4UWkiwIeAqsQVMU7Ds3ggugVPghBfQlWJK8AZdDa9DIegCbwC2cqYCRFXuLoBcwtg1I32mO05FzUNxIgJP4tZU/rgZbUAHHVrwmdK4svy9VzhjgVllLc3iSuCppAqaToB2qBo+gxn/vHxFVc4F8fR+XvgYhL306Qj1UMXLOER3JbEFfWtFXruZDXWUo+TpCIGN4qu3qHgRI/w3Xbo7G8FO5EnIgcFY3RTMX4eT+q5kjBu2REjqeeKVJw5ZnYO6yaYsaNFkBwFEuK5oj6yyXuida0++sRafaypJ+0joApxRRz1G8H7p8LNrSA8n7tCsY9i6mxVIq4wO14enI5GEwvC74mLINFdqLgijgnHwZXtMWNPID6wbEHZchVBk67L4D3cFvmyC3BbYbj4iysZ5+1N4or2PRtoxEoQoA2KEpCoSIYS4CuucC6OEaHhiErTKj0UKFIQyuYzIXElTaAqK0DPHZWhTLMhVbD+/dAdbVqHYdbzNbCQS7/MCSCO110kgWtzRB+EQ6X/4Qp6xKdpFkdfZDFXuuNT/1NYOdYMOX69xKYJC1Bk1Ar8nmsk57kijdNy/J8D2OJhgejwQ5jaZShuV1kv8YDhYrr03MQC2KYQc6WLVxEsOrsWloYsrOKlyfA63Q6e7hYSkUadlypYq9PerNwXsc7Ks0e2Z3YCfMUVqYeKB64n+dFLhALouHInBrTLK2jI/MWVM7A1nY7DkHo5yi4RjNFphjd29SsqyA6h4oqgztKoxFdcyQgbuDa5PTOJKxlFl9rN0gRog5Klp08jjOcrrmTUoElcySiyydtV53Pnz4sFaN9iEUIVDC97TGt2fGQN71+yuDY7NHuC6UGreddVH2VpT6pgzcVX8WZB+A4vtEpkflSID3o0Ooi+56WBbblyPtn24+A8i/hyUXLZgkQs008Lp7XwGGmBM3HBcWUxV/48WQuHvlNw9aMIOoZWaF/nGQK+jpYEyc0RFY7D0zpiyvaX4LIF1auRF3ff20kC2ibNFqRfphNmblyGpswedV+qYC1vM3cUq6tXjXixSt3jycz9qZp1Zh4r2UYE1E2Ar7iiyL7YXx9wac54XMw3GePHlBY0BP7iiqBu0qwkVFzhPFduXlqPwwG3E2VSEokbYKiHAyoJcF7hK66k5u3N18NbHhSJK2kuGyqgrQRog6KtM595xk3iSuaZC3VZ8reeO6oSRVTVjjp4/y3WGTk2WcyVvxG0NrVxqZb1A0yv1xYHIqJgM/UVZsYF881IrlmpbdWyzkojJ1uJQMYTUIW4wlkZG/0vZpa6ocaYK7/xKewr2AkcBVcuGJjkQ+zHr8iWPx9y83BtFCSusFTMflOKwvVCSdRvWhUF5SxSp7ii2Nv7E46O7IrgNkcxzr6s0h7eJK5k/L1HPWgAAdqgaMAkZvEhkLiSxSdQgPl/67mjWBQJxwVvR0xYeg5fY4DijWZixTp7mLKNV5D/MDiNO4QgdgaN86aYsmUbyh+vgx6L38aPWhZzRAAGtVT5W6xVObiI466Y/6IXPAbXQM6Yl9gwxBL+RXzhJ+cho8r+hLalStaRZ53RzNUIC10eYdwGK/gfHcYCCb/F8ra18bTLbSweaCIxk/NuGXxpqORoFuS8hLLlLI9Bq/zg3LQAuPg2m2L7IO/13Qg1X4djS6thn6sdZh54gWjWhvyaF0e9jf+M8xJq0sUc/wWyI1kKvITk6wllJrSeKlkLtYHqEQFNJaAqceXX4xUYYx2OEWoLaKv4WBA3T7lhhb2vLbG+5AwYrw6Ad6vER4dSm0sh4gqXinmIxUp0PpU4W1B61wxfz5WU+ov+sRpO5k/h/nABhDh6kudKemeS6mssAdqgaOzUZpmBkbiSZaZKZYb+reeOInGFi+fRa1MTbDw4HhVyh2PDwEo4WfEsNg85jz71NqDNoTPoVzkWj1d2Rb8NdbHnigeKaNmxIJVNvMCGYiIuYu3EiVh1jBMDdFC55SzMWdpTIoBlpkuV61oW8He90104lPNBy7gU2Nx6HXiyr+S4VE4mtnCxal52fw3PrtdYfJs+0HW/DPceJoi8Og623d/B7d4W/HA1xtTzNvDYNQ8NihVE8PK6GPNgDPw32iOv6AHmt2iBRx0DJWmxuTg6A/a1SDG+jaJ7hUvHre5LlazVbTv1RwQyOwG+4ooYF+Bt7oW7cjFXxOxp/Sk0ApX7rMCsOcJSIKvyWNBPzmPFiHmsCIAvSFxJIRWzgO4TVVGVuBL1ZTEcTS9gOI/ED/KGkLiS3pmk+hpLgDYoGju1WWZgJK5kmalSmaF/67mTXFx5icU2DRFqH4S5cccuZEdO9hwuCI+qs1Bouh+m2ZmxV/pfiPgUiTyFC0JM4orK1oImNaSqdR3zfTOGVtmGdnGCChfLZlOB0+BEDO6zAVUOof+93bD8uQZ9657D4PtbUD8waWYmaYanby7vUOOwYaK010mZC83M9DePZ6mKtSatPxoLEVAVAb7iCgsljvu+dxPFFQH0UdayJooZK5tWILn1qhNX3sCj2To0Pu2hvlTM7FjQ7fWN4XrPFo4tyyQenLgsGrSpC2M1xFwRiy5j69CleCpnQeyPINw5exG5LTZgu689HQtS1Y1D7RABjgBtUGgd/G0CJK787RlQf/9/67mjSFxRlGI4e0wnFujWB5Wf78M81wU4du81cpdtjeHTFqCHRQFQzBX1r5ms0KOq1jV31Mf+WD/47bdnR4FYoupLzrDsnxOrHi5EzZzStNV3bYIxPlsP2J0eJsmoxAkd9Z1OJsNkMfoS2j+sk0hciflyArMHjMfhZ1HQ0WVxEb6GQ7fpOtZOhXhBhkuvzV0yAWXf2fbYqSAdt+xeqQuRWqdIVazVajR1RgSyCAH+4op0YD+eB+LfnSfw5oMI+U0bwKpvc5QyFj5oIeLK9Y3j0G/lK3xPkrnoe+hH5C5iBJ1YS2y56ozGPJ5ZgjxXsh3BxA5DcEaUXEHJHtMZiw76wEIt4kowbu04x+SvxFd2/XKo16ou9HMImx/yXBHGjWppAQHaoGjBJGfyIZK4ovwE/c1fipW3Mu2Sf+u5o4znisx68a9wfPyuB2Mjzok4Ev/tHo5u4/JgGRNdarzw0qpsQWnPKL8SYhFL21xqNixPBMKunIDdJb/u1FZaNeta6nGyISi5WCGL7xO+2w6d/a1gJ/JE5KBgjG4qxs/jST1XEoYtO2IkzcwkFWeOmZ3DuglmknTVQj1X1AZWQUeqYf03R0B9E4HMS0CIuBJ22APjh52CgWV1fDv7ASaWunhxJRJdN25Dl0bCznDyF1fOoKfpRhRZMxVjqyekfxYjGPN67EHDXaPRCNLAtnyOBwkRVzJqdtNzLCjmezg+fYtEbv1iyCcsO3b8sEhcyagZpnazPAHaoGT5KczyA9BEceXH871wd56IU09+sPnRQanGIzFzyShULZDwS7CQTCeqEFdU0UZ6F93feu6kFHOli1cRLDq7FpaGzLn50mR4nW4H984H0bHNPTie3I0u5XLhy1lXtO/3Awtk4krzqxh5ezdasznNzBdf1tyLuPsxxW7ctUdcksTlSOlK/BKfMpXUxJWk/YtyGqBK6xnwnt8JhsL252qbHr6sFRn2+6E72rQOw6zna2AhN15OAHG87iIJXJsjmolTlf6HK+gRn6ZZHH2RxVzpjk/9T2HlWDPk+PUSmyYsQJFRK/B7rpGc54o0Tsvxfw5gi4cFosMPYWqXobhdZb3EA4aL6dJzEwtg6zsLVfKHY+8Ic3g9HCFJex3JPlN0r3i6W0hEGnVeqmCtTnupLyKQlQjwFVfEeI1NVsMhdtkF+3ZX4Vk8gGUImo6S1xfDdawhpgX0Bft65X3xF1feYI3bDVjM6oRqiXp7jz1zL6Hi+KR/V84kIeIKdxxn/TQf3FPg1KfObEHcCKMjDmNmmx44+JDbk0ovwzKO8DzmA3OBnkUkrii3dqiUFhKgDYoWTnomG7KmiSvi6BNwrTwU4vFHMasv+2U45i0Oubdh2U5GSdz8czH3feu5tSQvK4V5zoUqhBFVtMHT7GTF/9ZzR5lsQfplOmHmxmVoysLnJ80WNMrHB33YsSCWowXLO1ph5b1o9Foeigk2ymcdSC87vvXTw1pZsURmk7Ll0xJXfMRbJC/63PUz7CRm2/XDi+bSmCOZ+UoPa9m4uPgq3rHbcHihVaKhRoX4oEejg+h7/hhs2drkyvlk24+DchmTouSyBYlYpp8WTmvhMdICZ5hgtr/i9Xhh7M+TtXDoOwVXP4okWbDa13mGgK+jJUFyc0SF4/C0jpiy/SW4bEH1auTF3fd2cc+rxJm15O8Vdc+LKlir22bqjwhkFQL8xZXT8YJKRSj+byFPb/7iipTw9xeXsXLXSdxjx5MMTOujX59mqGkknL7qxJV3uH3yDowbTcP0WQ6oJMBxk6/nilgUjI2tSuBC+f2YN5v9SME8VmK+34HfqHbY8noiNhx3SJQmWllKJK4oS4rKaR0B2qBo3ZRnugFrmrgie4F3Z788yzxhJUEoq25AIcv7OH5O6hUggikmHg+Enpf8r8qJPVtMkqRFTe1FJyEtqvRYwbt2M/Fp1yTJC5R+mf7wZr9Eh0xM8EqQ9f83jmXQc0d9t2F6WCsSS95f9YKbk5dkXWXPUx4DFrB0vzbn2TGf4bgYd7Y8TwlXyct4Nrmy8qmB+YgrHKmEYys2kO8/oc2fEm+MpyxrjjQw8Q1Mq9UBoumh4GKHiDlPj/IZfwwpPazVtyL49ZQZxFhFFmsia34zQ6WJQMYR4C+uPMOKevNR1Zfte4qfkggtXV9NAra4YPGeJlhwtDsLb8v/EiKuhB6eBnOH0zCKO55kapkbd678wv/Wb8bMhsJ87ISIKymN9veD0ei8tjr2LWI/tvFHAr7iSqxoD8bk34VeH31RVy6+SkzMFrgYHkB/yhYkYBaoChFIhQBtUGh5/G0CmiaucF4NXAaag3n/h6meE9DYLPHXZ9KXlaQvsPKffxaUFlVHIq7s0RmJDb4svXBOlmq1dUKq1czwskTPHfXddelhnXRtRgWvRd/G69Fo6xE4NSyAbw890avtEfSOi50iX16S8abqEtTaeQmOFrkQ6m+PDs454PN8LerqpBxzhWsjsecKO7bScSj+DL0Fr+7HUmzTeF0z/O+2q8Tj5dcNd1h324D8nbZKPEC4f7celBOrb3ugfAaiTw/rDDSLV9MRx12Zl10veAyuwbzuXmLDEEv4F/GFn5yHDK8GM6iwJrDOIDTULBFINwG+4grXYdjh8Zjv3x6zV/3BnOIeuM4CyuYt3Awj/WagbnEBLhqsTf7iCssK1NwJoWO2YXXba7A1PQvHIA80ubkU1djxpH9P90YpAXRUKa6Is+3FEIsd6H/ZF40FYOErrohFT+Fj3htlfa+hTcmEwf9+MwfDbGMx97obTAQwIc8VAdCoinYQoA2KdsxzZh6l5okrgJi51l9a54I5y47j9S8DWHSfgamTO6Eoi6CmrLjCZefYlUKa4LQ+47J6cClYZRk/5H/5J3ElM98NqrctPc/4pOLKI5+GcAh0lhwfkf3+x5XZYnISe6ZWR2rHguS9VXqU908xoG3ymC950WTkJsweWS/ZL5/ybXYWzUdHm7fwerYQv2dVw5q8A/DD+w3GP18IERMpXYN9Eh2hUT1pzci+FxNxEWsnTsSqYy8QzeJFVW45C3OW9oSpsB98MwKzpM30rOsMM4oaJgIaQkCIuCL32o6voV8Rq5sfBQoIT8PMtcdfXDkTL6hYIyCF/+af2UyQuMJSMX/+EI7fcmtC/DsYF7YOxqzAVvA9sABl1SKuBGNf71rwvmaK+k0rxH13R+Ll2f34Waw3qsQFlc8mbgj71Q4oreQaJnFFSVBUTPsI0AZF++Y8s41YE8UVecaR725i58yB8DndDJtvL0SpE4ljrqTkuSJLfSovkiiTFnVlkAsu/SVx5c1/r2BoZAy9vKmHoafnTvrvQnWwTro2j402hFfktvh4KNwo5IW7pOXv7bSH28xAhOvqIAfbYkZ8NJIchUtLXJF5rsjiF+l7PWFCoXSTnlKbduX+z955gEWRbG34G1HMWVQMa86uaUUMmHPGiBlMmEVFEcMVdRUVs2DETDBhWnMWI+acdV1MGBEVBRSYWzXDyERmuplpBrr6f5777M9UV9X5Tk3Z/c6pc65iZo1RKL4lAJ+GjEHZrdvweUIZfBj6FFarSuPDEFJVx47HkywZUwitk78i0kYPTOu04UdmRepWgCtckeIudrvsJmltNS+JtDK6LOsEkiqK88UdrjyFS92FqLx9FQYXOSmDK8OfTUJufzd03mGHKwe68YrS4ANXpDpKMVtY1sDASX4YWC03Zz3oDdwjV0Lg7+yNx3pGY3CFlzvYTUwBTQXYSw5bFSmtQFqDK7TaRp+tLbDzSGLCWmnsDpLzYbGs9Gz7x/1UEtomBVe4RK4k+lGec0XoyJXwTx9w++YNZM6UBX/VskX6DLp/6mb7TvK+dUJpbUjkCk2sujbbIY3IFVnVm44keipEXoWJS+SK8rGgf1c1Qe8tHWU5XHIn0SfNHRTsXggBWZwRcSI3liVUtxn33AbW/q/h+Ei1+o6hHhBKa0Pnk5bbMa3TsneZbalJAePAlU94dPAqstUeDxc/e4HgChB2cDJa7GuLK6t+oucfM3EA8eR4UmOs3DkDDjyPJ/GBK6byN1e4Yqp5sMgVUynL+k31CrCXnFTvwlRvQFqDK3Ff/OD81yzk99iLGT3Kk8D6aNwO6IkB07Nh3h0/1D7riEZTCmPjZU9UIvyBHrUYENQBWw5PJClu5TkOfF+M/136lGtZ1L+nWmG5HriiPL4xFlDUj++4eikEcfFxsu5y586DKtVrQCJJp7X71LDvaK8spF8teiTs7q2vKF+zuEnK0wqpNZ+cK5vz7kfQLFtEXRiF+r3eYUbIZrQlcOXyui4YPe8zxhDAaGjkClVbHr3SH5Yz/sXUP1x19knhCo3sqjPyOBQlo2Pf+aJPnel4V2ehylEm/V6UtxBSa0PnlFbbMa01j4wq+9rU+4o5r6vvT6/jZa4aKJ+Mai/UvsR+NH+A4Gt/3KfrePi5EiqV5pOalO+opr+PK1zRNaPI07MwZnoxzBOsFLPyTGLw6d1X/MyYE9bJPJ7EG66Qo0GPzyzAssAAXHn7FTkL1kWLDnMxqnVpXslsqXVc4QpNaDs2pwPOkxw46lcWdMFSltDW9F8oNoK4FEgNLzni8oj4rE1rcIV6kJZE/dvFA3tuRMgcmqdsawybsQAOpIxvfOQ+uDcZiiMfymLyqdPolu8qFvbuDD9S1pdWP+nSPh8OXqkvgysF1MqiNuhig/8uVoWvrIyzrrKoSUeuqI/vUJzfUQnFSo2LjcW1y5fwI+q7yuL9448SKFlGe/pQQ/YdWVWYcd64/OYX6ZfmfvDAnCVOKE7y1ghxGQpX1Nv9fDQLHVpewaiQvWjLtda2HsNMpbWuYQ2tFjS6JS1PDUQcHY12I3ZCWtINQUf64s7UjnAnJX1p7o4/e3WERcAJ2O24i8E2SedcUY5cof3SaDCHVbXgf34U/puuvU/nmlJSXpJW5VqKBvuvY1Aluq7fYEXbv/C4y00sGcAtZZ/QWiv7QB7lk1h9iX4myVAQdfvNgpdba2RP4fwnhpbcNvR7mpJaGzpHPu1o1FXXhdWw7v4iVDfAZ0nlwzLlvsLHNm736IYZ6mtdYpENFZuOxeS5Q/GnbFuJQtDAYggosA+7PW2TGFYfMFHux0ojutNQe9R9dHORDVwujMDuICfkMbSTVNDOWHAl5j9//N3lE5yuuaA0D7u5Hwuig8TgwdFtmLXmGM6++oHchSujQ+8hmNK5EPg+PvCFKzc3VEbPbVnQrvsw2JGke9/DdmDNpj2w6nIJO0bZ8FCEO1yRku9QRFg46JNU4vUDt70dcdbaD1NGlSL/QnO/WOQKd83YHSJRwJCXHJFIwcxMIQXSIlxJISlTZNjbN64hPPyT1rEr/1kV+fJrvtTq23d+PlqALu22wHauP9w6VED6mHvYOLIj/H7Nwj8kmSqfko5cxeELV7iOw6W9KbTmMr6Y2qak1ooXTmvvN7+TUv94FwTXZi6IHngBG8YUS1FXGBuupKTWphPyHmbWbou9Eb/QavpzzJaVCE/6Modk4/rmyO9z/XBFsdbjI+9h16TemJOQo4xGdxp26YMryr1waas6etr1kaqd3OFKjCyJbaxWZ2VEDusciP3wFRa5ciCJE8Mad/OBK1eW9kPT9VnRfUAHNC1qie8vT2PhijPI188XZ6eUNWw5qbXiA1doVaARtl6ov+syelon/oj1650XOtnfwcQQP0GqBekymJZiHl/2FkY/W2BwElvlvhhc4bWU2E1iUEDfS44YNGA2pqwCDK6krP7JGT3032d4/vyZzi7SkWNBf9nYImt2VRyib9+hL2+K4yWKzn+99oFDvWMYKIsIUY3ayVPGEZ6BnqhLjp/Qh9/Gc7Ohx1934L/3GeIs8qDVZF+0/7YU7t5n8DXOEtV6rMdyz8ZIJ2ubAc1KXsD+M18gIW3tZx3HDIcCUIcrskiakQtx+aMElnkbY5pfAMocrQmHJW9+2991WRjcK3ihQ5NHmBm6BrUggfJ9FlnLoP+CPaCRHor+28/4hi2zz6rMSxs8MpXWyfF/Wr03pbXWBleo1srJg2l0nFt/V5x4Jo94G7h6D0Y1yiWr2LQpvg+yXd2OMJt1suTD74LdMGhkAEJJcJnyGpT+eoNdbj0wm3xPaHSR4nuRkTxs0zWsvjZ95kRiolJETdaibrIIu+QEaKW01qZaw1HBo9DELR8WuT7AhA2N8c+hIb8jG6Sx97BhUB/4nHkv0724nTuWrRkCq5OOaOpVGAPtzmIlifiie1frSTswd0B5g/aj1tm9lfZIapk8cut131ACdyJxbtmIhD0QKGI3GyvXOcH6BfF108toOM4CBxT7Y88VGFN7DzzG70co+blb0ZZWjNK1Zuheqm3uMxvuR/vmixGWIHTBFvI1qbi0r3X5vO+2u4kVwwqoVCFTXvd0v6b6aBtj/4S7Mrtq9fkPewPTyxJpZ1mYD7vLXSVwMk4WufKkvjPCtvniGbExV2VnLN/sIYuW0ZUHbUjFv7HoiPz4j4Qc4qV9Vj1YEy73/06wKel/l3T51lRrMDn9coUrUpzErITyy+rjZkITTH/VCHvI50V8z6Nv63iDp8YdrpxCz2Lb0eQ8TWibCDRiXwegbt0X8Ax1RzPiPa4XL7giOQXX2svR9lwQmlokjhgfH4Ah9U5jZIgvqvIIHOZ6LEiXrbQU84A/r2I8OxbEdTmw9kyBpBXQ95LD9GMKmFoBBldMrbDp+v8RGYmfv34mOUDWrNmQwVL1V9uk9x39vyrSYyKKXDR/5ovCzUXNMWxvN9mLXnbykF935BOM230KjlUzImyXE9qOP4bKzgex1rUqYsN9MbT2MtnxlN7v+6HuiBcY5r8bQ+vlQtg/TujsEga3s0fQNkZJ7T9sAAAgAElEQVT+gkkhSfVX69C3/nq03iPv841/J9h7V8OOSx6wTngRVcAUZSijuM/O/yBGkv6/3Z+FXm0PojfJO0JLB9OXjiIjDmDl6GqIeTILXcln/clnNH+I+mUarU23NlJzzymttfbIleOY06MfnjU9iQD3T5hYvQ8yTw3BVAICoy5PQKfubzGZ5HT67maF6WdbwWObF+oWzo1ckf7o2ygAbfYeRr9KGWVrsFsb+bG1bEtKYnb4bGxZ1hO5yYn8aY26QzrmOTxsliW5No0ZuZLSWptqnSo0Wj/yNoaX9kGLc0fQKaFcSrB7SXhFLMJWb3tkI8c7d46sgk05d2JroxUkZ1AIOs8/gyldCuAj2bs6jE0Pn6drUZ1CEL370WAc71wDj7u/wDwSKUNzDvWtdQaD7vqhZFBb9NrUABv3TUTZTOHYMKACjpcLxsaeFH4sR+058rUUTdZH13YrIW22QL4uYsm6aNYdv8i6oH3SuWtbM5NzDNY5d9sMhkeuKPxBQeLou1NwbI29EuzIgHXdaiD4r9NY514eMc98MKjZBjSTHQN8pnLUh+7DdH8t6OiP2UOqIX/e3Dg82koFruywdEHg3sRcZ9uz+mIfAT+HCKCUQxh5hJhytAr996XZvBq/oaIy8NT375Iu39oaHJ1jqtWq2S9XuGKqmXGHK9fhVPofdH04He3SJ85KGnsEXcrdgfszV9mPHlwvPnCFjhGyrCwWx3tjXp/KCUeSfuBmYGesiVqAFQMrJ0wjM3Lny2NwDhaucEUq0awWFP89FLeCzyN38z1Yt74jOxbEdUGw9kyBpBRgcIWtj5RWgMGVlPYA//Ejv5Iw4DjtgcCKXjNnzoKMmVRPOicPrvyLJa3qIcwpVPawTy9pLMlRUWYyqicAE+WHX+VKTXJokfig75qur8qDMv2ldx15OQlpfAnL2+z4/TKT3ccOwy+O+p0UVbnyDYUkypEqynBF/T46V/rS5VfgOAL6HlO5T3le09pp/rJnGq35+z4t35nSWmvNuUJyUVRuOw/L5tsj8ylnNHQrjMCbHpBnNUpc09UO5FV5MaQJs0ffniB7SVW+6Bhjik9GJfKdoflq6KV4UZT96q8UfaW+No0JV1Jaa1OsY5r7x7lyANolABVaUWtTrpMInFpeVjVrTPE5qHnoIvqWV4Wo6kdOdO0zSe1HLa7bo8teB9le9YpA6IGn+uLw5lpYobZnKsbauv4nhjR5/DvSDriHeQ2aI8aNVPpK2Id+g6Kxt3Wumd0dtqjspcpz71FaFXyor0OaX0j5CJxiLQ7Y2UcGMS7/hh35EeBUDJvjvbBquRNKkBC/6E9h+JnVGjkyqQIcbcc6E9etPHJFuaJe9LWpaNH5MxaE+uDtsPw84EpZbv8uyfIqzZFVENQG002xLrn0yReuRIXdw9F1O/H8gwQZrCqjzcC2KGGt/0icrrlxhyvAmZm9ME06FuuGFkdmWccxuLJ6CuZFj0SQS/GEoTIiT4EcBudg4QNX6LGgQbYOOEGqFSV1ZUFnrA4JMviIEHe48go3tpzBe6VJxH46S+DpSXTc/gjdq3JZGYlt2bEgfrqxu0SgAIMrInCymZvI4IqZOyiJ6b14/i/+/fepzhYS8gtRDZtayJ4jp0qb5MAVqeQoxpQagLzkOE4ihNANTFQf8vXBlcSQ8NXtleDKsloqx38UxvRaEYZxZVSPASk/1H8emw8LowJUwuANfYFVF9U0WqfetWfKmae01rqOBSlsVlRFUtfAduwFtL9fUxWukAiAxGMLiXdoAzj00+xl3BC4Qv2FW/XF1ZhwJaW1NsU6oolsnY70w57d8iSntHJWQ8cMWE0S21az1P1SbTBcSWI/mmC3kYCd/eh1dzPChpH6cw4fyD75VAYTNoSq/mJvEWePJSeLY44KXNGMMlGGK+qJlhVrZqPLdfRTiugwBlzRjFwpBmn0v9g9ywVr9l7HO4IW2wyfC/dhtUkeruTBFeV9mw9cObI6XTL/XTLFSuTfJx+48u7ARIwfchPWDeqjkJUUsR+f4mrwJ7RctRX922XjNRnucOUUOhWTl19O6sqExtgV6mHwESE+cIWXwQbcxBWu6OqSHgsa3PIjPO8v4FUmm8EVA5zFmohTAQZXxOl3c7KawRVz8gb3uSSVjLJ8hUooWKiwRqf69p2kcq4MuLQETx3rqkWukHK9FcehTKD8qI9K5IrGL4TJj1xRNkijWpDSMSFtkSv0V+y12Q5xjlyhY5pCa+4eF/YOmuMhcOgsFFi4As3kRYkEuVJSa31w5cdR9ciVREnUwQeXyBVFL5q/+psOrqS9dS3XSh1kUDtpTqb/td9r9MgV1S9ElCy646rdDITPfYIxD2ilIs1oP0N9TdslFbmi6CcpMMQ9ckVXzpX8iHgbjSzkiI8lOUrz450fXBu4o9hSkuuqlRwgKaJRzCNyhcu/S4JsawYPwhWuSPEEK2tPQRGfIHSomQg2flxdgvEjMsLj0jBwq9cmnyp3uGKwiZwa8oErUslrXDt0Bq+1jSQthbptSpN8WMHIWK0zyuQwPPmKseAKTWjrmncvHFnOFU5rgTVmCuhVQN9Ljt4OWAOmQDIVEA9ckSe7m0ay1n8kaUpoEsr2U1dhWt/yMNWRayEqG+gqo1qocFGULV9B6+rQt+8oqgU1WHwAY9oVhAWpIKFcLeijnpwrXOAKzbkybs9hWS6VdydHoefAxxilLedKg/mosPgSPDrmQtynC/CachQdlkxHmdfyhJAuN7ejNXn555JzJamjF9qEM4XW6uO8v0AS97rJS2DTsqiKoyh5TbVIk9w/ovDPqL/wT+ldWOtSnvdOw+d7IITWugzSB1ekJA/GxOrd8cnxBFaNL4/05Nf8Te4LYD1mJWLmKZJ2yvNF/Hq1VjXnyu3Z6Nbh8u+cK5NuDJHlnSieKQqP/Mdiu8UkTKyVGLUlz0+gCVfUE07zdg65MSW1Ts68td0bc38q2rR+B8+nvlDOpUEj1kZcdcWRzT1wQTnnShyBhy61EJR3J/ztCEDUEf2hfPxQlstJx35UiZzAVEQ2FbX3x4FFjWXTpPlAuiy0xuLgtWhIEn+/v/A/LDzZDv/reRZdkzgCRu9VBnY054q2NTMu5zS9x4LC+j+AVz/VKEb1ta6tWlDi+JGkAlMLfHS8gIUkKsci8himNXBCNs9EuKIYwxC4QnOubAgiOWgIfNowuCF2Wm2W6UWB5ICgDthyODEfi++L8b9zejWaUhgbL3uCVjLiknMl6X+XjL0Sk9cfd7hCE9qeRrdXM6G8U8sT3Wr+3dDZpWq4ku4gJnUYjFMSTXBiEdcZi/Z3wcFuw5Fv0kOMrmY6uCKVaB4LouDnyso5uBI/FZvPjCM5t7hfLHKFu2bsDpEooO8lRyQyMDNTUAGxwJWby+zgvK0q5qxbhKblMyLy0Vq4dPVAvqn3Mc9B9YHTWO7g81LJZ+yoH99x7fKl3/lXcubMhWp/1YSEVAvSdhmy78iq7IxLfMmv2HQS5ixxIi+BtMekqzJwgSuq1YKKwWHBLkzuWDDJ6hwUjHX32iprR188V3RsjFV3YqHtmJC+akGKRLj6cq4odDSF1oq+aUWm7naBaLJhF4Y2olDrGpb164TTpXdgj5ctn6WRrHtoHgT7cVbYmMyKNHy/B6bUOilh9MEVeq961ZTmI9fCw8UWp9SScdK2ytWCaKWrMT4+6GObS63yC6kKU38C5i0dg3KfEpOnaoMrEUdHo92InZCWdMPOI8mrFiTEuk7WIuR4M41MW0aqgSighvJ3y8FuH/oScGtfULVa0J8dFsty6WQ6pposNancTsr7iup+RHNQkYiJSs4otO4/jLVTvLSp7pnZS9pj9sblqKuUuFubr+n8leGKarWgxDVT8oLuudOcIg/JUaleXo9g1WYdjvhoVgs6n/ACSoFuxaZjMXnuUFnlHvXxda17WmFNeYx9Y9XzBinboVktqFCtCZi/aoxszHiy7y3s3Rl+ZE+n2nZpnw8Hr9SXwZX8kfvg3mQojnwoi8mnTqPKP4ZXC0rbcOUFNjUejzzzNSNX3MbnxYzTfUGYHucrNcMVzsYaeAPXyJV4yX78XcEZl5Qhj9QKFVo6YuBkV1S0MnBgtWYMrvDTjd0lAgUMeckRgQzMxBRUQAxwRZFwtfLWuxhhm/gLhfLZ/OxKpVUlGQqi5ZgAzB5Go1o0z8An/lpGMtGTUOi37Wbj07YpsjLB2Us6YlmQJ15PssLUI/JEcoqykaZMnPc5/CM5tnIDlpYZUdO2tkaFIOUlZi77Dt+X7hT8usiGNpXWVI+mcyph21k3UmhUfiknerSJva+1hCwFXklCJLWSqF0y7dBaRlhdV/pSd9LmLpYMkAeUq5eBVZSwpeNzKZ/K5XtgKq1Teg2Z4/hMa3P0CpuTGBXgGrlCNfpyfj4mOHzDuIToFXnUijeKrfJDP8FyrpjGW/yOBYVg/Qwf3NFSnEgirQtnj+GoYHjAym/DuMIVxY3xUVGIzZAZlkpVlJKjFoMryVGP3ZumFTCXl5w0LTIzLkkFxABXtIUoK4siD/Pvg/ixpzFnQDGk+xSEkY0mwHrOI5KM8JVGZQN1uJIY3nwP81s3x4OOF2VlJIWGB2/fvEb27DmQNTv9HVH3ZS77jtD6GHMrMIXW8eRX2bF1huJFw9nwnNoDFQqqVnnSVUJ21+g7slLVSZWcVpREtcp5H/+rpb2McFOVZXMeE8pOIL8MJ1ZVoePPfDkNfuucYG1BStiOtsFa6XLO5VO5+sEUWnOdg1jaM63F4mlmpzkrwAeuUHvio2MQnykj5O/vMYj5lhEZk34cSFIGvpErH+4FYZ5vBvRb0hFV6Lwin+Hw0TcoWM8WNQpwr15kPLjyFjeP34IVyYk001M4uPI8sCUGDT+Kr7BGX//nGNn+H7iX34QmO/ejVUV+K5HBFX66sbtEoIC5vOSIQGpmog4FGFwhifm0JKikAGX4JXJGP6AWlquVjVSHK8olJZXPgJsrPDCXfcdc9THmZsFVa0U1Dp+g6wiXlkHbMaQax6DayEaqnOgqIUtzFCiXqqbz11VyWnOta0Zm0ft/hc5H54ZXMObOdlDooq10sAxakqiYCaTNdzcrg8unGlNf5b64am2qeYihX6a1GLzMbEwpBfjAldiPp+A3eide5quP3jMdUDLXXVzYlB7Ve5VHFp45u/jAlYijM1Bu8B2Ua9UXPqs7ovKX0+jSYDrOWubEN1KP2HFFANa05Va9iA9c0eW7mHtj0XltVexa7ISMPBzMNXJFKjmJqYW6I/eSpxhcfi6Gu/4Bn2P98XZVa/xvT3f4HhrOcq7w8AO7hSmgUwH2gMIWR0orwOAKybZBzqP33tJRdqabZvGgl+LFf1dwe2xlcCWll2mqHT85e3zko/1YMnUsjsZOwe49eTG1+Bw0PHYR6sdqjozNa3DJ6aTKCPuOUhxGUk0MTHNBKPLBOCiNr5yTIstC1USuyuAsOznupJzvwFTOTI7WpppTWu2XaZ1WPcvsMgcFuMOV99jRqTNOWfRC3QLHcTujO+YtyoJ1DUgkZON1mDmjHC+zuMOV91jcpR8eDNhHAIqc6Fz27ILRv+YgxKMswv6ZApslFXHuZG8U5zAjY8IVabqdGGy7BY4hQagvwLGgeMkOjMu5Db0+BsEmwy0srv43Gt8IQlXI/86qBXFYCKwpU8AQBdgDiiEqsTamVEAMcEVfzhX/YRfQxa0wAm96oEyC2BS4DDzrzCJXTLn4RNA3lz0+2L0QPCPXqySc/PloFjq0CMX0F+2xpfhc1DyUeExHIZ+2yBVdJaeTKiOs7A5DIlcocHGodwYjWOSKCFayqolc1rXoxGEGMwWSqQBXuKKoCmT/fCYqZ7iGRbYn0PWSG4pE7sW0Ko/g/G9iHi8uU+MOV06hU7FgjAj1QDNZpbN7cKnphdLbNmNUKUoy1D83bDa84IokCp8/hJPDUYmXNOYVzvkPgufFlgjauwCyKXG8OEeuIAr7ncrhUdvbcO3+Hj41J8PuahAqPp+OgX+9xrRPvijLcQ60OTsWxEM0dos4FGAPKOLwszlbKQa4QvWXVwuqhcU7PVGP5LJQrhY0t8vdJHKuWJJytPmwPGYtgpbbI8vXC5jetSsulVuPo6vkCW2TOhakXDbSXNYB23eE8wQXrWny2o4O52G/dgsGkWpB6aPf4JinPUmM3BY7LnngPx0lZLcPTzrninLJ6aTKCLcsrvykyS3nylMO5VNNpT4XrU01B7H0y7QWi6eZnSmhAHe48gQra5PjOP4BaFI6FJsbrYXt6ZkoG3sYs4tf0CjRbKhNfOBKz2IH0eXefHQlJ39+Xl+GciMtcfjCUNDYmdjXAajXKAzeT1whr45l2MUHrkh1lGK2sKyBgZP8MLAanwLIAGe4Qo4FzanQFLveZEf+wlkR+fotMhXOg/DX4Wg49SkWji9lmAhqrRhc4SUbu0kMCrAHFDF42bxtFAtcUZQPnrbiDD7+BCyylkE7t1WY1pdWBFIrrapSLYh+5geXzu449xGgpVRb1niKK5LpeuEKTVCqXDbSQeXlNeXWhZD7jqKsraLUJ7U6Y+4y6DRNUUpZtw76EhGnnIKGj8xV6/eXl2PGFC+cfRZLBrFEkWo94bbME42K0BKv2kvI5iUL2PCS07rLCKvnPeRSLYhL+VRTfQ+4aq3fi/LyuYo9g5aFbT81cc/Qf7/xW6hXZTL+CIb1aHytDRuXtWIKiEEBrnCF1ApCyCRnrLn2F3oPKYoLs0+h5JTGCN+4FY9yDcUSv9YJSW65qccdrsRglVML+P2xAJsGxMFn2EQ86bgbB4ZmxYd7lzBt4v9ww8ZXdkSIy8UHrnDpn0tb7nAlBMe8nyM+n/KPF5lRom5rlPtDNWk9l3kwuMJFLdZWVAqwBxRRudssjRUPXDFL+VNkUkLuOwq4Yu39hlReiif2RuFlsAcG9T+BbvuuY1Al3XG5YoQrKbIgdAxKI2nsx1lho1IuInOan/pcjL2u5dFuVTFn3SI0LZ9RJdptnkPOFJGCwZUUkZ0NyhQQVAGucIUeC5pX2RtPMiv/e5oNxeq0lyW3LZWL3/S5wxVSGYgksO3d0gM7w4CSdcdhj19HlE9PjwMtwPtO47FzQWMU5FiOmAtckca/Rui7IihuTbQgR4Men1mAZYEBuPL2K3IWrIsWHeZiVOvSvJLZUhW5whV+yuu/i8EV/RqxFiJVwNgPgyKVkZmdDAUYXEmGeKn0ViH3HU24QkVTrVAT+s8QjJywH6G/5JFB0/wCUOZoTTgsefNb4a7Lwgic+SiLJHD3PoOvcUARu9lYScoCF+NZCUEI9wmptfHtiSJH4v7CP6V3Ya1LeeN3b+Qejam1vjxNe3Y7IfevN9jl1gOz9z5DLIkyKm7njmVrhqB4Jvn6fvSXI57v3YxCIy7Ap+w0NJ6bAU0LXyQh8nWwOtQXxS8vwuSRC3H5o+T3uu9Qnr4chePo1I6Ytu1f/CDrPE8ZR8wOrAP/msOgiADLWtRNJQG3kaXU250xtdY7GGvAFBCZAlzhiqnk4QNXtM/lJeb23IV6W0ajPofjQIq+uMCV0/MKwDffCQQMrIybGyqj64Y4tHNyQ+NCmfA9bAfWbNoDqy6XsGOUDS/ZuMIVmtB2bE4HnIfmD0lZ0AVLvwShOo/cLwyu8HIfu0kMCrAHFDF42bxtZHDFvP1jitkJue9oi1x5cXAinIaHYty5vWj+dSpat3mM8de2o01ekhtnkQ2G7e0je3HMQ0v9NnmEmaFrZOezn29oi16bGmDjvokomykcGwZUwPFywQicar4v/kJqbYq1IiUAIXDoLBRYuALNeP76aYp5aevTmFobEjUVTHLgzHw5DX4E8FlbhGPnaBuslS7HPyQXEy3fvsNyCBavdkaFvNawOOuIOiND0HbGXoxtXgBZY3diYP31aL3nFByrZsQb/06w964my60TT9Z5760NELh3IgE1Ubjh1QAuF0eAAp1zw1RLXgulrfo4xtQ6pWxg4zIFzFUBrnBFntDWA1e1vMBnQhPMeDUTfP6V5ANX4j7exz9nwhCtIu4H7PAMRunJXVEDRdC4czkU4CC+oXBFKjkF19rL0fZcEJpk2IkRtl6ov+syetIoloTr1zsvdLK/g4khfoJUC5KSaN2IsHCQ346Urk845NIed2sdwOzxlQma534xuMJdM3aHSBRgDygicbQZm8ngihk7x0RTE3Lf0ZZzxSJLTbiu24Q+tppv68ovtdWeLVSCK8+xpFU9hDmFYl4P+aOIcrlfRQltE0nGu1shteY9yTRyozG11gdX6LoeU3wyKu24C+ea8gd32T1NL2P83bm401410bX6WlWv8KQoa93gWADejayLr8PeYVpHeoxO9WLHgtLIYmVmMAWSUIArXAGpifM17CuJoFO+vuDkxGn40HIBBvcuJFDOladwqTcIO7LVRPOKygljv+HWkVBYtayMQtJKcF1ijyocVoDBcIWUWR5Jyix3pnCFHEVSgJamFomDxccHYEi90xgZ4ouqPCJGuEau6DIz6oE7etd5jf998WORKxzWAmvKFNCrgDEfBvUOxhowBbQowOCK+JaFkPuOeuRKVPAoNBgUhWXX16KOLINqOKmI0w9ztjxBXGZLSOO+4dvHZrJjE+pwhR612BCqWmHAIs6etPXhVHlASI8LqbWQdpnjWMbUWh9coWWou9sFwuHYRfQoLX9CVwYkbwfXU6kipgFXltmoHHtT6Nlz5XlkmltX5V5lrRlcMceVx+bEFDCuAtzhivbx40gpZo8mbzDq8jBOkSKK3rhHrpxCT1KKeeDvUsyKnl6SeaxD/ZOKEs3c9DIUrtAcK5vHZcW2LIFY7FIf/25ojA0ZvDGvT2UoUseG7mmJpfFbEehcmdskElobC67ERd7Cxf0/UamHDfjULWKRK7zcx24SgwLGfBgUg17MRuMrwOCK8TU19x6F3Hc0jwW9wYq2f+FK8xBsGFMM4dt7oO2K6thymB6BSPj1P+EokL7IFXPXmc5PSK216XF7Q08M9zyDuELGyNHxBqsHzkJ5rxVoSI5wmdtlTK315VzZvScvZqpFrlDg4lDvDIbziFxJ1PJfWYQWi1wxt9XF5sMUEE4BY8GV2C/bMK3SPfQT8FgQVUkaHYMYi4zIZKR8aAbDFTJ23LfTWDKjJ7zPv9PpsCzojNUhQcIcC5KEwN/ZG4/1LJ900npwWjMcJQxcZgyuGCgUayY+BYz5MCg+9ZjFxlCAwRVjqJi6+hBy39GW0JZGr9R3jMC8O34oGdQWDquqYv1xT1TK8Ab7p7fGtC02iZEr5JiFy83taE1OENGcK10WWmNx8FrZy/37C//DwpPtMGuqrayctjleQmqtbn/sO1/0qb0BbfafQr9KGTXkeRfshkEjAxD6HciQryYGeW3CsEbyo1rKn9Gy5QO892AU+eznowXo1uMNPEky1kpmJrqxtZZXC6qFxTs9Ua9gJo1qQfpyrnxzfZtQIUvzCNuvV2vRt8F8VFh8CR4dcyHu0wV4TTmKDkumI8sWpZwrFtG4tLg+3C6PwO4gec6VzXn3I2iWbYoud2NrnaLGsMGZAmamAFe4IsVd7HbZjRdKdsT/eIsHZ28ho80UAUsxk3T128ejzoQriIAVnNdsgXfLc+hlewwtNs2BkyxhN/eLC1zh3ju3O7hGrkiV4Mr3Rwdx9mZmVO/aGAWUjirRGTC4ws0PrDVTQKcC7AGFLY6UVoDBlZT2gPDjC7nvaK8W9AbrOtfAsSpHsGVqemwY1B1LzkRAYpEHDR1s8Ng/EhPubEfT7P9iRcfGWHUnFr1WhMG9lWq1oOwl7TF743I0KiK8hoaOKKTW6nNK6mhLXORmOP/piT+WhMhe7sP+cULn0XGYRYBXI4nuz5qSo1whM6tgWbrtZpdI2Phah8uqU01bcQYffwIUMrVzW4VpfcvLYB5N9ptUtaCk4Ar11fvLC39XC0qXoQy6e23F5I40e5BqtaAi9Sdg3tIx+JNwr4ijo9FuxE5IS7ph5xEXpFSuIeNrbeg3irVjCqR9BbjCFbKb4G7QbbJzqF4W2QqjetMKyMIThHM/FnQdThVmIsM8fywsHYgGUwvgyK5W+LDRDfYHm+D89o68jielZrii7JFfH4MwvnY3PCngioX7F6ACn/NACR2yyJW0vw8wC3kqwB5QeArHbjOaAgyuGE3KVNMR23eEc5Wptf71Kghu/V1x4lksJBkKouWYAMweVh4/D9LqNMd/G/rX6AuyY1iKSx28KPKFNCQ5RNo/7oemcyph21k3yO+4h3kNmkM6+S0BXPGyxK0dW73BwieLUFE4KfWOZGqt9U5ARA2Y1iJyNjNVcAW4wxXTTJE7XDmFTjTnyrPpaJf+Kdwb+qNZMM2zclr29xEauVgMm3dagCtvz4zBuO5LkaHNcjTL5okNhxvD65IfavIELAyuGLZ2WCsRKsAeUETodDMzmcEVM3OIANNh+44AIicMYUqtpbHnMbF6H8SPPY05A4oh3acgjGw0AdZzHpHjKJby6jVKpayVrY6P3IexdcYjzyz5sRQaudJ1Uh6subkI6VbXw+jbE3BsjX3CLf+CJhNOjMQ4jwllh6JMYGKlHOEU1T2SKbU2B/vMaQ5Ma3PyBptLWlMg9cKVGGwd3g8nWq2Db4fPv5PYNvpvI+o1/wTvJ668ks+nZrgilYTj+Fgb/C8wAwasDYFzu1ykYHYUbnnVhat3Pax86YOyPBYwgys8RGO3iEMB9oAiDj+bs5UMrpizd0wzN7bvmEZXbb2aUusfR53R0K0wAm96oEzC4A9IFZrhl1xxNKAHpEnAFdo84qQz2g06gK/kv9OlK4MxW4/AqWZG0D5c7v+No6ta6YAr6rBFOD2TGsmUWpuHheYzC6a1+fiCzSTtKZB64cp1uNiOw8q3WVDQOjMiwz4io3UufAqLQMMJW3BsZCFezmsvnfsAACAASURBVOIFV0jloM8fwkmR6qSuzMidLw80M5LpvodrzpV4yQ5MqhaMrkd9YGOl2u9/Aevxs/cABld4rQp2E1NAhwLsAYUtjZRWgMGVlPaA8OOzfUc4zU2p9b+rmqD3lo7YHZyYe0O55G+eJOAKjWrp0vIAuu48DMeqGfHt9mz06nwZQ07vRak9+iJXAHMpCazsSVNqLdyKSR0jMa1Th5/YLFOnAqkXrtzDTt93+Jk3MXGtBJYoW8sWNYpY8nYGH7giTbcTg2wdcALxOsflUzWIK1yhg0tjAUl63uZrvZFFrhhXT9ZbGlKAPaCkIWemUlMYXEmljkvGtNm+kwzxON5qSq21Ra5Q4DLwrLPeyJUHPvUw6voEHFpvn1BpiZTI7vgXnnR5iNkFJ6DJ36WVcq5cw4waHZDRkyYVpg+qLHKF4zJIc81Nua7TnFjMIKYARwW4whUpzmGZzULcJgdOdF3p4htj4jUXlOYwF+45V3R1/hJze+5CvS2jUR8SDjOQN+ULVwbbboGjjpLLFL4k9bmuSfKBK5wNNuAGBlcMEIk1EacC7AFFnH43J6sZXDEnbwgzF7bvCKMzHcWUWicn50r0ZQJQ+oRi0kE/tC9NIlfuz0LPdn5oveUxhlbapFFJqKtrHvjcX4TqsqoT1zCzhhMKrmE5V4RbSeY1kinXtXlZymbDFBBeAe5w5SRmFdmKkku6o6i26UpuklLNXzHk1UyU52AOH7gS9/E+/jkThmiVcT5gh2cwSk/uihoogsady3GqGsTgiqbTGFzhsJBZU3EpwB5QxOVvc7SWwRVz9Ipp58T2HdPqq9y7qbXWVS2IMpCkEtrSOd7Z6oTJHscQ+ovkXFEpBQy8C3bDoJEBCP1OShBnqYmh6zZhiC2pBZzQL6sWJNwaMseRTL2uzdFmNiemgFAK8IMrp9FNBzyRgsIX3Z/rsos7XHkKl3qDsCNbTTSvqFwG5xtuHQmFVcvKKCStBNcl9qjCQUxecEUSAo+2/VFy+UM4FdOM6Pn1YiZaD/kK78OkJLLugB+NWbLIFQ6OY02ZAimhAHtASQnV2ZjqL39FGymqgqScNpTC12nWLuUmIKKR2b4jnLPTotY3PKtgfvx2BE7l8huo6TVPi1qbXjV+IzCt+enG7mIKGKIAH7gyr8h+tHiwCDWya44QF7kX08rfRd9XU0wcuXIKPWkpZo2Syy9/Vw5qJtCxIKrCjeV/wPmSI7asnYXSlokEJf7nE6ybWB2HSoZg16jKhrjkdxuucCVesh9/V3DGJYlugmMR1wVzHvmgMgfIwyJXOLmNNRaTAuwBRUzeNk9bWeSKefrFlLNi+44p1VXtO61p/fPRAnTr8QaelxehkuyIkPlcaU1r81FWcyZMa3P2DptbaleAK1wBqYmzt19T3K/mh0njSmiYH7p+COafsscSv9bgkleVe+RK4tA/Ij4ggpTqyZzVCrmzJc8jfCJX6IjS+FtYO6oJ5txLh9IVGqJioUz48eYqLj94jBwVfLDBZzhKWXCbG1e4IpW8wo0tZ/A+iWEkpN5frR42UI710TcrBlf0KcQ+F60C7AFFtK43G8MZXDEbVwg2EbbvCCa1SXOuCGeFYqQ3WD1wFsp7rUDDvMKPrm9Etq71KWS8z5nWxtOS9cQUUFeAO1wBoh+uw4RmG5Ct8yh07WeHEoUt8f31fVz0W4mtOzNj+PGNaFaeQ2gEmRQfuBL/5TrG9R6LFXcSrSpZdyT2bOiG8pn4+ZovXFGM9vHBbuw4GYRH4RJY5K6O1g17ov6fhTiVYFb0xRWu8LNY/10MrujXiLUQqQLsAUWkjjcjsxlcMSNnCDQVtu8IJDQZhmnNtBZOAeFGYutaOK3ZSOJTgA9coSr9fHUBGyb74NzFF/gaRXJpZc6F4pWboa/3WFIKmRtYof1xhysxWOXUAoul43B4TU6MK3sawx4PR9S8CZgc5oxrK+uBD19JDlyRxkXh/pU9eBpB8oflqozmNlWQ0YK7FnzhSrxkB8bmdMB5LZWcsqALln4JQnUe02FwRXz7ArPYQAXYA4qBQrFmJlOAwRWTSWu2HbN9RzjXMK2Z1sIpINxIbF0LpzUbSXwK8IUrxlaKO1yR51zp/Ww62qU/hU7kv0eQ/CtNY4+iS6nrGB7qDiFzrvx87o1+o11wJcoa+bJLIf32Ft8zNcX0ZcfRrSQPokEE5hq5IkUUIsLCQfLGK10/cNvbEWet/TBlVClY8nAcgys8RGO3iEMB9oAiDj+bs5UMrpizd0wzN7bvmEZXbb0yrZnWwikg3EhsXQunNRtJfArwhSuv9i7D6hUn8IYcf8lepCbaurqguZ2WDLcGSmosuNLodSDqNQqD9xNX1BIooa1U8hq+Q4viar0n8O5TSn4ESBKFBwHNMDC4N/auGQ4rHnyFK1zRJXVcnB/Gl72F0c8WQDNLjn4HMbiiXyPWQqQKsAcUkTrejMxmcMWMnCHQVNi+I5DQZBimNdNaOAWEG4mta+G0ZiOJTwE+cOWxdy+4L02Hlm7V8XDmI1SdVg63Vx9BsdFb4eKYh5eI3OEKcGRiB8y3XobjY56TyBVffG2dF49P30aVMVtwYGghXvPgcyxImm4nBttugWNIEOorQRRdfzd0YsaCKzEv52LAn1cxnh0LMlR61o4pYJgC7AHFMJ1YK9MpwOCK6bQ1157ZviOcZ5jWTGvhFBBuJLauhdOajSQ+BbjCFSnuYmWNuSgVGIAW5U9gVpHT6PZqJkq+8sek9t8w9sYwFOEhIx+4Io39gGuPMqFmpRdYOmYPbuUvg16d7UkyXT6HX+ST5gVXJCHwaOuCCr6X0dM6ka78ejETrYd8hffhBaggQOSKlMzD39kbj5X0j/8eilvB55G7+R6sW9+RHQvisTbZLUwBnQqwBxS2OFJaAQZXUtoDwo/P9h3hNGdaM62FU0C4kdi6Fk5rNpL4FOAOV07+BirlkPjfZWMPY3bxCzLQUp6HjHzgCh3m28MQPMlWR5ZEVxr9BRGxOZNVjpkPXKHzeOBXGe1949Bl+DTUzQXEfdmHZSu3okj/J/B3LMVDER45V7SUYo79dBZblp1Ex+2P0L0qr2mAHQvipxu7SwQKsAcUETjZzE1kcMXMHWSC6bF9xwSi6uiSac20Fk4B4UZi61o4rdlI4lOAK1wB3iOwzQhkm7kT7WseJ6DlKJqf64c386fi5NfBWOLXGul5yMgHrjzzG4ZKs99gnM8+zCi6HjVbbMRD5ITjigCsaZuNxyz4Ra4oBnpx4W/8vWYlbn8B0ueoC8fBy+Bsx+94Eu3TmMeCBrf8CM/7C3hFFTG4wmspsZvEoAB7QBGDl83bRgZXzNs/ppgd23dMoar2PpnWTGvhFBBuJLauhdOajSQ+BbjDFSD64Tr4bPwTLnMjMbeIB65nzokKTQZh9FJ7FORT/5jIzh2u3INLTS8U9d+M8eWjZWWZg1sfwOZqAajeS4rAa0NRhYc7+UauKIaK+vYaX2JIPlvLPCiQIzOPGSTeYiy4QhPauubdC0eWcyVZ/mA3MwU0FGAPKGxRpLQCDK6ktAeEH5/tO8JpzrRmWgungHAjsXUtnNZsJPEpwAeumEIl7nAlsfxyM9yAU9ktaHd9PrpmU/67hPNU+cKVuG+HMGW4A7Y+jfw9Zv5Sw7F0xXLUycEj4QrphStckWo5FkQrGV1ZOQdX4qdi85lxyM1ZEbBjQTw0Y7eIRAH2gCISR5uxmQyumLFzTDQ1tu+YSFgt3TKtmdbCKSDcSGxdC6c1G0l8CnCFK1JZnhUPXIUmMMiEJpghWM6Vl/Bo4oZfHj7o/W4R2m2thYvbW+GVvxs677DDlQPdUICHO3nBFVJ2efO4rDhQ9BC8h7dCfkuS/+XnaxxZ1Qqzn7vi+GIneXlmjhdXuBIv2Y+/KzjjkkS5ZJEVKrR0xMDJrqhoxXECCc3ZsSB+urG7RKAAe0ARgZPN3EQGV8zcQSaYHtt3TCCqji6Z1kxr4RQQbiS2roXTmo0kPgW4whUgBl/DviJWRaoY3F89G9et/4fhQwoJlnPlbfAc1Ot3GK9RGl5H1mNYhvWwcbiHMf4L4VSeX7QIH7iiKLnc81wQmlokChMfHwDners1SjQbusq4whVD++XajsEVroqx9qJRgD2giMbVZmsogytm6xqTTYztOyaTVqNjpjXTWjgFhBuJrWvhtGYjiU8B7nBFu0bxpFqQZ83ncLopXClmU3iLF1yRnIJrPU80O3ocbbIkQp24qLXo0+QS3EN8UZUH6zEErmgrv6xNl3TSenBaMxwleIjG4AoP0dgt4lCAPaCIw8/mbCWDK+bsHdPMje07ptFVW69Ma6a1cAoINxJb18JpzUYSnwLGgis/X/ljYu3HGCLYsSDT+IoPXKEzCVlWDOOvucB38zhUICCFQg+f/u1wsPQuHJrcgNdk+cCVX89O4OLLoqjTqCwyyEaNwr/HdkNSaSH+3jfONHCFl3XsJqYAU4ApwBQwigJFG9kbpZ/kdEIpPLuYAkwBpgBTgCnAFGAKiF2BdDUNT8YhxV3sdtmNF0qixf94iwdnbyFHk7mYt8JOsGNBpvAbX7gilYTjzs4zyNDF/jdc2e73E617NkQOCx5hK8Q4Q+CKsgY0oe2ahp1QdPMVtPkj8ZPoJ9MxZER+LDk63DQJbdu2bWsKX7A+mQJmr8CBAwfA1r/ZuylNT5CuQXOBK+y7IMxSY/uOMDrTUZjWTGvhFBBuJLauhdOajSQ+Bej3iwtcAd7jbtBthCtJFRd+C/tW30CLjQFo9Sc/kMC9WpBpfMUXrtDZ/Ii4jYsh95BYL4j8UVoKddvUghUPWbjClXjJDozLuU2j5LLJSzGzB2rTLEbWq/krwB5QzN9HaX2GDK6kdQ9r2sf2HeF8zrRmWgungHAjsXUtnNZsJPEpwB2uaNeIHgua3PkbJlwexqtKT3LgyvdXD3D08htEk6lJYImytWxRo4glL2fyhSs3N1SG/Zr7yFOwYMJxHPnwFnGdsXifD2wFgCtSyS3MqVwN7x2uwMu9JizTE7YTG46z0+wwa08brL+/AEV4qKI35wqDKzxUZbekCQXYA0qacGOqNoLBlVTtPl6TZ/sOL9l43cS05iUbr5uY1rxk43UT05qXbOwmpoBBChgLrtCEtrOLX0A3AXOuSGOfYklfN0y88An5rPMlHEeKxduwCJSsOw57/DqiPAEMXC4+cIVWCxph6wXbHZfhWIQHRdExQa6RK7Sb6AfLMLqTC66/BfIUzoPw1+HIVqAZ3HcfQ6uKXJRIbMvgCj/d2F0iUIA9oIjAyWZuIoMrZu4gE0yP7TsmEFVHl0xrprVwCgg3ElvXwmnNRhKfAtzhiuaxIEg+4NZ6P9yOd8KiQ92RnYeMfCJXjkxsidFvh+Pw6o4okSlxUGn0SywZOgwb88/BLa8/Oc2GL1wZabsFndVKMXMaWEtjPnCFdiMlSWwjwl7h5b3PyFOpDPJb5ybxPPwvBlf4a8fuTOMKsAeUNO7gVGAegyupwElGniLbd4wsaBLdMa2Z1sIpINxIbF0LpzUbSXwKcIUrUpzDMpuFuE1e4ROv3CjTrBW6jXNAKcNz46qIzR2uXIdTuU1ocmYp+hXQ9Fvs6wDUaxQG7yeuqEUOCxl68YErtO+Q5WWwPEMg5ncupDZUZuTOlwcZDZ2AUjs+cOXXxyAsd16CZ/k6Yfg8V5TPE4ITvhawdbJBdo5RPIqpMLjCw3nsFnEowB5QxOFnc7aSwRVz9o5p5sb2HdPoqq1XpjXTWjgFhBuJrWvhtGYjiU8BrnBFWaGYiA/4HgWky5wTuXIlJzYC4A5XTqFTsWCMCPVAM63wRN/n2n3NB67QY0GDbB1wAvEanWZBZ6wOCUJ9HqeFuMIVWi1oY8ui2JfOFc0LbUNIhrXYuConFtWogyfNr2DV3Jq8FjiDK7xkYzeJQQH2gCIGL5u3jQyumLd/TDE7tu+YQlUdD4WsIpxgYrN1LZjUrAqWcFKzkUSoAB+4EhtxHYFDp2PnucSaQcXqDYHL6r4olYufiNzhykt4NB2CNy7b4dshm8agYf9Mgc2Sijh3sjeKc5gSH7jCoXtOTbnCFUW1oF4kesUmw0lMqxiIvvfWouT3NRhR9Apcw31RltMM5I0ZXOEhGrtFHAqwh0Fx+NmcrWRwxZy9Y5q5sX3HNLpq65VpzbQWTgHhRkpt67pIYT71OITTk42U8gq8ev0q5SeRMAPucCUGe/s1xfnMMzF2QRNYkwQrcZFPcGy8O/Z/H4Qlfq0TEstyM5E7XAEijs5AucGXULz+EPj6d0QV2ZD3sLjvQvx95hO6rgjAmraa4CWpmfGBK1LJa1w7dAavtXUsYClmWbWgSg6ouOshOpZ7DJ+ak2F3NQhVYv3gmnevRolmQz3E4IqhSrF2olMgtT2giM5BIjCYwRUROFnNRLbvCOdzpjXTWjgFhBspta1rClcejxqmKlBcHOLfaHn1ymCJdKR0q/IljYqC9OMHDYEl2bJBkjsPck6djs2xnTQ+T0deaXNKiqn8PQ4x+CrVfJHPgKzIJlEdNwZf8EP6UaPfzJI8yITcKn//If1Ae9Zom01iTcrQZlH5Ox2fzkP9yiUpTg5zWKj8+bP0mRa7MhC7/lD5eywpuvtNqqmnJbEra7Lsek9m+s1Au14Su35qsasEsSud0t+l+Cz99/f/P6HwBaRmuCLFScwrchptn8/EnxkSzZRXC7pGqgVNQXke2wMfuEKHiXwWjCXrPqODp/1vuLJsyg2UHtAdbUpxP6rEC66kO4hJHQbjlET17E/k27fIlHs4VhwSqhRzOM6MtcHcy40xbFQ5nJy2HaVndke4L8mRk2suAoOceCW2ZXCFx4Jmt4hDgdT2gCIOr4jLSgZXxOVvai3bd4TzOdOaaS2cAsKNlNrWtQZcSTZYkUCSLasMrNCLwpV9ceMTXthVX+bSEbSRU1KUtEpM4CkHEW/I31TbygELzQSa2FYOWD5ptJUDFnreI7GtaQALBRHPNca3IHblMNAuOWBJjl3aAUt2SSGCrzKrLPyvUi6ARW5X6ocr17CwTACaXF+EGkplgWK/bINH9VA4/+sGVcRn2F7BF67EfbyPFWt24eoHguqsKmGUsz2q5zNsTG2t+MAVXaPF3BuLvlsbwe/vjoIktKXHgiYWd8G9LMrf9RwoVc9Zlty2giojNVgkBlcMloo1FJsCqe0BRWz+EYO9DK6IwcuqNrJ9RzifM62Z1sIpINxIqW1dq8AVQ8GKVAppdLSWiBUCVrIQsJJXDlaU4Qp9UY8gIILcqeIMXSAikgAW9bbGARGRGjBEHsFCQUQijNENItQjWHTZZUkACz1ypQqOtNuVnQAWWrbGEHCUl4CjnGrgiAIWTbuSA1ikJNnpF+l/GF/4fLIiVx68jEDwvdd48iocL95+xR8Fc6BMkTxoUqUIyhaidnC7uB8LIpVx3OpjxcWWGLliKErnkyL20w1sGD4T4bVWYt4CbqWPFbPlA1fCDsyAzfCTyFyzEer+YYnvL69h35V0GLxiI3w4HgdSzMOYcIUmuh1suweOIX6CJLRV9nxUxGt8o8mGM+VFvtxKdaq5LQ9ZawZXeIjGbhGHAqntAUUcXhGXlQyuiMvf1Fq27wjnc6Y101o4BYQbKbWt699wxQRgBQTC5PzfDFnkivyiIOI/8r+qVUosSPB/dklhleMpNIKFC2CJIhEs6jBGewSLdhCRHMAiBxGhBtoVRewK0wKONAFLNCIQLQ3XYpcmYPkufU8O/egCLPRl1RBwpHpESEoOEg0uFMgLrsTGxmPS5os4cOyOehCSbCVIJBJ0bFUFs/vWgUT5VJKeryofuCL99QWn57lj06Y7+Cx7gbeCraMrRrvbIYvSUSEuuwR3uEIT2o7Ej2lBmN8wcdCI4DmoOuMPBHNMZGtsuCKNi0LokV7o9Hc+bAzxRVUBqgVRG2IjDmB2Gwfsu//9t/wFKoyA50EfVGWRK1yWJGvLFNCvQGp7QNFvEWuR2hRgcCW1eSz582X7TvI1NLQHprWhSiW/HdM6+Roa2kNq01oGV4Y7G5ZjhcASxMQg/sN7NTk0I1YQT1BH5Dfk8lqkBFfoe3Y8yasSSv5XG2AppJLXJBYURLzVgBYExSCLJJ8KjKFHhLQDFsMjPZIHWOKIXS902KUOjrTblZHYlVnNLuEBi2pkzqBCfpzhipS4tue8Q7h9K1Tv18a2VilsGNdcb7vfMIFUmUtXk0b5pOzFHa7oKrXMrwRzcuCKrlLMEuRFj9mPMacJP6rBtVqQlHy/t3bPgvMlD2OmR0vkIcFj8dGvcWJmc6x+7MZyrqTsEmejp0UFUtsDSlr0gdhtYnBFfCuA7TvC+ZxpzbQWTgHhRkpt65rClYf2bTUFUk9emxRYyZoFkjx5E/tIACvSLxHIvXo9/okbqwJNaEQETRwbj1iVceURLJqA5TsBLOowRjeI+KwBYzJLhAQs2uwisyVHj5QT4v7CD3yXvtOYq3a7PpMIFmqXajgBBUwZkYNomBiVkvwIFglykUTDirnygSsLdt/A+m2XDP7SuQ5siIHNKxjUnk/kCiGCeH44EIGL9+DfcAky5KmCdmOGoFXrwrwqBdGJcocrJHKliRvi5mzGLFszjFz5+RpHV3VEYNaN2DSwskG+UG/EFa4ol2KulT6xt7g4Vi2IlwPYTUwBfQqktgcUffawz1OfAgyupD6fJXfGbN9JroKG38+0Nlyr5LZkWidXQcPvT21aa4UrRgIrVDUKV2i1IFpBhyawVVy6AYt2EPGDgAhTABZ6lEYdWhgewSKRJeQ1vl05SARLXpXInGhQwBKhAWNMAVhIHJIsIS+1iytcef8lGk2H+yGOHDNTvkqULoADszqh/bQ9ePb4rcpnmbJmxMmlvZErm/5qOXzgymPvXvDYmA2thjigRB6y8sJvYd/q3cjvuAPuo60N/3IrteQOVwBFzhWrBi1RheR+ifv4ADvORJtNzpX4+AA41zssWM4VqeQkphaYg9ZPj8FOqQJ17Pc1GFH0ClzDfVGWh3dYzhUeorFbxKFAantAEYdXxGUlgyvi8je1lu07wvmcac20Fk4B4UZKbetaA64kF6x8/wZpRMRvwRVwhUZXaAcRrwk0+aXiIAsSj6Et0oNW/FGPdpFHelAQkVgmWX6UxrAIFhrp8SsZgEUZRCiMoPZ8I3lVNO3KROwqqBHBot0uCljyqNnFDbBos0ue5FZ/DhZanpkm5HUutJXTsSDPHVfhv/Oqxhcuf6Hc8Ohvh783ncdbktxW/Ro/qCEGNNMfvcIVrkhBqgWVXQ3bk76oXyQx8ufnK3+4N3wDl2fCVgv6/u4+1q9LrBY0cmAb1CigHyrp2sGMmdD25/PJaNXrJWYImND24uTC8DrnikVnxqEEMVIqCcGahm0QUnkvNvjU57VxM7jCSzZ2kxgUSG0PKGLwidhsZHBFbB5ncEVIj7M9Xji1mdZMa10KqMCVZIGVeEi/kygQJbBCx0yEKxSvSAhcKEIwSOLLJAUQNMFrnAZgyURKL+dXiQqhR2mMASJozhYKDxQXN8Dyisw1RkVOBYhQjmDRZRcFG1k17PpO7PqoBRylPGAZX/gcJ7jSweMfPH1ES2lzuwzNvcIdrpzErCKn0e3VTJRXmpIU2v9u6Ky5R67E4NO7r2orRzFaRuQpkEOGvLhefOCKNN1BTOowGKckysfMfuLd23BUtj+N/RMbcJ2GrD3XY0H0HqkkHHd9g5FtUKffcGXvkp9oOqIBsisdFeIyIQZXuKjF2opKAfYwKCp3m6WxDK6YpVtMOim275hUXpXOmdZMa+EUEG6k1Lauf8MVE4AVWgYm96q1smNBiouCCFoZSBOwvCXQ4qeKoyzI66Z2wEJBhGq0C809oi3SI4YcpVE/TkSP0pgCsGi3SxMccQMsOYlduTUiWJJrl6ERLBMKX+AEV+q7bCEQ4YvGF05f5Ip10bw4Mb+b3i8qV7gCvMeOro740i0ATg55EnKsxODl9unwDLSF1x57gtq4X9zhCk1cOxMH1BI505EzoTF2hXqgmVLuHENnxAuuSF7j2qEzeK0ySG5UtG2EMskog8wHrmizUyp5DJ+ak2F3NQjVeVQtYnDF0NXD2olOgdT2gCI6B4nAYAZXROBkNRPZviOcz5nWTGvhFBBupNS2rmVwpVsnpCtYMFEkTslrtUesULAiyZFDVi1IGa7QQdKR/8tGjqfQ4z+KSx7poQlYdIOIT2YHWLTZRYERTVyrDo7SIzOJYLFSi8yhESza7BISsKhG5nCFKw3HbsWHsMRjYQr/JpVzhbbJVzAnzizpqfeLyh2uAD9f/QMv+9voenWqLHqFRq3Mq7Ef9QIXo355Hm/vpA/ucEWbaTG4smgkpmeZgQNDC+m1XVsDPnBF0U/ki0Pw2+ePRyTJb+7C7dC1U09Uys1PD9onH7jy7oIX1m+6RWLSlK/PeHTgAaza1kU+aT04rRkui2ox9GJwxVClWDvRKZDaHlBE5yARGMzgigicrGYi23eE8znTmmktnALCjZTa1rWsFPOoYYkCGRGsULiSc+p0BMT2JHAhWsUJ3ECErqM0woEI7UluX2uxKz0BRwVVwBE9RkSPHpkvYCE1cH9fUlLJidolP/rEFa50m30A9+681PjCKeBKB5LQ9qlaQlvauPKff2D7lDZ6v6h84IreTnk0MA5cIaAn9gi6lLsD92euqCVQ5Ao1993pnmg3aRvy1K6HyJDXKFw7G+5fj4TTovsY/xefA0rc4YosoW2h7ojoPgntbRMTC0tJZM2RadtRZsZYlEYZ1OphAy7FoRlc4bGg2S3iUCC1PaCIwyvispLBFXH5m1rL9h3hfM60ZloLp4BwI6W2da0CVwhYkUZHQ/rxg5pgJFuKRrnlpCNWKFihF4Ur++LGkwSvr0nhZXXAog1E6I70oMd5lI8T/cJ3RJFID/V8LRlheJ8jcQAAIABJREFUmkgPOWDJogYi3iQbsGizS/gIFnXAIreLK1xZSMowr9NShllf5MqQXnXg0qGq3i8qV7giz63igatqZazpQJnQBDPUcrHonUBCA2PBlV+PVqNqi3AsC3UX8FjQYyzsWQ+fBj2GZ7OTGGy7hVQICkKtu2PR+m8rbN42GUq5fw2VhHPkCoUrc6vtQvubPqisFDBDjwX5tluGuvtV/27oRBhcMVQp1k50CqS2BxTROUgEBjO4IgInq5nI9h3hfM60ZloLp4BwI6W2da0MV6RRUckDK+ksIMlOksUmgBVluEIPY3yTvtEKWLJKCiRUsJH7SR7p8UEjcSw9SsMFsGSS5FQ5dkPLGSc3V4k2wKLdrgyyxLXyyjzKdmlGsGQgdmUWEBzR8tPUH8qXLrvGFj7JKefK288/0MIlELE/Y1X6TwquWGayxEnv3siTPfGYmK5vLFe4ArKWvoZ9JetO+fqCkxPd8W/N+Rg3ukRCHhZuewR3uHIBQ20X4aByEtm4H3j7/gf+7O2Na55VuE0goTWfY0HSdDt/AxU7ifb/rs/jdBCfY0G8jNZzE4MrplCV9ZkmFEhtDyhpQnRmhIoCDK6Ib0GwfUc4nzOtmdbCKSDcSKltXSvgiinACmJjkXP6LFnkivyigCWMvOhGqTiEVtnRDiI0AYscRORVOXaTVARLcgDLD3KUJ8ZgEKFplwWNc9EKWHTZpRqZQyFItDTcJJE5hgAWKclqM7hQACe4Qh27aM9NrN0aYvCXbmQ/OwxvU9mg9tzhivZuox+uxLhm4Rj9aopKFSGDJkEacYcrOqoFWeREoXzClmKWSm7Bo5MzKiy/jB6Fg+Sg5bwfcuxqi6H72+GfTeNgxeCKoUuBtWMKpB4FUtsDSupRls3UUAUYXDFUqbTTju07wvkyrWkdfPcNgs49xvPXn/HmzRdIyRGLwoVzoUTh3HBoUA52FRPPlAunsnyktKa10PpxGS+1aU3hyqNBTkaPWKFgRfrtK3ItXKYEV+SAhZZe/mUwYPmocezGHAELBRE0Ia86OOIGWLLIKh4pJ/pNCrBwAUe0mhIthq24aA4YQwDLoEJ+nOGKNB7oPkd77hX175JNzZLYNL6FwV8xvnAlPjoGcRYZkSGDfKi4yCe4cTgO5bqWF6hakHzcbw9D8CRbHdQg526k0V8QEZsTubMZbL5GQz6RK7STd6ft0e9of+ydG4sRtg44QdZv9vydMWfVTrSz5kFWSJ8scoW/H9mdTAFBFEhtDyiCiMIGEVQBBlcEldssBmP7jnBuSCta//wVj1GrT+MsAStJXc0bV8CiQQ1gYZH4giOU2mlFa6H0Ss44qU3r36WYVYzmkGNFy1EgBViRRkYi9+r12BU3jMam/B6BgojvBESoAxbdIMIwwCIHEZ81EsfSHCxcQIR6mWZDI1ikZGRaGUjTLksSwWKlckSI5p+heVXUE/3SnC4pC1gksoS8itwyfOAKdXRsbDzGrz+LoycfaP06SSQSdGxVBbP61ka6dIbviXzgysvtYzF53BV8gxW6+O5An9Zn4FXzKOr6zxO0WtAzv2GoNPsNxvnsw4yi61GzxUY8JGvTcUUA1rTlR1j4wpXfTpFE4fOHcPy0zIMCOZTz7nDfBZMDV6IiXuMbCWhLlykv8iWjHDSdNTsWxN137A6RKJDaHlBE4hZRmcngiqjcLTOW7TvC+TwtaP0jJhYOs/fjmZbqF9qUpBUxAie2Qvr06YQTmq1rpnUSCmjCFQJWsmSFJG+exLvidSSv1QNWaAcUrtBSzPIXdnXAQkGEahFWOWChICLxRU83iNA8ImQswKIe6aEdsFAQUUDNrqQASz4D7dIFWJIPjrjaxReuKBbPzeefsPbwbbwI+/J7PZUvboX+zSuhQtFcnL+bXOGKFNewsNx05Jm3Bd1K+8FjqjWm72mNd+tdsfRAM8zZaS9Q5Mo9uNT0QlH/zRhfPhqrnFoguPUBbK4WgOq9pAi8NhR8sq7wgStSSQjWz/DBHS1MSyKtC2eP4ajAI3iFD1yJjTiFVf16YOOZ97/XQsn6szBj8xRU4FIiSGklJQuuvDu3CKPHeuP8m1+QWGRDlfbzsHGJPawySPFjnxOqe9bAyYujUVjP0uXSlvO3gN3AFOCpQFp48OZpOrvNTBQQM1yRYh8GFRqOI0rJ17L+4Sb7N6Xg5wtYMGIwvIPpw5IlSjbwwIbNjihFwm2lv+5jlWN3zA6OkH1W1X7x73+XqFvjv93HPl9v+G56ji5BR9C/jOa/4G/2OKHe8CeYFnxB6+emXB5s3zGluqp9C6X1vaV2aOn1n8rgvVaEwatjHJL6zBAl+i86hkuXn2k0tS6aF+SHWbx58Unjs9bNKmHhoPqGdG+0NkJpbbQJp+KOUpvWFK6wiymQlAKvXr8yG4G4wxVaLeg07J/PROUMT7Cuvh/szs5EOVkVodPoJli1oFPoVCwYI0I9SFWgG3AquwXtrs9H12zKfzc8gkfhEOPBlbe4efwWrOxmYKanMHBFSo4Gbu2eBYczbcHfK3rgDxK8Exd5C3tGtseWyJkIDHIiT5HcL95w5dfL5WhlG4jm/rswrgnJsh15HV49O+FQ6R0IXlyLwRXuvmB3mJkCqe0BxczkY9MxggKihiuxQehXZAd6PNmOttmVAUg01vUqhnVZ1uDwSvKLT9w9zGjTDKf/2oPT82vhhGsp/O/LosTPmjbHk543EDAyP+6vaYJ2nl9R06EqPvk9RB8t8CTucxCcbMfg9PdimHmawRUjLGOz7UKoPf6aVy24f12LY7M0fxdM6jN9wl18+A4Dp+/W2mzd9E6gke79PbR/vm9JL5QqKC9VK8QllNaG2iKNfo4t453geeAZMjddhytrW8pujVMCtxKLPGjntgNLR5aTPWDfWNcZg5Y8xS9pXvReeQQT6/N57DZ0hvzbmZvW/C1hdzIFzE8BrnCFVgs6PrQXXrTahP724djcaC1sT89Eif/WYVLTT3B55oZiPMzkntD2JTyauOGXhw96v1uEdltr4eL2Vnjl74bOO+xw5UA3FOAxDz5wRdcwMffGovPaqti12An66zZp9sI1ciVesgPuObeh60dSBjp9Yn9xcX5wzXsUjl/8UJ1HBA1vuEKjTarNqoTDlyagZMJ8oq/+DzbtPqNr+63wPSgv/SUhS4Y+oPbLd17ll8YavdbDf34jHB1shTEH5RIq2joVf4MtY3tgyu5nJFzPEoq2wj0G8Fhd7JY0pwB7QElzLk11BokZrvx8ugAN7f7D/Lc+sFPyHI1o6VdoLpoogZF7i2rB6f7fuLz2J4l2mYI/997FGBuS0Y5cis/oy5P0Wwx+kVKLGbT0IR/iM4IG22FL5UHIMi9IZQyhFg/bd4RSWrgjWEHkOWd7pWvYPuYPDeOS+kyfEq5rz+LQ8XtamyUVuUJvGOBgi/Gdqusbwmifm9O6ptFtc1s2w7EyK7FmgT1K/4a3quDWgjxwD204AdYLHmFeh8NwrhaCkVdmo8Kz2WgxvgiC9jvC4tAQjL8/DutcyxlNq+R2ZE5aJ9cWdj9TwNwU4ApX6LGglTYuOBKWFfmsM+N72Edkss6Fz2ERqEPgrftofonGucMV4G3wHNTrdxivURpeR9ZjWIb1sHG4hzH+C+FUngdFIM4xJlxRLtEsRClmqeQkphaYg9ZPj8FOKeXMry9LMLLEPbiG+6IsjwXIG67ER+6Hc42heNZ4Nryn90Bla1XGpHrUR/4P1vY/9mHf3FqwoL8MVh8D66XysFj1Y0H0l0f38Nk4sLInSf1zHq51uiN2wnMs65WQYpmHoewWpgBXBdgDClfFWHtjKyBmuBJ1bjQq9TlNzr6HI+InkL2UPZb4L0fLP9QfAD5jnUMFnG92G+sH51dxQdzHC5jQsT+yTLmDWW0Sf2XWBmhkaIW8KDX3qoQ9p0tgkrUqwDG2b3X1x/YdoZQWCq6EYUX7GvB+mQ/fPnwmR6jzoI2LL+a72pLaGUl9pl+Hdv/bjX+fvOMFV2rUKA5/t1b6BzFSC3Na15+29ET9tY1x5oQz8inZJzuKSL73tU5exJAKcjhLI4uGPiPgdvVPDbiybWteTG16GH2OL0dDleg6I4nGsxtz0pqnCew2poDZKsAdrtzFuTXvIM2j/OxiiaK1a6NEEf7Rb3zginZRY8hxnOewblZeuMiVhCS2Mcr7b8wrnPMfBM+LLRG0dwFK8WA9XCNX6PDBozNj1rkumLLRCxVJ/efYD6exZEAffKh9Bht8+B2f5Q1X6IRoWOVWDxd4bb+OT9IysB8/F7OG1EYOA3Ku0F9rAspfw27XP1TgSiHZOXvdvzya7beNTSzNKcAeUNKcS1OdQWKGK7EvD2CW90d0m9QDFdI/w+ohHeH9boLGC9G1RXbos6879h8dLcu5Qi8a9VK/4RLy6wxQovU6HCBRK8qRj9rgiuwHg9oLUXdHMPpX2KsRHSPU4mH7jlBKCwVXohGydjou5R+Loa1z4u05T/Tp44/mm//DtKY/kvhM/nKf1NViYhBehX7U2kTfsaCiJaxwZE4XfUMY7XNzWtf0+dP7c0vEXz2N57+AHKUcsW6vJ2rn/kf2vbc7kQhXvu/pjxrzqstyPb1XORa0FaUD7HGjQ7AKuDWaYMnoyJy0ToYZ7FamgFkqwBWuKIyQ/orBs3Nn8OaTBOnzloCNXanfZZn5GGo8uEKPC61D/ZM0F4tAOVfSHcSkDoNxSimnHtXAwrIGBk7yw8Bq/DLJ8oEr0thwHJrZDkt9L+ITqRZkkckadoNXYLoHOXaudFSIi4+SBVeUB/r28ADmuI/FvtgpOEVCJbOoJbT9+TAAg4fPxKXXGWGZWYqY8M+o6HJBK1zpR5IYqguevawbjp/SnxyXi/GsLVMgKQXYAwpbHymtgJjhirr2sWFr0aHGfgy8vhddrOU/adDEs80mZMDKy2vRMLfmzxzxJBfYzA7tcLnBKRycnhi2rwlXorFzaGX4lTiAPRPLQVdkixDrge07QqgsHyOltD7hWhge8btxjuSnU7+S+ky9bffZB3H3zgutgq2dbg8LktFWV84VWjVo+5Q2gomdUlprGvgcnvXssNlyCAK3e6BGrnAEDrfB/MjZuLSlI/yU8jll/XIeU7t3xR6pu8bzJ41yc9jdGfvXtOSV8NCUwuvSWhk60/GzWrfG/F1kX9WIBjTl7AzoO/Ynwu7vwTrvjcjW/TDGNA/F8m722PBv4otfvjaLsK3ZKTh6nkNMxnZYuMsFJb98hUXeHOTYZ9q64r+chEfvKTgU9gv5qozEGl8nWIdux1iXxQghfytUezJ8lnZGzvMzRKFHSnuXD1yJfkjyq7TbgFeZrZAjEykEHv0R335UxNADvmjG8zgOd7gSg61juqPfbprsX/uVCY2xS5bw1nDIYsxjQSARLffO3UF+u1ogQSScLz5whfMgBtzAG67QBwD3yPW4slqeBIxePx/ORoNGoVjwdg1qqMCVe3Cv3g6xk25iQfecsrZcIlcMsIM1YQoYXQHzeRg0ummsw1SigJjhCv03xjv/SRnsoJc6XAkj/8Y0HacKVhRQRPmX5/AdPVBnUV2VynXq8ORX6AI0qbsEz7WsC5tx8h8BhLrYviOU0sLAFbpuO1a/jHEv16BpwlufAqCcdrut8zNt4EVdmXk7r2PTjstaBdMHV/p3r4UJnWsIJrb5rGs5XIlweys7lq7+7Frn83FMsB+E7U9jYZnv/+ydBXxUR9fGn00IBA0J7lKoosXdoRAKwYq7e4NDcXf34MET3LV4KUWK+1vcSZCEJET2nbtLkrVk797dHfbuPff7fX3bvXNn5jxn7mT2v2fOVEGryi+wL3RAXMJbobwQ5daVbQdqFuiDva18cYgdWuaRdwA2bm1r9nRMHoInClcqbkM3IV9V7iCs61oI08OmM6jU1G6ASMh51TCglaiTQ2O1ubOsEbrvSoJU7+6j1PCLGFYjPopLHX0KI6oMR8bJJ/DLjQYIzLUNRQ83xocuo/Fo6iE0WNAX+ST+2szDN1LaODW+PEY+7ocdC3NiVt1uiO6+C/m2e2NvvhVYNTgKU9hn79seQNeQLorQQ4qGtnzGcrjyCuvrtEBYh+3o2Dg+sceLLUMwatnPmL7vN05HMQunAu2F97kJ6JRJdzsS/8iVhPyhVt3BjGbDUGpjIHjkXBES2vp6NGUJSIxJTgo0wpz3gXwT2grJays3OI0mqzegNzstyC38OfaO9UHfvd44+O9IZGYL34JDsmHrvxNQ2O00euRuhqg/LmA+2xMf/u9CNG86EUm7xEeuxJeF5rSHXhe7Yve+wfjGPQw3V/tilctQTGnNb4FryxeR6pKnAo6zGJSnftRr6xVQMlwRcq4Uax+G2WeWoWaGMJyfWBEtd2kX6a4sirFurzBMPCbcS+wkoWdY2aMk1qTbojlJKPYyF5li7r71nk24Bpp37Kmuft18tNbmVTlS/hg2MFDo+mYL2hVnSVLn3sbUem8SuWf+9/dnb0NRo9daqNXGC0NhW5ArOy6o3citRoK6uLjg6KI2yOihPXiAx8VHazGWsByATXNjd8lzcdBU+GGwUuXnRsmzAW2+wNNVrurkcxKi3KpotgM1v1sV89LsxeL2abCuQw781/4phlcwv51LTC+tKWMJXJn8ajwObyyIxU0awu9KVNwWqTQrS6D+Fk/kehSCZjvG4maPNtj8WAWvAoOwbXcf5HyxFh1/HYKjr4GcFSfAf01bXOqRARPv/8y2ZV7Hp9Q+WLz+B8yuPwlXIpPiW3aIxVF2iIWoK4r9ap7kkSZa5X2XS3pw5d3ePvBekA9r9vRB+uPxkRrt6t3Aw1zzMaiG+fdGVB8cqJAAm7r90zIOriTpFw+c1NHnMY7BlZheZ+GbakJc5Ioz6/G1XWMpXFEncORyQp+Ltc/yyJX3+PfAc2SpZZhb5evkXNkxNg9jBq8SNDcFGmLJWcsgi6WRK8JRzO+eB7HDc3Svt9jXtzGe1NmHge2+kQSeJUeuCN14eXYhBg2eiiOM8IM1n/Pn5hi1YKIm4aBA9nuV74Zdr77FuDN/4pf/BqJJ+/Vx+1urZ12Gm/kOaY4mNCzbNpvuaUFADpatfeGC31HURNi32EFI5UgBSxVwnMWgpT2n8s6igJLhiuDDS8ubo/WYk3jHfmCOT2j7P80vzwsf6IetJnQyXaHaEzFvUbO4fCxCvebgibn79hxfNO/YU139unlpHa0TDaGf0FY4+jc+UsLwnhgl+i45jkN/3jQqmthpQb/WKoQp7cuKqd5mZXhpLabDwezHv5Is6m2BAG71tgXFR3DEfHyO/bNao6d/YWy/MYP9SKitOfhQV7Tc2xF72Zau63PKyw+ufMlFJdgiROZM3rgOeQMKos2Jjji4rzV2Nv8Bh8qcw3hVY/y6vCSW7RkP1bIy6HtjCE5uLohJJerh/cCbKL47H5Z5rsGfc1JjaJHf4DbhOUru9sKitHuwZ1JU3Gdt7xezOHJFq/RjE3AlAtv6lcaWnBuw9vfv41wd/WE7BgyMwYglDeElZgDIrExM6GmMbNgX+1l6pbSF+mGFXwvkZNE5AnRpseih3meCac6ux9d2n+Vw5RoW/TwXBXf6oUL2eBD++claDP31I3wvdUd2CUZZDlde4czWq3hooi0V60GVhpnx7MAVuJeqgB/Siu+QlG1B2lOBFqParl1onj4e8vOOXEnIyqjQpehV4g6G35guyTdWwRXx0lNJUkB+CjjSYlB+6lGPbaGA0uGKLTSUWx007/DzmDNoHf45Gs0n7cXtm0L6ZvOXcErQqn41kSSJi/nCNizhWFqH4+KCDmgz5YQG3Br+gCdsW/c9kA4Favpi4rRuxj/sRTKwyw5uEMDYIB+ZbgvKH/8lL9ZeTy83TT7ENDWXY9WPI+KgyF86B1Boh4R2a9Wip+ngmVatOQWrCNs+2fJWsS8HVUTHbb2yJVyJer4Grb0Po9kef9T/kncLiMD+Eb/jSbFCOLBoKz4mq4wx64ejVCoJCRtsON5tWdWRMRUwN2oCAkZnwcJmzfC40UG2dSKdpgl19F3M0fvM+fWwpbZS6rIUrghtPFrTBX+MzYdR9waxQ5CFH3hOYcZ3QxHVczPHo5jPoFupmdhrkERW6J9LTCWs+acctlSag3RT/DGylPj3RxJcYadAXj9+D5kqGeRWcZCcK8JRzD1znUJ33tuCpAxIeoYUkJMCjrUYlJNy1FdbKUBwxVZKyqcemnf4+cpZtFaznSjz97KjyLdeQMQn3cMt47VMnsodfVqUQduq8Ymd+SnNJ78NT3scuS1R24J04Mr5sYXRcn9L7D06GBnvHca9bNWRlG0Lis2V8mDk9+h+bahR5MqSZEtxeKkPws7+hRB2rKywLUh7CqgOXHlQBg3W18f+vwcir0WiGUeunJ9TC0MfDGBRQzXiktZGXJmB3turoXfWcdjF8q/8eqchjhbair4OsD3LInMTLByBTX1LY32aOQgYlQfLOvjg3wp+KHKkM06XWMcieFw1cOVWnV1se1pWOL8etlHVmlqkwBWhvdBbTxDzffYv+VVe4cG/yZHzm6SISZ0MUtIEWR65krDVn958gEv6NJCyUVQKXBF6EvP5MlaMa42gWlcxsMJbXNk6ATuCaqJ7u1rI4CrNQxZvC1Kdxdou83BHp7mY0Ie4fPw0i+BZifWB7fhvC5JmOj1FCshDAWdZeMtDbeqlKQUIrihvXNC8w8/nzqZ10McI+P95C0fO/4fHT4LhwnKu5Mjuibplv0XzivmR0l3KEt42/nA2rW2jin1qsRSuqCNvYHHb3zDh+Du4eZbDlIAA/LSveBxcySxsXavdVpNzJXupCVi3qS1yh8RvZ0uevS3W7J+Ip4PSG8GV8T/NRe2qk/CBRcP8syz+AAzzluvDFW0i29+RZPBZjPaOH8cxQU8QnDQH0rz0YyeSbsILJ4xcibwffzKQV/6mmLxkEPI/9MPQYcs1pwWlL9Qa02f/jgIeLCWDAvQwP3bsW0IMXBEiU+YVu4A6F1iCZYPuxIS/xo3de7DDbzOuXC+OMU/GIn6Tm/i+2w6ufIWEtixCZfsfXpj1aTgWDByOlKfLoN6mlCid+iIeZFuB3ePqI5l4KeJKWg5XnuDShhMwzPzimjofStcq+fWPYpagAT1CCji0ArQYdGj3KKJzBFcU4WY9I2ne4edz0pq05qcAv5ZoXPPTmlpSngLi4MpdLCrdC9GdV6J7x6xwjYzA/dNbsH/uNpw69xwuWYqiQgsf/NKkAvJk1z25R7yeUuDK+VUD0WbxfwgxOB0n5PkbuGdJj6Rse5D/ud6oYOejmIWcK71KbUDDU4GomoSdENSmMpIOeI5eP61Fl3L70fasP5fTgsSrbVlJyrlimV5UWkEK0AJFQc52UFMJrjioY+zYLZp37CiuQdWkNWnNTwF+LdG45qc1taQ8BcTAFUGVqDd/YlmX2ThwNRzJwkLx2T03funXG3VbFEXWtNKAiq7alsOVP9E81ypk8RuNAYXjj4RW4wmmNg1AuU2+KM/iRbwyWbY9SMq2IF24UvnzMrSq+jeGnPVDgU/Cvx9HD4IrynuxyGJlKEALFGX42ZGtJLjiyN6xT99o3rGPrqZqJa1Ja34K8GuJxjU/rakl5SkgFq7EKhP98TVuHtBuAzp3PRq5SlRAtZaNUYkdiZw2tXT9LIcrj+E37AJKTfRBIb1mXyFgyhl8N9jwc3F9kwJXwLYFremXEqsjWyBvyD48ybcNu7q+waAejXGz8DHsG1ZRXOMGpSzdFiSpEREPUeSKCJGoiDIVoAWKMv3uSFYTXHEkb/DpC807fHQWWiGtSWt+CvBricY1P62pJeUpYClc0VVIAC3Xt21EwLp9LN/KB3jlaInRf3VHLgkyWg5XtI2EvrmP4yce4L1Om9qjmL9DJgn9kARXWDtCQtuVc6bhuroaevZvj1zvtmLJvvRo3bwS0riKP61It8sEVyQ4kB4hBXgqQAsUnmpTW6YUILiivHFB8w4/n5PWpDU/Bfi1ROOan9bUkvIUsAauGIKWG9tuwbNNBYY2LL+kwJV/5rRBuZkPkZ7lV9FNby4cxWxprpXYHkuFK5ZbbP4JS+GKWmU6oa1uSyrkR8lmJeBpvvm4EhS5YoFYVFRZCtACRVn+dkRrCa44olfs2yead+yrr27tpDVpzU8Bfi3RuOanNbWkPAVsBVesVc5yuCLkXNmMcscXo1duaZEhpvosZ7gSowqAr0dT3MyWKcHjsF2jG2HS7fkoYIFkBFesHd30vNMqQAsUp3WtbAwjuCIbV9msozTv2ExKsxWR1mYlslkB0tpmUpqtyBqt/7ehPVrPCYZXyvtQ/TwPa6dVRhqzLdqmwOu/JsF32n0kS/4WBdqtgW+N+IQUlzb9ga3XVZqGot/fwf/SDcPKsv7wOVgfB6ZWRMz7oxjQ7iCarpqCUuxIYrlfEVdmwKfda4y9OBnFQq9jfv8xuBmdDMHJG2DqzIbIqXeq+nscndQTs87lxcAl41Ax4yMsbDwAGaZvRhP2JfrqshZYHDMeC7rklbssDtF/ecOV42h5fzTq6o0f62SVO1zp57EJbd8HoqgNpw2CK9aNKXraiRWwZoHixLKQaRwVILjCUWwHaYrmHX6OIK1Ja34K8GtJ6riOfLwAzfqnx8rNTTVA5fTIUthR7Dym1o+W3PlPu9qh5Z2x2NY/p5k6HmNhs1n4ftksVEl+EqPb3UBH/y4w9dSFOY1xuuxWdH7vq4Er+ydlwaL2Y5F+1Fr89o0NvyFJttq6B9XRdzGv5xT8+zI9um+bjLSrGmGt1yaMqZcEVxc3xv7vt2Jg5Zi4Rh5t6oplLjMwtknsCTBMyy9wpdL9fvj9QH0sZQAq/nwY6/qn9KflC1eAExObY2Ky0VjRysvAjZafEhRbAcEV4zeC4IrSZwmyP0EFpC5QSFJSwFYKEFyxlZLyqYfmHX6XZfMLAAAgAElEQVS+Iq1Ja34K8GtJ6ri+v9wbE2JWYkXnjHqdjQ4+jEGNRuJeytSISNsCC1a0Rfi8klj9zQUNeAnsXAYfB51FyV0NMf6OJyKf3sOjzy2weVVWrO4+EhuDfkL3IdPRp05i6TJfwb/9JGSbN1sDV8Z0uofuK9sZJdhUR5/C6BYX0GZTX2Q93B/1D5WFr2ohDhfZjBnN0vET2Y4t3V3VDbtz90Wy+atRInAySui0dXVxS/xZbAP6lIiFK0y3Dk0QEPETMuAB0lSfj1nt3TRwJVnnmjgw4wVG7/0DP9owUsGOpsuiavnClT/RINdY7EE8mIsV3B1VsPXhKFSHNjrMkovgCsEVS8YLlVW4AlIXKAqXjcy3oQIEV2wopkyqonmHn6NIa9KanwL8WpI6rq/PjAcmur090r80LjQ+h0FlYnB/QTVMSLoB/T/WNQFXSmBV7guY1jAeuDS91VZk5Arw+eYMtB72BBlVz1B0fAA6/Gj8JfDd3j4YFzwKM1qmQxiDKxWH/YUULjnQZd1mtHSCqJWo55sweJYXxkz9HmsaL4iDK59vbMboJYG44dIGa2fV1YlCuYYpjXeg1sY/UCQJ+/cGm1F1W2eca+KD1a+SIluJsfCfXoOiVmz4+skXriQswqc3H+CSPg3cJehEcIXgioRhQ48oVQGpCxSl6kV2214Bgiu219TRa6R5h5+HSGvSmp8C/FqSOq5NR648x6zqI1HisB/KMxMirk9A3/2t0VvV2CRcMYxmEQ9XHmNR1/n4aeJUlFPtwaDud9GDRad8oyfbKyxj0S3fseiWCqnUGrjiHVAOW0ZHYkCPFxga0Bf5ZB2hwaJQurFtP8kqIa/HR9w8dhdZmw7C6J6VoN3EEYGrC1pi17dbMaxGLHg6j5GNTqPtFq1W+wb/ho/dZ+L1gC5wGbYDBffWwqFCO9mWItoUZKs30PngymOMqrocFY4qL3KFzSJ4/zwcydO6Q+WWHEltNH/QtiBbvW1Uj9MpIHWB4nRCkEFfTQGCK19N+q/WMM07/KQnrUlrfgrwa0nquE4o50qtEyUSjVxZ16EMPg8VtgWVMAIu4uHKEQxpdB89tgh5Vu5idoPlKMfyjehuiREiW7psKo9Vo0tpxBTgSmxC25e7+qDXvx0QMKIIP6Ht2pKQN0UbuZJ2VQsEZNuoASrvmJ3jQlnkTtwWqAhs9+0J1aDlqJ+FJbJt6ocSmzrjny85VxrnuMoiW+ag8MJlqJ1F/vlo7Cq5yMrlDFfOrxqINov/Qwj0x0LI8zdwZ8czJ5VwJLOcI1cEl/+3vhY69TiID8iC1mv/Q69fd2LI96tRdctu/PKjyEFhUIzgijTd6CkFKCB1gaIAachETgoQXOEktAM1Q/MOP2eQ1qQ1PwX4tWTNuL60vDl6zLuOUJekyF9tOlay04JSxuVcSYqQVO2xdE1b5Hi4AHV8luBN6nRwf/sZXfecMQlXWqfyR5NK45Gh30Es7ZZ4Utvrmxg42OOKjNEsd8ivMzC+WSosa9MfGaasZeBAjSNjmuBhky1x24V04QrwHtsHtsVd7wCW7NWNn9h2aykerhR7fxoTe8/Bc890eBdeBKNndEP+VCcxovJxND7G8qnc34x+A3fjXfKPyO2zAOOaROudFhR5fwHaDEuJ2ZuMc9jYrftOXLF84YpwFPMqZPEbjQGF4yOZ1HiCqU0DUG6TL4tOszyxrZzhilp1FMOz/gbP2ffQ+fvJ6MESb88/1B4vFtfGiO2/wW9fD3hKGMsEVySIRo8oQwFrFijKUIistLcCBFfsrbDj1U/zDj+fkNakNT8F+LVE45qf1tSS8hSQL1x5DL9hF1Bqog8K6bntFQKmnMF3gw0/F+dbOcOVGFUAhKOYW7wJRAm3y5hVdByqXApEYWg/l3pEM8EVcWOHSilQAVqgKNDpDmYywRUHcwiH7tC8w0HkL02Q1qQ1PwX4tUTjmp/W1JLyFJAvXInA25cfWOYeU5c2YiVGSGzrwRLbWhD8JWe4IuRc2d3uO9z2voL+v73C/OLDUP58IH78bzQ6FnuKkW/98K2EIU5wRYJo9IgyFKAFijL87MhWElxxZO/Yp28079hHV1O1ktakNT8F+LVE45qf1tSS8hSQL1xJ/CjmLY8qYUXOcciw9Bjm1jI+qSshT8sarrBtQZN+qIatz1IjY7aUCHn6Au7ZvBD0NAiVht/DjAH6KbXFjnaCK2KVonKKU4AWKIpzucMZTHDF4Vxi9w7RvGN3ieMaIK1Ja34K8GuJxjU/rakl5SkgX7hiH1/JG66cxaF5/yEmvW6C3+TIU7Y2vssp5WBqrcYEV+wz1qhWJ1CAFihO4ESZm0BwReYOlNB9mnckiCbxEdJaonASHiOtJYgm8RHSWqJw9BgpIEIB2cOVyAj8e+Ykbr5VwTVdHtQrm9eibUCGEskZrphytzoqDM8ubcUuvxeourQ/bQsS8U5QEVJAtAK0QBEtFRW0kwIEV+wkrANXS/MOP+eQ1qQ1PwX4tUTjmp/W1JLyFJAzXIm8HYjarebh9KcMyJBaDfXHNwhJUQKz/Geg3ffSjup2BrgS9u4yzq5bjU0bV+H81WC4exZEaR9fDJzVHpkkDHGKXJEgGj2iDAVogaIMPzuylQRXHNk79ukbzTv20dVUraQ1ac1PAX4t0bjmpzW1pDwF5AtXXmFWoyY4XmMDNnbLCu2mlwhcW+KLOgdq4Z+t9SWBBDnDlRjVbozIVg8HQ7xQxLsdfmnfFjVKF0Sa+JOqJQ1wgiuSZKOHlKAALVCU4GXHtpHgimP7xx69o3nHHqqarpO0Jq35KcCvJRrX/LSmlpSngHzhipDQ9jh6PhyF6lDpOC6hz8X5Vs5wRTgt6P6RedgwbQEOXw9FnuLt8GvPtqhZriBSJxdnv6lSBFeka0dPOrkCtEBxcgfLwDyCKzJwko27SPOOjQVNpDrSmrTmpwC/lmhc89OaWlKeAvKFK9fRt9h8FNixGJ2zx28Biry/EkV/i8D6C91QSII75QxXdM2NzbWyc/lMbN94Ee4/Dcfs0+OQR4ImBFckiEaPKEMBWqAow8+ObCXBFUf2jn36RvOOfXQ1VStpTVrzU4BfSzSu+WlNLSlPAfnCFeDqgtYoOVeF1gPboYqXGjFBZzB+2mFk770Bh3plleRMZ4ArQgTLmyv7ELhgBvbsPYOIdOVRpflwdB9cC54SVDELVyTUSY+QAqQAKUAK2EiBHJV9bFST9GqEPxR0kQKkAClACpACpAApoHQFXIpn+OoSxJx/De+iXhb348GR1eg/fSf+CQbcWOLWHv17o3/1dBbXE/uAnOGKWnUWqxt0hv9f1+BRuCUatuuL2nVLIJ29c6741P/6C3vJHqcHSQErFNi+Yzto/FshID1qtQLCGHQUuELvgtXuFFUBzTuiZLJJIdLaJjKKqoS0FiWTTQqR1jaRkSohBUwqILxf8oQrEXj78gNLYWvqSgavTGm+JLm1zPHyhit3sLlLe/izaJVPKQqiaJ2mqO5dD+XtnXOFFtSWDTIq7TwK0ALFeXwpV0sIrsjVc9L7TfOOdO0sfZK0tlQx6eVJa+naWfokaW2pYlSeFBCvgHzhipC4diz2IMbIWHdUwVajRLfiNJEzXNG1MPTR3zi1axO2fTmOOV36nphxn+WokXBCtdltQQRXxA0uKuV8CtACxfl8KjeLCK7IzWPW95fmHes1FFsDaS1WKevLkdbWayi2BtJarFJUjhSwXAH5whVTtkbgn5m9MDrFGOxhxzNLuZwFrujaHhMWhDun7yFT9ZL2yblCcEXKUKNnnEEBWqA4gxflbQPBFXn7T0rvad6Ropq0Z0hrabpJeYq0lqKatGdIa2m60VOkgBgFnAuuAOqoA2j03VUMud8fJfWOaBajBuCMcEWc5QmXosgVaxWk551WAVqgOK1rZWMYwRXZuMpmHaV5x2ZSmq2ItDYrkc0KkNY2k9JsRaS1WYmoACkgWQFngyuRt5egcM0gzH04BNUJrkgeF7oPElyxiYxUiTMqQAsUZ/SqvGwiuCIvf9mitzTv2EJFcXWQ1uJ0skUp0toWKoqrg7QWpxOVIgWkKCBfuHIG3UrNxF6VThKR6E948eoTCrachwsTC0mRgyJXTKhGcEXSUKKHlKAALVCU4GXHtpHgimP7xx69o3nHHqqarpO0Jq35KcCvJRrX/LSmlpSngHzhSgKnBbl6IGv6pJIdKfdtQTFRT3F2yUr8L10t1G9cAqncnuDx9fTI+aO7ZE0IrkiWjh50dgVogeLsHnZ8+wiuOL6PbN1DmndsrWjC9ZHWpDU/Bfi1JLdxnSlTJn7iUEuyVODly5cO02/5whX7SChnuKJGGHa1S4EZfxVH3tTnkfyXa5g/4T8MzlgP7qOfYlz3LJJEI7giSTZ6SAkKyG2BogSfKM1GgitK8zhA8w4/n5PWpDU/Bfi1JLdxLcCVO7276wsUHY2YZ0+NRXNLCpfMmfU+V4eFQf3mtVFZVapUUHl6wWP4aKyJamB03wVJ4KHKpfd5NCLwQf3EqKwbUiKVSr/dCLzHJ/Ubo7LJVV5wNzhj5JP6tVCzUdlUqixwQwq9z4X2hX4YXmlVuVlGDFe9j4PV903Y5cbsyqn3eRTC8VFtrGdSZldKq+x6xXr6UaRdj5ldn03YlYfZ5aLzuRrB6v/F/ffAbGdAcMX4VYg5/xreRb34TSwJtCRnuBKjCkA/j6Wo998hVE4TiAEFz6L3jenI+ngyOld5gzH3piOPBIUJrkgQjR5RhgJyW6AowyvKspLgirL8LVhL8w4/n5PWpDU/Bfi1JLdxbQRXrAYrKqhSpdSAFeES4Mqu6AFfvrDr5Jtg91wY2vBQ5WD/popzkBZEPGP/rV9WC1iEKJv4slrA8taorBawpNUrax/AIoCI/4zad2V2pRFplxawWGOXacCSWpWV4avkegP/g9oSwKK1i+CK6bmD4IqxLpde7kCOyj6iJ1u16iiGZx6NKhdOoFq2O5hffBjKnw9EYQjQZRPavg9EUf1pQFTdBFdEyUSFlKiA3BYoSvSRs9tMcMXZPWxsH807/HxOWpPW/BTg15LcxrUeXBELVtRqqMPDTUSsMLCSgoGVdPG/6MfCFeGL+jsGItiTes5ICESEMMBiWNY2ICLECIZoI1gEEBEPbhIGEYYRLAnZlZQBluxG4Mi0XakZYMkgEhylY+DIwwAcCYDF2C5rAIsaMXivfoAB2U5bFbly43EQ/rz6BHefBOPB83fInSUt8mf3RLXCOfB9Nk+LX0zaFqQvmZwjVwRLLk38AdNvjcKUKZnh7z0dZfZMROi8blh6qjFWnehnEIMmbrgQXBGnE5VSoAJyW6Ao0EVObzLBFad3sZGBNO/w8zlpTVrzU4BfS3Ib13FwxQ5gBQzCeIwYo4lc0V4CiHjA/hljAFiSIrUqm972FCGCxRLAEsYiWAxhjOkIFtMgwhrAogURD0XaFcbsem4CHBkDlnC8Q7g6yIRdxoAlVP2KbfpJCLAIyUHFgCP9LUJqtpGoc9b1kuBKVHQMBq08hV0HLhsGIWl8r1Kp0KBOEUxuV579u/j3k+CK88AVYVuQr0dTnDYArl65vNFvw2788qP4caFbkuCKNN3oKQUoILcFigJcojgTCa4ozuW0LYijy2mO5yc2aU1aJ6SABq706CIuxwqDJYiIQMzrVwbVGUesIIahjpCPSDt1pg5cEb5nx7C8Kg/ZP00Blqx6eU2iWMLLEPULI2jBUAxSqNLrwRhhi5BpwCI+0sM6wBLN7HqUgF2G4Mi0XcmYXckN7OIPWPQjczpl9bcYrgjDpMmEXbj87wOzL17pUvngP7C22XKxBQiuOA9cERLafg5LjmT6u9dEj4WEChJcsVpCqsBZFaDFoLN6Vj52EVyRj69s1VOad2ylpPl6SGvzGtmqBGltKyXN1yM3rQW4csvH29gww+S1iYGVlCmg8koXX8cXsKJ+/w6eS1ZgZ7SvHjQRIiKExLExiNJr1xVCBIsxYAllgMUQxiQMIoKNYExyFU/AYsou1lu29Ug3IW4kPiFU/dKor6btCmYRLIJd+luqBMCUDGmYhvGhH9ZHsKiQliUaju2rFLgyZct5LNvwl/mX5UuJgZ2roEutAqLKE1xxIriiOou1XebhjgnPu6jLod3SHpTQVtRbQYVIAZEKyG2BItIsKiYjBQiuyMhZNuoqzTs2ElJENaS1CJFsVIS0tpGQIqqRm9Ym4YqNwIoglwBXhNOChBN0hAS2sVfCgMU0iPjEQIQ9AIuwlcYQWoiPYFFpEvLa3q40LIIlnV5kTjgEwPLOCMbYA7CwOCRNQl7BLkvhyqv3YajYZSWi2TYz3Stv/sw4MKkJav+xBfduCwmL4y/3lMlwcmFbpGX/a+4iuOLkcEX1Ate2X0amWmMxeDXBFXPvA90nBSxSQG4LFIuMo8KyUIDgiizcZNNO0rxjUzkTrYy0Jq35KcCvJbmNayO4Yi1YCf0I9bt3cYLHwhUhusI0iHjKoEmknoNcWTyGqUgP4cQfw2gXbaSHACLij0nWbqURF8EiRHpEWgFYdEFErBGCPR9ZXhVju9yZXZmNIlhM2yUAFi8DuywDLKbs0ia5NZ+DRTieWUjI2yXrRou2BY3b9DfWBJwzeuEyZfPCmI4VMWblSTx/LJzwpH8N6lIFnWuaj14huOI8cCWhWfnTP33RfUpR+AW2Y7Fsll+0LchyzegJhSggtwWKQtyiKDMJrijK3Rpjad7h53PSmrTmpwC/luQ2rvXgilVgJQbqUBYFogNWBNXj4YqAV1QMLmRnGCT+K5MAIIQEr9FGgMWdHb2cUS8qRNhKYwsQIeRsEeBB7GUZYHnC+hqhN6BiQYRuBEtCdglgI6WRXaHMrjcmwNHXBywDsp2yCK7UGb4Vd289tfiFE5t7heCK88MVIdEtHcVs8StED5AC5hWQ2wLFvEVUQm4KEFyRm8es7y/NO9ZrKLYG0lqsUtaXI62t11BsDXLTOg6u2AGsQOUCz8XLNNuCYi8BRAgnAxkDlhcMWnzWk9mVgQjTgEUAEfrRLkLuEVORHhFsK43hdiJhK409AItpu4zBkWWAxYPZ5WkUwWKtXWIjWAZmO2MRXCnTyx9vXsRHLsU61FzkStac6XF8ZnOzrxnBFeeBK0JC23fPg/Te5JjwJ/hrVgcsOlwbK25Mh3CYuaUXRa5YqhiVV4wCclugKMYxCjKU4IqCnP3FVJp3+PmctCat+SnAryW5jWsNXGnSAC6ZM8eLZFHyWtMRKwJYUaVJozktSBeuCI24sP9LxbanCNt/Yi9tpIcxYEkYRLx1OMBiyi4BGAmJaw3BURIkZxEsGQwic4QIFlN28QQs+pE5lsKVcn3W4tWzYKMXLrGcK0LhDFnS4sy81mZfVIIrzgNXYlS7Me6HLvhbpZ+o2dW9GNrM9UeTcp5mx4OpAgRXJMlGDylBAbktUJTgE6XZSHBFaR6nbUE8PU5zPD+1SWvSOiEFNEcx9+5uF7AiwBWP4aOxLqo5gwvhel2wDEQktJWGH4gwneT2qQm7kjBwlFkPHAnbiIStR44LWHTPwlWzk5wEu7RbnyyFKw3G7sC1K48shisFC+XC1pH1zL6oBFecB66YdbbEAgRXJApHjzm/ArQYdH4fO7qFBFcc3UO27x/NO7bXNKEaSWvSmp8C/FqS27jWgyssYkUdHg71m9cGgrFsKUbHLScesSKAFeES4Mqu6AEswetTdvCyIWAxBSISjvQQtvPobieKRCjCWKSHYb6WZLBPpIcWsKTQ0UYAEc+sBiym7OIfwWIIWLR2WQpXprJjmP1MHMNsLnKle6vy6OdT1OyLSnDFueCKsDXo3p5pWD5vLa48/og0OcqiatupaNf8G0nJbAV1CK6YfY2ogFIVkNsCRal+cma7Ca44s3dN20bzDj+fk9akNT8F+LUkt3GtC1fUYWHWgRUXV6hSs2SxX8CKLlwBO0T4IwMRpgBLSlWmLyfYaP2kjfR4bZQ4VthKYwlgcVd56G27EY4ztjZXiSnAYtouN03iWu3JPLp2GUewuDG7knMER8Lx04I/dK+E7PLNdtSinCsvgj+hSs/ViPocpVd/YnAlqXtSnFzcFl6p4rVK6I0luOJccOXfqT+g96JU+KVbdxTL5Y7QRwFYO2s7snb8BwvGF5c0cRNckSQbPaQEBeS2QFGCT5RmI8EVpXmctgXx9DjN8fzUJq1J64QUiIUr9gAriIqCx+jxmsgV7SUAlucMsITpdUc4Zcc0iDAGLFoQkU5v201iESzWAJZPbCtPhGgQYWyXqxDnYhKwJGSXfmSOAEHC1UF2icwRA1jULKtN56zrLIIrgmOnbb2IpetPi37p+rSviN7ehUWVJ7jiPHBFOBVosMc0VLlyDnVyxtsV8XgyOha8jv7v/VFUnwGKGiMEV0TJRIWUqAAtBpXodceymeCKY/mDR29o3uGhsrYNZ9M6ODQC+y48wK3HQbjL/l/Ntlh8mzMdvs/hhTrFciNtyvjknfxUdk6teetnSXtyG9cCXLndqZ3NI1YEsKL++AFpZ8zVgStawCIcvRwpGrC8Mdp244iARQARQkJeQ3BkGWBJoTnxSDfRb2KAxRJwJJymJByGHXsJOWDEAJZOWf0thitCPuSG40znXjF8l0qW+AbrBtcR/YoRXHEeuKJWHcWI9AtR73kgSiaJtys62h/9M5xAjyA/fCt6ZMQXJLgiQTR6RBkKyG2BogyvKMtKgivK8rczfuF3ZA860xy/8vANzFh9EhFh+kfJxurvntIdQztWRIuK330VlziT1l9FQAsalZvWcUcx69loQY4VE1uBYsGKOiQEnktWYGt0dyE2Ja4FAUSEMhBhCFgSBhHiAIsWRAQbJY4VcrBYAiIMj2kWG8GiZi0LJwMZ25WURbBk0NsiJGyPEvKqGCb6FXK6fF3AotIk5I3NLSMFrgiOjoqOga/fMew/fN3k26NSqdCgThFMalcOLuzfxV4EV5wHrgiW/DWMwbWYhRjSt8CXHCufcHlefQR+moVxgwt8MTYF0mbxFJ2DxY5wJRx3z91Axp9/hocODRI7eOPL2aoey1umJ5StgNwWKMr2lnNaT3DFOf2amFU07/DzubNoPXbj3/APPCdKuJ5tKuD3ekVElbVlIWfR2paa2KsuuWltDFcYWEmREqp0XvESxSSQvNYMWBEqEOCKcBSz9gu7IWARQMQnPVdoAYsAIuITrCYMIoy3CNkKsBhGepgGLAKIyGRgV2KAJb1IuxICLNaDI0vtkgpXYp166X+vsXTfZTx49j7Ozz/myYCOtQrgRxbVZ+lFcMV54IqwLcjXoylOG+T/MRwTKdAIc94Hit4iJBmufL43BWXKzcSTLz1QuWVB+WajsHByA2RkMCUmYjMa5xiGEjvuYWiZhIeuUE/Z0rcx880KVDRRzFb1WPryUHlSQG4LFPKY8ylAcEXr038m/4z60wtj45uVKG3wtyfW667RdTT3K0Rdw4KWjTDu2Dt2KymKNJwL/3nav0tAEHYNrIu+6+4jNBpI9117+O2YjLKeO9AiY1ccVelvrlWpc2P86b/RKT+/sUXzjvNpfXVWaVSf/J+eYa2WvsSM+kBi98QoEXiGrbFm7hNTVFuG/UC7aLgPqhfOIf4ZG5SkcW0DEUVWITetBbhCFymQmAIvX750GIEIrui7Ys+lIBTNxP6YOcB16eUO5Kjs89V7Yh1cKbsV3b8sPENfHMLszl3gHzUCJ/d1QAaRppmDKyKrga3qEdselXN+BeS2QHF+jyjPQoIrQMTNsShbeQGef4EnpiD8Pb9a8DnUDhc2N8cJ35wY9m4ODvs1QOroaxhVqSrutLiGTX0y4u36Jij8Ryos/2claqYNxrouRTA5ZLLmOcNsFGEne6Joj/TYfXUM8nEcejTv8BObl9YCHBz0YQX+nGgcMZLYPXNKfGBbgMp3X42wEP3jZYXnVo1vxELdXdDmjwCjarwypsGpea3h5upirgmb3eeltdgOx4Tfx/p+bTBu1z0kr7YK/66qrXk0+t0pTOnaAXOOvYfK1Qu/DtmK+X1+0MwPF/zqof3Mu4hUp0frpUcwrGJSsc1xLedoWnM1nhojBeysAMEVgivmhpjN4IrQUEzUQXTL1RFZ1zzGqGrsl8AME1HtjPZXv/+2dUaL3jvxv0j2W2L6qpgasAEF9hZF9WnP4voo/JIzVtUKP41zQ53sZ7D9ZFlseOODxTr1RNxcihYtx+LU00gI0TK/DtqAbp9boI5BPcIvQnSRAtYoQAsUa9SjZ22hgNLhippFoUyo1hivfJrgzISnJiMc1VHnMejnTsi67l/8XnAH2mccgoK7b6J/Sa0Hrk4vitbXJmq+PG3ukBZr8p/F7qHfa+4J4KZchees3kUGkZNB8GucH5caPMfClny/QNG8Y4s3R1wdvLQWxt3GAv9ia7/cRh1L7J45K+bvuYI5K4+bLNa3fSW4MHYya7np+1MG1EHD0t+Ya8Jm93lpLabD2nmlCg5+uxTLZjXAt6linwqHX9OsWJpiuQbOJnkTgE5l+yHLrPssymgfOhb4C73/nYwf745FtX7ZsY39kOi6txN8r/fH6oE/iGmaSxlH0pqLwdQIKcBRAYIr+mJT5Irx4LMpXBGqj1287hp6Ow6utE29BN6FVqD+kRPoWVCNa/N8UHdpKRxmvwjmNNgWFLqzFfJ2/gsNJu3GqNqZ4ZnlBNp/gSsd85xCt2/bIsX0i5jV0ANR7A9f6yL98P36xxiaNfHtRRzfO2rKSRSgBYqTOFLGZigdrghbJrpeH4UDQ66gSgLbR4VolDJLq+L0se5GEZNRb06jf93WSDHiFiZ6P8aESqUR1Oc1ZjbSDoqEIh4jrg1DyRqfsPjxbJSxKmeY5YOP5h3LNZP6BB+tn2FenUKY8yg9Pr4O1kRDePuuxKyBpdnZGYndM29V4/G7cPnfB+YLmjWcuWUAACAASURBVChRo+qPWNijmqRnpTzER2txPUtozlCDwVm23ix5/G/0+FFblxBZ1OXeBFxc9tkIrgQGpMewyvvQ5tgiVI4DNOL6YM9SjqS1Pe2kukmBr6EAwRV91QmuGI9Cu8CViTEbcGnV5zi40j7LajTJOw4ZJ+/CnNY/IKkqHMGvw5CSZd5VmYArhcYXw/FzvsjO+iv8sYuNgGl+txMKjsyHg+eHGIVp07agrzHFOHebtEBxbv/KwTolwxVhTq/ifQvjz65Eubem4TlD9RhU6BeknPUEo3W+J+rmBMtbexUOsKiV1LiP8aXL4N3QV5pcFwnDFe2v14fL3dJsJeJ90bzDT3E+WofjzNIROJtpAHp4e+DliXFo1nwNarEfhUZXS+yeeR2qDtyIx/+9NlnQXORK/u+zYe/4huYbsVEJPlqL66zwI+Cc4F8Q88+fmmjqNPnaY9XuL7mXGFypoANXQre1QqFJ2jXpS91tQX4ByO9fFxfrn8Ekb77RbeasdCStzfWV7pMCclOA4IrzwZXXV+ZizfwkaLi0B/Iw86JDLuPM7v8hU8Xa+Daru8VD1C5wRQi71o1cEbYFfbwbiJF9p2LHvw/hnr8OBk6ehfZl0hr9cihEriQIV27q39O1luCKxb6nB8woQAsUGiJfWwGlwhU1AyETKtXA276XNFGKCc3vQezvRYk/vsGBBPKixIScxyjv2vi70kkcGOsmKnJF01aZyxj133r8+hV+jaZ5h99b97W0PuSbAcNjduHvOaWNjE3snmHhX4YF4P6dFyYFSyznivBA3vyZcWBSE25ify2tDQ0U5hYBsq5K2h2bt47Bz3q5lxpgjc62oJTvTmNYIx9sVQ/DsRPaH/xiryC2HajJ1kbYu6y2Ub4mbqIm0FBCWhseRJEyax3M3LkSPnxzG5uVRx0dgefXtsJvzgqkanYI/Ws+wtwGdbH8f/HH5WaoOwdbahxFi3EnEOFeH3N2+iLv+/dw9fIQfVyq2Y44SIHoD4cxoukQ7HkWifSF+2D5SpZ+4cEG9Ok1A3+xz7KVGY6FC5rA8+RIRejxtd1CcMW54MrbvU3xW4uTyOc9HEPW9UCOd4HoX7QJribzwscXKjRbdQ/9fdJaNOxsClcSyrnSMUcwXoYkR+b0Av0Jx//Wd0blPqmwlu1zF05+0D0tKFG4QpErFjmXClungKMsBq2zgp6WswJKhSuh7ItL3va7TLou9pQVsC0V06oWxn8dn8blRYmNdNT95fltQGOUnFZO88vzX108sDrP33E5V8L/GYYitYOxVCfnys7eGTHf8wQOjtXmZeF90bzDT3EeWke+WIK6Bf7GgBcrUOPLFrNYgHJq6OUE75kCL4bKdJh9ECdP3TYp2KrxTVhCW5hMaCs8ULHCd1jetyY3sXloLcaYWLiiG8Gmzb30QJPTqdy7g+hXtz023o3S5AdsU/UF9nwcFJfwVmgjOmQnOrPtQC22NcSuZr1xkJ3w6vHNIATu6KAHYMT0xx5lEoUrXw6i6JgnGGs7/oApYbNMJvS2Vb+EnFc+m9vERaOLqffW0vrosjMJUgXfQ+lRlzFSZ5iqo09iWIUhyDjtNGpfr4/NuXeg2MEG+NBtHB5OPohGS/ohv6uYVuRT5sTYUvjj0QDsWZIbM2p3QlTPfci/tRb25F+DtUOjMJF99r7dEXQL6agIPb625wiuOA9cUaueYFWtbxHULZgBFO2xBhdHsrxbn3di8eTieLqlPrpOKoXl54fBkjPNbAZXDE8LSq+znad1xDAUr3IFA89sQZv8yRB8tD/K/PZJs6DVwJUy5zDkzhY09gQSgyuGOVdCX6xBp+JjUCjgPvpn0K/na7981L78FXCUxaD8lSQLpCqgVLhiqJepyJVPR3vix45u2HZ3NorG5UXRT0iZJuo5lnctipXpt+P0jNImTwuam3wlzi2oqmky8slcVC96ED0v7sZvX+nXXJp3pL4tlj/HR2ttXpUjFU5hE0uk7PolV1yWBfcxs/6bRO6Z32qy9s9bGLPgUAJwJeHTgoQHxvSpiRYVv7NcNIlP8NFaTOfYHNE4G3aWusiOZc+leSDhxNba+eRk1ZtY0zV2aR2OgC7lNduBWtypiDlpDmBZRw/4t82M/3V8gVGmjjMT0y0blrEErkx4NRHHAwphQcP6WHI5Km6LVJrlRVE30Au5H4ag+e4JuNmtBTY+UsGr4BDs2u+LXM/XoG3tgTjCdqXlrDQJG9Z3wMUuaTHufjF8vnsNn1I3hF/AD5hZZwIuRybFd61W48QM7Txr7lJHsxPDXbXRKu+6X9GDK8F7uqPWvG+xnvUhw7H4SI0O9a/hYZ7FGFrDzVz1srsvwKbO51rFwRXXAfHASR39D0YzuBLd5zwGphoXF7nizHp8bQcSXNH3gJxzrsSoAtDPYxPavg9EUTVLRaI6i0nftsOPu27B51t2UI/BfbFjzzq4Um4mnnxpSTi5p3yzUVg4uQEysoWubq4UU6cF/bFsEbqxbUHCrwgzalTEtCtR6LDiJYZHJ7wtSKhH97QgF7dv0WZuIKY0zGRUzyRvsRJQOVLAtAKOsxgkDylVAYIrWs8bwxXtF9ZTv9wwyouie5QqO5sOhetMxUK/5sinATBB7AtVXfRddx+hbAGfqUQ3rPQfg2IM7AvXIXaM8x+fV8XBlq8x7mje4ac6L62jdaIh9BPaCkf/xkdKGN4zp0REVDRKd1uFkHefjIomti0ojVcqnF3UVrFHMQvbCX/u64YliRzJHhPyHHunN0f31UWwUwfgBh/qhKa7O+Eg29IlJNyWHVzRWbfHntz5zeaf0PJYJxw93Bbbm+THwbIXMVHlgzp+pbFy/0So/Iqj9/U/cGZLIUz42RvvB99FiZ25scRzHU7NT41BBRrBbcpLlNqRlkX97cfBKVFxn7W7a3nkinYwm4IrEdjStxgCcm3Gxn5fMg6zktEftuJ332iMWd4EXuZeGhnejwk9iT/q9cLeN0DawgOwemVr5GbROQJ0abrggd5ngnnOrsfXdiHBFX0PyB2uDPZYivpPDqE82wb+6Z++aNbWDQtvTNdEIUY8noyORe5j5Fs/MNYi+pIMV0S3QAVJAZkqwGvhLVN5qNscFCC4wkFkB2uC5h1+DnEGrfdceIDfJ5neQmdSSbZVaNFwH1QvzDc0y7G0Dsf5eW3QctJxvGOQNWflwVi8uF8cZBUS3vbZnw4Faw3A5Jnd4z6P1VPNkuCqWICEBox595HltiDhx8rYK9ZeTy83RAQFI03NVfAvMCxuO88Zpof/D5fjIn1it1YteJIOnmnVmlOwig44h9Y3C2vK7RwYFZc83JZwJfLFSrSoeQgtDqxHgyyxvY/A3j964XHxwtg3PxAf3atiwuaRKJ2S3zxi75YOjSqF2VFTsHVsVsxv0hiPGx/F7BbpNc2qo+9gpt5nzq+HvfU2Vz/BFeeBK2qEYeNvKXA8534M6xmNdW0YPG70HJN+98CbK/uwqE8jPCv9j2aLkCUXwRVL1KKyilLAsRaDipKejP2iAMEV5Q0Fmnf4+dxZtJ6w+RxWbf5blHC92lRA33pFRJW1ZSFn0dqWmtirLjHbgnThyrnRP6HZ3tY4cGIIMt09jLvZqyMp2xYUmyvlv+HfoOtV48iVhcmW49iKBgj/6ww+limr2RZkBFf+Vxr11/mYPOUzcfuNI1f+mVUNA/83CAfn1YpLWhtxZSq6b62B37OOxnaWf6X+bR8cKbwd/Rxge5Zt/BuBDb2KYa3HfAZX8mJpm7q4VHE5ih7uiFMlN7IIniQauHLTex/bnpYNzq+HbVS1phaCK84DVwRLolgC22HlmuDoU+Cb8gswfXsPZHMLgK9HR4T/thSTFjaDV9zWc3Ejh+CKOJ2olAIVoMWgAp3uYCYTXHEwh3DoDs07HETWgZc+9X34NWjHllYevoEZa04h4lOEyVaSp3LHyC5V0LhsPjv2IuGqaVzzk91SuKKOuoYFLRth3LF3cPMsj2lbt6DA3ni4kkWI0KnRSpNzJUfpSdi4pQPyhMRvZ0uRoz3WHpqMp/2N4cqkn1geq4oT8IFFw/y7qrYFIujDFSGR7dAKvZBk2HmMrxufVyU66BGCk+VEGpY4ukOXDXjuhJErn+/Hnwzk9W1zTF82BN8+WIKBQ/w0pwWlL9wWs+f1Q0EPFk2lAD0sGER2KUpwxbngSqw1Ye+e4mMY4OKeDuk9LT9+WVcVgit2efWoUmdQgBaDzuBFedtAcEXe/pPSe5p3pKgm7Rln0zooJByrDt/E8X8f4nMk2+/CrmRurqhdOh9aVv4eqdwt/PlNmqwmn3I2rW0ojc2rIq1tLilVSArEKUBwxbngStS7P7G4TTOsOvEqzrC8FcZjzJo/8MOXfHyWDn+CK5YqRuUVowAtUBTjaoc1lOCKw7rGbh2jecdu0hpVTFqT1vwU4NcSjWt+WlNLylOA4IrzwJXYnCv73TdgHNv+k5MltY0OuYztvX7FhpCxWB/YLm4LoiUjneCKJWpRWUUpQAsURbnbIY0luOKQbrFrp2jesau8epWT1qQ1PwX4tUTjmp/W1JLyFCC44jxwRThqeQg7irnxm0CU1AnsjI72R/90B9kRzf6aI5otvQiuWKoYlVeMArRAUYyrHdZQgisO6xq7dYzmHbtJa1QxaU1a81OAX0s0rvlpTS0pTwGCK84DV9SqoxieaRJq39MexRx7Rb6fjV55rqN/kGVHMMc+T3BFefMCWSxSAVqgiBSKitlNAYIrdpPWYSumeYefa0hr0pqfAvxaonHNT2tqSXkKEFxxHrgiWHK8T3KMP9UIf6yaih8zqBH1+hhmd2iF16VPYOX8CpIGOMEVSbLRQ0pQgBYoSvCyY9tIcMWx/WOP3tG8Yw9VTddJWpPW/BTg1xKNa35aU0vKU4DginPBFXVUEPaNrYs5fn/hLTstyNU9C8p3XojRo3yQWmIOeIIrypsXyGKRCtACRaRQVMxuChBcsZu0DlsxzTv8XENak9b8FODXkjXj+n/rW6P5rGB4pbgHVfGF2DijKtJw6vqrv8ajz+R7SJb8LQp2XI8BNVLHtayOjsDNk6uxZMEZlJm6Cs3yAJ8O90XdfQ1wdEZlRH84DN9W+9HcfzrKsCOJ5XrFhF7FnN9H4UZ0MgQnb4jpc5sgF+5gQed+OI/UCM/eFcvGVobODgZc3dADw3e4IhseIGOrlRhd9xPmNvBFxplbNDpdWfobFsRMwpJu38hVFofqN8EV54Ir9hhcBFfsoSrV6RQKWLNAcQoByIivrgDBla/uAu4doHmHn+SkNWnNTwF+LUkd15FP5qJx3wzw39JcA1RODi+G7SUuYEZ96X0P3dkKzW5PwK6BucxU8gjzmkzHj6vmoqr7SYxofQ2d13dnYEF7hV9chYX3SiL16eFI/ftWPbhyZGpWzG8zChnGbECzfNL76ghP3l5RH/7pAjG+vhsuL/TBvh+2o/mL1pjvshDTmqbGySk+uFBlO34vqe2tOvow+rV/gRFrWsEz+iSGNzqPdtsbYl+Dfhq4UuV+X/Te1xArZlTSAzKOYKtc+0BwxbnginBi0L0907Bw8kLcDlLBzbMcmg2ZjEZ180k6KUhQh+CKXN9u6rfdFZC6QLF7x6gBxShAcEUxro4zlOYdfj4nrUlrfgrwa0nquL7nVwtjY9ZgTddMep2NfncQ/esPx92UqRGRtiUWr+mAsNlFsSr/JQ142dyhBD4M/QeldtTH2DueiHxyDw8/t8TWtdmxsvMfWB/0E3oOmw1fb/169RV5hVVtxiHHonkauDKy/R30WNMRWQxk2zOgAT723BYHV7z3l8cA1TwcKroVs1uk5ycyh5YuL2yKP4tvQu1LPfF3pQVo8702WqfPw0FY1jGbUQ8E0OLb9CEGB1ZHAIMr7t1qYd+UFxh/aCR+cuXQYYU0QXDFueDKjZnfo/uS1GjYux++S89yrrw9iQ3zFiNzp3uYMUBatBfBFYVMBmSm5QpIXaBY3hI9QQqYVoDgivJGBs07/HxOWpPW/BTg15LUcX11ejww0e3tId/iOP/beQwtA9ybVwljk27GwI+/mIArRbEyzyXMbBQPXJrfFBu5AkTcmIrmQx4jk+oZfp64BZ1/MtbMEK6UHXQGKVxyovvGLWgt86iVWGsjbmzAyIUBuObSDpvm1sPbDfGRK883d8TwoLFY3s0Yrpwc643TFbZjSJXnbFtQXax8lRTZSkzAxtm1KGrFhq8fwRXngSua04KyDEG5s+dQJ2e8XRGPJ6NjkfsY+ZZOC7Lhq0NVkQKA1AUKaUcK2EoBgiu2UlI+9dC8w89XpDVpzU8Bfi1JHdemI1eeYXqVP1Dyz5WoyEyIuDYWPfe1RV+Vj0m4YhjNIh6uPML8TnNQcOoMlFftQb/Ot9E7sB8MeYkhXKm1sTx2jo/E711eYvg2X+R3mgiNCFye1xQ7vtuOEdVYzpUO/XAhaR64frqNnG0PYmRN/fH08vBgTL7XBbM0eVUeMbjSCa7Dd6Pgnmo4UHgvJtSPz1/DbyQ6Z0sEV5wHrsSoAtDPYxPavg9EUXW8XQl9LnZEU+SKWKWonOIUkLpAUZxQZLDdFCC4YjdpHbZimnf4uYa0Jq35KcCvJanjOqGcK78cSzxyxb9tCUQMF7YFGW8VEgtX1DiMQT530Wt7d+TEbcys54cKO6fjS2qROPEM4UpsQtsXO3ug26XO2D6qKD+h7dDS7RW/YVP2zRp4EsxsGhMyNm67kzqaQZbWS1DIbwYqpoxv/PP9JfBd/h2mTIxNdCvAFW1C26Y5r2Jig5kovGQl6hrusbJD/5VQJcEV54EratUTrK5TEK+a38DvrbJocqwIOVgerG+GfqtqYcXBHvCUMKgJrkgQjR5RhgJSFyjKUIes5KEAwRUeKjtWGzTv8PMHaU1a81OAX0vWjOsLfk3Qbc41hLomRf7qs+DPTgtKGZdzJSlCUnXA8vUdkPPBXNSsuwivU6dH8ref0e3A3ybhStvUa9Cg7BhkHHAEK3rkTlQE4dSbMbtdkTH6ATzqzcKkFmmwpGVfZJy+AQ2+gIGE4ArwHlv7tcSdX7exbTFu/MS2cUvRH05ifPdZeOaZDu/Ci2LcnB74loGUwxOqY85fGVFz2BL0LpuafQE8gT/KH0PjU79ge+UReFbmZ2QUonbUOVD397o43yX+tKDP9+ei5eCUmBtonMPGxt1XRHUEV5wHrgiWRDz2w5AaJ9Dmtr8mekWIWhmSfymqbj+EX36UNqQJrkjTjZ5SgALWLFAUIA+ZyEEBgiscRHawJmje4ecQ0pq05qcAv5ZoXPPTmlpSngIEV5wLrthjBBNcsYeqVKdTKEALFKdwo6yNILgia/dJ6jzNO5Jkk/QQaS1JNkkPkdaSZJP0EGktSTZ6iBQQpQDBFeeBK0KUiq9HU5xmsWCGVwo0wqwPTbExTTPkXBuN3nVFDQ9NIYIr4rWikgpTgBYoCnO4A5pLcMUBnWLnLtG8Y2eBdaonrUlrfgrwa4nGNT+tqSXlKUBwxXngipBf5d3zIESaHMYpkDaLJ6JfB8HV0wtJk4gf6wRXxGtFJRWmAC1QFOZwBzSX4IoDOsXOXaJ5x84CE1zhJzBpTVp/FQWoUVLAfgoQXHEeuBJrSUxYEG6f3o+Hb4BUeSuj5M9ZLYIphqON4Ir93j+qWeYK0JccmTvQCbpPcMUJnGihCTTvWCiYFcVJayvEs/BR0tpCwawoTlpbIR49SgqYUYDginPBlfCbc9HNuy/uwAufg4KQ1guITuKNUYd3o3JOaa8DwRVputFTClCAFigKcLKDm0hwxcEdZIfu0bxjB1ETqJK0Jq35KcCvJRrX/LSmlpSnAMEV54ErwlHMq2rlwJXy1zB5xA0M9tiEtu8DkXFjffRlRzH77aOjmJX3hpPFdlWAFih2lZcqF6EAwRURIjlZEZp3+DmUtCat+SnAryUa1/y0ppaUpwDBFeeBK0JC235fgEphmP534XhmSy+KXLFUMSqvGAVogaIYVzusoQRXHNY1dusYzTt2k9aoYtKatOanAL+WaFzz05paUp4CBFecB66oVUcxPNMk1L53CGVTx8OV3Ge6omPH1Jh7YzqySxjiBFckiEaPKEMBWqAow8+ObCXBFUf2jn36RvOOfXQ1VStpTVrzU4BfSzSu+WlNLSlPAYIrzgNXBEtuzPweU2/OwZJlHzCIHct8I3NKvH+RHh0CL6Fb9bSSBjjBFUmy0UNKUIAWKErwsmPbSHDFsf1jj97RvGMPVU3XSVqT1vwU4NcSjWt+WlNLylOA4IpzwRXhOOaIkORIlvoJLm04gaD0BVGqXEEkCWFHMGdgRzBLGOJm4YqEOukRUoAUIAVIARspkKOyj41qkl6N8IeCLlKAFCAFSAFSgBQgBZSugEvxDF9dgpjzr+FdlB1t85WvPZeCUDRT/a/cC23zl17ugC3WzGrVHcwvPgzlzwfCLjlXvL29HUIw6gQpwFuBPXv2gMY/b9WpPV0FhDFoiz8U1qoqwBV6F6xVUdzzNO+I08kWpUhrW6gorg7SWpxOtihFWttCRaqDFDCtgPB+EVyJ10bucOXykl8wZu5lhBu4O+TpC7hny4xk0Y0w6fZ8FLAgsa3ZyBVaUNP0olQFaIGiVM87jt0EVxzHF7x6QvMOL6UB0pq05qcAv5ZoXPPTmlpSngIEV/R9Lme4IpwWNNhjBHKvC0CTn3WjgO5iufd0lNmzBD8iBdJm8bRoexDBFeXNC2SxSAVogSJSKCpmNwUIrthNWoetmOYdfq4hrUlrfgrwa4nGNT+tqSXlKUBwxXngirD9J/D3wyg+qwfy6JilVj3B/tE78P2onnqfix3tBFfEKkXlFKcALVAU53KHM5jgisO5xO4donnH7hLHNUBak9b8FODXEo1rflpTS8pTgOCKvOGKWnUW6zpfRLml+kAl1qrQR39j+7Kh2LU4Gwa/9qecK8p7xclieypACxR7qkt1i1GA4IoYlZyrDM07/PxJWpPW/BTg1xKNa35aU0vKU4DgitzhylEMz9oR32y+hQ7lkmmMCXt3GceWTsHm1Rtw9Wlq5C1dD/XaDYFPswJIJWGIU+SKBNHoEWUoQAsUZfjZka0kuOLI3rFP32jesY+upmolrUlrfgrwa4nGNT+tqSXlKUBwRd5wRej9y7/6wrfJSrzPUxgZP17C1QcuKFClC37t2RY12THMqZNbN64JrlinHz3txArQAsWJnSsT0wiuyMRRNuwmzTs2FNNMVaQ1ac1PAX4t0bjmpzW1pDwFCK7IH64IFqgRhmf/bMXOZQuxfecZxGQqjyrNe6BR8wb4Lqe7VQOb4IpV8tHDzqwALVCc2bvysI3gijz8ZMte0rxjSzUTr4u0Jq35KcCvJbmN6+zZsvMTh1qSpQJPnj5xmH4TXHEOuKJrRSxo2bFgErYcuI5PrrlRos5I/LG0PTJJGHkEVySIRo8oQwG5LVCU4RVlWUlwRVn+FqyleYefz0lr0pqfAvxaktu4FuDKnd7d9QWKjkbMs6fGorklhUvmzHqfq8PCoH7zOu4zzyUrsCaqgdGzLkgCD1Uuvc+jEYEPauMv7m5IiVQq/XYi8B6f1G+M6k2u8oI7PPU+/6R+LdRsVDaVKgvc2NGuupfQvtAPwyutKjdUcNX7OFh934RdbsyunHqfRyEcH9XG+iVldqW0yq5XrKcfRdr1mNn12YRdeZhdLjqfqxGs/p9ROVemVBpmV6es/iC4YvwqxJx/De+iuscH85tjdFuS81HMphSLi2iZfwsV1oxDAbXluhJcsVwzekIhCshtgaIQtyjKTIIrinK3xliad/j5nLQmrfkpwK8luY1rI7hiBVgRVBbgyq7oAV++sOt/M3JhX9g9VDlYKVWcQ7Qg4hn7b/2yWsAi/G4dX1YLWN4aldUClrR6Ze0DWAQQ8Z9R+1oQIc4uLWCxxi7TgCW1KivDV/rJKj6oLQEspuxKin7ZjhFcMTF9EFwxFuXSyx3IUdmH32SbQEsEV766C6gDjqqA3BYojqoj9Uu6AgRXpGsn1ydp3uHnOdKatOanAL+W5Dau9eCKWLCiVkMdHq4XsaJVWMXgynINXBFgyTsGIlhJPfETAhEhDLAYlrUNiAgxgiHaCBYBRMSDm4RBhGEES0J2JWWARdhipQ+OTNuVmgGWDCLBUToGjjwMwJEAWIztsgawqBGD9+oHRj4YmO0MwRWCK6ImUIIromSiQqTA11NAbguUr6cUtWwvBQiu2EtZx62X5h1+viGtSWt+CvBrSW7jOg6u2ACsqFKkRNpZc7/AFUFzAUQIX9hjDABLUqRWZdPbniJEsFgCWMJYBIshjDEdwWIaRFgDWLQg4qFIu8KYXc9NgCNjwBKOdwhXB5mwyxiwhKpfsU0/CQEWISGoGHCkv0VIzTYSvVc/0rPLWriiZq6/++I9rj18i/+x//0miwcK5EyHfJk9oNLdnSTyFaWcK/pCOdu2IJHDINFiFLliCxWpDqdUQG4LFKd0gsKNIriivAFA8w4/n5PWpDU/Bfi1JLdxrYErPbqIy7HCIlYQEYGY168MBFVBACuqdF7wGD5aB64IeCWG5VV5yP5pCrBk1ctrEsVOEAlRvzCCFgzFIIUqvR6MEbYImQYs4iM9rAMs0cyuRwnYZQiOTNuVjNmV3MAu/oBFPzJHACy6dlkDV45fe4bhfsfx9uV7oxcwY1ZPTOtRBSXyZbTo5SS4QnDF3IAhuGJOIbqvWAXktkBRrKOc2HCCK07s3ARMo3mHn89Ja9KanwL8WpLbuBbgyi0fb2OBDJPXJgZWUqaAyiudpg4BruyM9tWDJtov7E8YiIjSa8cVQgSLMWAJZYDFEMYkDCKCjWBMchVPwGLKLtZbtvVINyFuJD4hVP3SqK+m7QpmESyCXfpbqgTAlAxpmIbxUSnWR7CokJYlGtbtqy5gkQpXpmy5iNUB5xJ98VQqFfq2Q9sTdgAAIABJREFUq4AutX4U/YISXCG4Ym6wEFwxpxDdV6wCclugKNZRTmw4wRUndi7Bla/uXJrj+bmAtCatE1LAJFyRCFZi4YpwWpBwgo6QwDb2ShiwmAYRnxiIsAdgEbbSGEIL8REsKk1CXtvblYZFsKTTi8wJhwBY3hnBGHsAFhZ3pEnIq2tXDCI1iYb7Zzthcc6VI1eeovfEXaJeOhcXF2yY1BgFc4k7eYfgCsEVcwOL4Io5hei+YhWgxaBiXe8whhNccRhXcOsIzTvcpKaTmfhJTVqT1gkqYARXrAAriFHDY+SYL0cxJwQinjJoEqnXH1cWj2Eq0kM48ccw2kUb6SGAiPhjkrVbacRFsAiRHpFWAJaEQcRzE3a5M7syG0WwmLZLACxeBnZZBlhM2aVNcms+B4twPLOQkNcQsHTJutEiuBIWEYUqvhvxIUjIBxN/5ciTAQcmNUKtoVvw+L/4o7uFEllypMORaU1EvaUEVwiumBsoBFfMKUT3FasAfclRrOsdxnCCKw7jCm4doXmHm9T0hZ+f1KQ1aS0OrlgFVmKgDg1B2ikzv8AVYfOKisGF7AyDJI1rXwArQoLXaCPA4s6OXs6o9+Ve2EpjCxAh5GwR4EHsZRlgecL6GqGnX0IgwpRdAthIaWRXKLPrjQlw5HiApVNWf4vgyo6//8PQWQeMxluqtCnwa6UfsOv4TYS8+2R0f/2kJiiSR7u1LLGL4ArBFXNjhOCKOYXovmIVoC85inW9wxhOcMVhXMGtIzTvcJOavvDzk5q0Jq3NwxUbgBX1u3fsKOYVcXBFaFQAEcLJQMaA5QWDFp/1+uXKQIRpwCKACP1oFyH3iKlIjwi2lcZwO5GwlcYegMW0XcbgyDLA4sHs8jSKYLHWLrERLC7MX6l0/GUpXBm59m8E7r5kNN7ckrkhV650eMhODYqM0PelULh3mwroXucns28qwRWCK+YGCcEVcwrRfcUqQF9yFOt6hzGc4IrDuIJbR2je4SY1feHnJzVpTVonDleaNIBL5szxZUQmr9U8EKONWBHAinAZwhXhM+0X9qwMsCSLa0MbwWIMWBIGEW8dDrCYsksARkLiWkNwlATJWQRLBoPIHCGCxZRdPAGLcWSOC9tIlIptZxL8ZSlc6b/sJPYdvm403rLnTo+Dkxuj5pBAPHnwxuh+vV8KYXK7smbfVIIrBFfMDRKCK+YUovuKVYC+5CjW9Q5jOMEVh3EFt47QvMNNavrCz09q0pq0ThSu3Ond3SZgJRaurItqzuBCuF6bloGIhLbS8AMRppPcPjVhVzyIiDVY2EYkbD1yXMCSXMc3anaSk2CX/tanWMDSNetmi7YFjd90Huu3nU8YrgxmcOWhMVxp07gEhjQuZvZNJbhCcMXcICG4Yk4huq9YBehLjmJd7zCGE1xxGFdw6wjNO9ykpi/8/KQmrUlrcXCFRayow8OhfqOfcFSTPUXnuGVNZQYRK7ENCJEru6IHsJNmnrKDlw0BiykQkXCkh7CdR3c7USRCEcYiPQzztSSDfSI9tIAlhQGIeGY1YDFlF/8IFkPAYsouN3Za0HGL4Mq+C4/Qf9pei+HK/GG/omqhbGbfVIIrBFfMDRKCK+YUovuKVYC+5CjW9Q5jOMEVh3EFt47QvMNNavrCz09q0pq0FgVX1GFhVoEVuLjCc5GfBq6AHSIsHOVrCrCkVGX6coKNtlvaSI/XRtETwlYaSwCLu8pDb9uNcJyxtblKTAEW03a5aRLXak/m0bXLOILFjdmVnCM4Eo6fFvyhe4m1a2C2MxbBlcioGJTvvQ4fg0P12kvstCDPDKlxck4LuLiozL6pBFcIrpgbJARXzClE9xWrAH3JUazrHcZwgisO4wpuHaF5h5vU9IWfn9SkNWltFq7YAqyoUqdG2qkzv8AVoUkBsDxngCVMr33huF/TIMIYsGhBRDq9fC2JRbBYA1g+sa08EaJBhLFdrkKci0nAkpBd+pE5AgQJVwfZJTJHDGBRs6w2Qh4cXX9ZClcER288cRdjFx4R/dZN8q2F+qXyiCpPcIXgirmBQnDFnEJ0X7EK0JccxbreYQwnuOIwruDWEZp3uEntdF/4g0M+Y//Fh7jzJBj3ngZDzbZY5M/uhW+ze6L2z7mQNlX8cbT8VNa2ROOan+Jy0zp7tuy43amd1RErAlhRpUkDj+GjdeCKFrAIRxRHigYsb4y23TgiYDEFIgRrLQMsKTQnHukm+k0MsFgCjoTTlITtXLGXkANGHGCJZv56GQdYpMAVoc0pWy5ideA5w4AZvRdRpVKhZ+ty6FGngOgXlOAKwRVzg4XgijmF6L5iFZDbAkWxjnJiwwmuOLFzEzCN5h1+PncmrVcfuYXZa88gIkz/aNlYNd1TumNQ23JoVjE/P4F1WnImrb+KgBY0KjetBbhyy8fbwELxOVaErUCxYEWoRIArW6O7C7EpcXUKICKURUQYApaEQYQ4wKIFEcFGiWOFHCyWgAjDY5rFRrCoWcvCyUDGdiVlESwZ9LYICdujhLwqhol+hZwuXxewqDQnA+nmltG1SypcEZx/8sZzDFl0FMGvPxq9QZmyeWJ6j6oo9k0GC94uLSh2KW7ZMxY1ILJwzPnX8C7qJbK0/YrtuRSEopnq268BC2q+9HIHclT2seAJ+xQluGIfXalWJ1BAbgsUJ5CcTDBQgOCK8oYEzTv8fO4sWk/YfB7rthqfjmFKye6tyqJ33UL8RP7SkrNozV04CQ3KTWtjuMLASoqUUKXT+eKYQPJaQ7ASC1fWRDX48oXdELAIIOKTnqpawCKAiPgEqwmDCOMtQrYCLIaRHqYBiwAiMhmAo8QAS3qRdiUEWKwHR9ba9Xu2IxblXDF8ZaKj1dhz4QEu348/Iaj0j1lQvWB2qFwsf8EIruhrRnDFeAxxhyufdrVD0Yk/4+hffWA+J7O4Qa/GLrTJOhlVj59B+/z6CZPE1UClSAFjBeS2QCEfOp8CBFecz6fmLKJ5x5xCtrvPS+vrc8qj1tQHeh1vsfA5ptaP1nz28tRM9B24BKcfpcfYY5atY7b8dR8j5hwSLwqL0p8/VNypGOIrNV+Sl9bme+L8JeSmtQBX6CIFElPgydMnDiMQwRWCK+YGo1VwRVgQ9PGdh9PPIqFyTYVCv07Bqtk+yOCWMOAguGLOJXTfURSQ2wLFUXSjfthOAYIr8Vq++HMQmrRfj/8igaTpq2DokvnoXNpDU0Bzrxu7xw4kcMtQHL1mrkb/qh64PrMkas14ZuSQLLWX459ltTSfh9zbgn5dRuPQ7WA00fnCazsvWlYTzTuW6WVNaV5aX5haEkM+LMOh8cYRI8/ZD05V+7/D74uXoH3VTLAkK8rHT5Go3GcdwkL0j5sVNFk22geuLJ9A+1HbjCQSTsY4Nqs53JJI+NlWouC8tDbXvc/3pqNCpdl4alDQNbo21r3wQ7nIG1jcthWmHn/FIhySIm/FUVi5pi2+cQMuLW+ITrPvIVKdDi0XHcDgCpZ4y1zPbHffUbS2nUVUEyngOAoQXCG4Ym40SoYrkY8X4JdS61Fj7Vb0YwuCJCEXMbV5A+zLF4Djs0om2C7BFXMuofuOogAtUBzFE8rtB8EVre8jHy9D/bLrUW/ffnQrkBTPAtqjYn8vrLs/AyUi/NHs24nINf8spjX0wLPt7Mtq9xjMuOMP79SGoP85Fv76M241f4S5Ldzw+dYMVKu5AeVmrMUYnx+QLJEfBniNQpp3eCnNL8lqYOcM2PzTBWz+PaeBcdcxpGhdpJj+ECOrxVhs+KK91zFvzUmTz/VuU0HYMYE5K03fn+hbEz6l8lrcptQHHHlc31/ujcaH2+DvDU1xZWxhtP6zJXbvG4y8uI4xdarjXMU/sWf0HXQpcha9/pmAH+5PQM0B2RG4uy1c93XFgBv9sLz/d1Klsflzjqy1zY2lCkkBzgoQXCG4Ym7ISYYrAiQpMv4n7P97IPsDpL3Cz49AibrBWPRivgn6PwQrV3ZFlkNtUWRSNvSucBIz1/4PUa5eqDcyAAs6af8wvTw7A326zcTp1yq4psyPrrO3Y1gd7a+TUY+3oHur/th3Lwoqt8yoO2Ad5vT6ju09pG1B5hxN9y1XgBYolmtGT9hWAYIrWj2FbRUtT/fGuc1NNb/s624Fbamahorl72D6i6Uob3DPcJuo8DeqYic3bPx3JPu7FY7lLXLhaNmrWNcro20dZ0VtNO9YIZ6Fj/LRWgv05j1Oj4+vg1mUrxfq9PXDtP6l4M6iKCpWOYx8FR/j2LH3mnu66yFz5jSbtA9XLj80V8zk/WqVv8e8bpUlPSvlIT5aW94zddRFDC3RBVn9L6JPgfuYWK48gvu/YKBWu2UrdHt7FJ9TFIeO5cGYwvpwZdPGdBhebT9aHV6ASkYg1/K+2OoJR9XaVvZRPaTA11SA4Iq++pRzxXg0SoYrMSG70eXnbrhfZQLmjW6GAlmS6dV+pP83GPF+JvYv8mGHcQVhXddCWOSxBQerLsS33c6i2azjmPhbJrxhv0BW6J0Eqx77ofQL9utkqZWotGkvC7f0wMfrE1Cnxl50YLlU2uU5jZ4/tkLUwGOY3zknXN9sQbuyA5Fl+m1Mqbefcq58zZnGSdumBYqTOlZGZhFcMeWscNxY3gIt1lbGnj/7IIvmb9EAeE7+Oy5ypfrAdNhwYwYKs1D++EsfpsQCms81kuDc4fuaLQA/t1iBtdMqaw6Q/FoXzTv8lOejdTjOLhuNvzP6olttD7w4NRGtWq1FjTUPMOBTG816yGfCQcxslxMRmjXPNjQ5KHzRNx/JUnNIIJ48iE/SqKucuciVfN9lxc4x9biJzUdry815u6E5KiyrghNHuiAd+6GuU5bJKHn0L3T9Qau/brT1K71tQRuRb50PLv2/vTMPqKpa2/ijiZZTipo3TTOna3UzTVHJ4fNq5ucI4gCKimhOfCgqQ2oqmOCA84AjCg6kAg6kICpQVk45lkFejAzJ61CpqCnI9O19DjPIBvQsN2c/5686a++91vq9y8V+n/O+7+p/DJ691ZUepFbWJbcO7yAB9RGguEJxRWlVllpckR+ckXQVu9yd4B14Hn9lNIOly0J4ju+AaiZfFvgDlTWQ/GlBuX+BbBfWMc+vk/I9cjjthrqRCOnog/ec6yM0Zg5aZD5Mzqe3PeWM04GV8QkL2irZmu0lJMAXlBIC4+XPnQDFlbxI5b8HU8IqoXz5Zpjx5TFMbK13gO4eHY/Oo0JxT/pvuW363sNwMMvr8CRHz8aHvR5hrZRK1F4SXbJqL7xuvxfb3NujSmKwJNg7oabHVV3K0Iv6cN8RR/5FsY6U3mXc0/fpfmzKX+A/YPRrCH73LPY5508hKsil7+x9+PXKrUKBFVVzRb7hraZ1Eeo5QBjsF8W66AnmTcsq7HCEp6Wy35XSgaz3WeHgxp4lqpMjAvjTWOevN1Pl9V5YvNcX/Ruq5CCI1Ce4EbMfm1f7o+qQcEzpkSMwnl3WEw47WsPn/EI0PzYXdvO/Q3Klvli61wmNE+/jpVrVpSh24/qkJ0bB3fYzHLqRgtotHbFx0yg0rAD8ecEXHrM348o7i3DYuwsSNcJDLdaluEJxRWktPpO4kvvhDy6HYsH0qTiQ+hmiDppi2lPEjqLElTora2FuUkB2oUH5+bKAMipmHna19kbvHRZ5ThnKelbkqbcwQ/q1gacFKZmb7SUhoM6XwZLMgNeWdQIUVwqzYBKuBk1Er8lpuroqPW4tRvd/h2HYl+GS2FIR9y96oW+/M5h8PASDsp2GJEmob4Yt9SMQ5qFPQZUdjdzpRPJ3cuHRCbHz8vwNEr2GuO+IIy6CdeoNKSK39feYlrAR3TO9vyxxJcL2gJRKfQtrpbbOmW2yuBLS8mwh9VkKchm/KgrfnogtFNhmjwEoL50MVFhBW/mGzp2aY4NjN2GwRbAu6WTuSunt5rMbI0yXJqhPNywqciXrhEs5cnu8lA5kE2yJsOFTcTQReLWxC3bttXtup2CWdC65ry9SXOmyDxPkkzUb6SPKlzxeoqs1Y6jYG/kd3ipoeLFOCI31HYiJByqg6r04tJ91HjMzxZWUOB8MHR2EPx90wGJJXHlVui74zX1oHTEI96Vi5Ne8j2KAjxOaSsKDMX2+8+yEOQnTELK2IZb3nYC0iacw630/2FhHoufyNbA3r60TlGRuWuChFttSXMlrCaYFFVyZpRZX5JeD6Q+34MwG/YkLupfVy17o0jUe3rf6Yes/8oZWZl1T0siVg071sbLaoUIjV+J8umPgsXGMXFHLjmNk41Djy6CRIeZ0FAhQXNEDkl/QR176DOf8LDKJRcO9dU889rgBu9/MMeKsK05tt8h0EG5gea82+GnIZWy21yf46Aqwm53GtCs5RW7TH26HVfP1sJAdjWb6X2514kqcJK7k+rsmepFy3xFHXAxrfc2VyE5fY+en/9SnNLeVUppX/Qfe/X/X1fg41z9K11bStKCAr2PhtT6qUGBKkStzHLrDpkszYbDFsC7JdG5gWY82+M0+Plek2lUs6NYRdxxvZddc+WunFTpt7IoIKQVRL64kYc+Ef+vSgYZe6YbV1cOwXtpnAkY3wFX765jVWTmdqySjLM21JRFXFt72RMSu97B+sBU2/ZiK6k3ssDlkPqr7mcFiT028ee0hbEI+x88OIxGYUA6m/3LDvoOT0fDmDozpNx1RfwANu3hhu3Si0gWHOpgf94EkXEfjUTVLrP/ibaywWIAfUyqiuZRyGSWlXBb5SZXUwArX4DPYEonjLmSKKwlYazMaDwdY4fSieEzPF7kyqn8M4t9cA7cexha3ohdNJpyxzRZXKkw7j48v9YBDSDqqPb6LRzV6Y0XQPLS46JEdyWPMPErzb8EQ91BcyUuV4krBVVZqcUUuDNh1wHEM3roTk6TTgkySbiDsc0s4hfXBEelXgKu5aq5US/sv/BzaYVutPQjrkjcMNncY5vCXN7HmiiF2Aj6zVATU9zJYqmnwpjJMgOKK3nhySk+HHscx/oj+tCA5OuXjXmfgej4EfeJd0co6HvMit2Fw00r6Wl0fb0e/4Fi4mesdHVmkX1x+X76T7PTRLMsy1uhqgzEtqAz/Qynl0EXt8Wl3I+Bq+QkC5WL8uQraytJf2p8H4TrQUddW3qQZhi/fhfkD6hZrRskpaVLNugA8vPeowPVFiSvVTavi21XDNHkUcxaox5JY0nKcCYLz1WY6W8hpQVesLmYXvZZTEG3DxiBMOhVTLrRd5sSVXMdQy0faL9wVgMZB72HkN2Nw5NAIfDn0bRw1/x6e5Qah3+Z28A31RDlfczjFTMe3ge9hgVl/JLr+jLYHm8K35jZ8tbIaZrQaAhOvG2gnRa2vqxGK0AWp2d/ZxbUpduSK3jYJecSVK/4DMT3OCds++Q9GDojTiStmmUZMu78fLq7pmL3BCqbF+hdTti5K//s45lg5IVwqq1Sj5TRs2TQM0bNaY73JSgS5vwXf0ZY4/n4AApz1xRKMnYdarEdxheKK0lostbgiP/jWqbVw+9QbkdJLAaTfDBt+MBTuPvPRUwrFzkiJwXq74fA+dltXKPB9y+XwXyG9wIbb5ckxzp/jytOClEzGdlEERL14i5oP+yl7BCiu5Njs6v4JGDnlIK6mACZ12sJx2VY4d9OfJHdxhz0mzTqqa8vvoOqOcW4XjOGnD2NYvtoCGUkxWDl6CJYcu1fA6X1Rq4X7jjjyxsD60LlrcF4cVnxoUnDAmhn90K1lVpJL8W99livVxVofTXS85w8FTgrL/+7atNd8BK0bijq5j2lPkSBK/y+LZm6WZTQtKDNaT7apXMtq6uFaqGlqguQ7d1H9483wf2d2tihyUmoPaHEuVx2gq7qIq3XXpXtqZOhOwWo17QRsL7fJvC5N137P7SaeTVyJ1wktfr9KvDM/rzRyRPCeUaiLZITPnoLf27TE4XV78aBSV8z9YhbaV1VJ/Zhn+ceSeW/k3M5YleqFII/XpegdGyQMPIKPLn6E/Y1DsWFcPVzy6Q+XeBdd3RXpJwij5/EckD6XR1BcobiitJCeSVxRejjbSaAsE1DXy2BZJsmxl5YAxZXSkiu793HfEWc7Y2G9MPgctgWfKRY4h+EfwrFvy2Jd+zwvMhbWz5OJoZ5VrLSgXOKKHK1jG26LsKhP8dovEfil/keoKKUFZdVK+W1OC0z8aUaByJUNlTYiYqMlHp86iYcdOujSgvQiTC5xRUrbHPCFBcJPu+rq2ih/8kauZF2fEr8JNrkiV5J/XIpJ+7tjUr15OCDVX+kXa4WolnvhpIK0LOU5FueKZOx26oAvqudEqfzQ6QDGPraHW8x4hKxqh+1jLXDigwDsmNICxs+jOMzEXENxheKK0kqjuKJEiO2aJcCXQc2aXjUTp7iiGlMIGwj3HWGoYUyst0ZexoqAk0h+lFwowFeqvoyZYzpjoHkTcYBz9WRMrF8IwBJ0WlJxRR+tMwReUgSfSc2OWBQUhHcPtc0WV/4hp7X1stPVXHmjvRcCdtuh0cOcVLdX3rDDtvD5uO5Wu4C44vnuKvTqtgD3pWiYM745NRqfPp3iiSvpd37H3YoNUP3WJox12I2bRhi5khIXiKlOy3FKOi3ItJk1Fm5wQ+uqsQhwmogVJ+9JJwiNxerVE9BMitbRAo8S/BMw6KUUVyiuKC0wiitKhNiuWQJ8GdSs6VUzcYorqjGFsIFw3xGG2qjEFZnanQfJ2P7VZXzzQwJSUuR0bSlh26QC/rd9EwyVitdWefnFHafCdc11LY4AeyIBwxGguEJxRWl1UVxRIsR2zRLgy6BmTa+aiVNcUY0phA2E+44w1EYnrogjV/KeuK5Lzqy0d5B1acnxPhJQJkBxheKK0iqhuKJEiO2aJcAXFM2aXjUTp7iiGlMIGwj3HWGoKa6IQ03WZC2QALsiAcMRoLhCcUVpdVFcUSLEds0SoJOjWdOrZuIUV1RjCmED4b4jDDUdfnGoyZqsBRJgVyRgOAIUVyiuKK0uiitKhNiuWQJ0cjRretVMnOKKakwhbCDcd4ShpsMvDjVZk7VAAuyKBAxHgOIKxRWl1UVxRYkQ2zVLgE6OZk2vmolTXFGNKYQNhPuOMNR0+MWhJmuyFkiAXZGA4QhQXKG4orS6KK4oEWK7ZgnQydGs6VUzcYorqjGFsIFw3xGGmg6/ONRkXUZY/7rTHiNW3oVplTiU+2A1dizuiupCxp6AtTbDsf9+VZhI/f3LdhMW2aYV8l09xPoOxPigJFR+CajUwBbrNgxDXSFjFNNJQthMuO66jcoPn6Ctiw8cPqyW3XH639FY4zwXP6dVwt1XBsB7mRXqfO0MyyMWOOzdBemJUXAZdQTW/ovQ/tUMMQPWWC8UVyiuKC15iitKhNiuWQJ0cjRretVMnOKKakwhbCDcd4ShpsMvDjVZlwHWKQk+sHGuDb9Aa52gcnxOe4S0OQtvi7RSj/7RgVGwjf0c+5wbKjzjLDzsf8JEv1G5hJLCvpPG5TkG/x2+BYMbGaN4EIlP+0RjXOhkNE4Lg+uw23DdncPkiv9A7DDdjbn9K+DS+kEIb7EXjqlTdeJK+ILXsc7+c9R234EhTYyRTamX4XO9keIKxRWlBUVxRYkQ2zVLgE6OZk2vmolTXFGNKYQNhPuOMNR0+MWhJusywDpucx94pfthy9jX8ow27W4E3AbOwS9VqiG5xjD4bLFD0up22NrknE54CR5rjgdup9DugBU8Y2si5fovuPZkGAL962HrxDnYdeddTJy+BJN7Pz2+JEMSEqZ2XIH4uhl4nNEVc7fPQruqoQW+k6Mx9ru2x7rYeshIAnq5bMPUHjmRHQIxG7wrmYnbmCTM8LeCaSG9XVpvi6/a7MTYxKmwOPohppZbi4hWgVhqU8vgY9NyBxRXKK4orX+KK0qE2K5ZAnRyNGt61Uyc4opqTCFsINx3hKGmwy8ONVmXAdbRy3IEk9zDjXTugHODvoebeTrifLrDq+JOOD/oW4i4Ygb/Ruew2CpHcLG+bFfMyBXgSfITVKxUEUkn58LxhDV8nVsU+l2GdF2qdF2FtO/gPuQc7PY4oYlAvobv6jaO+CzGzkPX0Nk7CKPfSc/T5ZOYQHhsCEZM+ZHYsbwvXopwRpeZJ1G5fAOMCwiELaNWDGoiiisUV5QWGMUVJUJs1ywBOjmaNb1qJk5xRTWmEDYQ7jvCUNPhF4earMsA68IjV25g+UdzYBaxCZ2kOSRHe8EpfAQmlRtUqLiSP5qlJOJKFqKU+E34xOef2CrVECnqO0Cq0zLIB2bBC2EmkK+ortLuhGG682245EmVyuo9GZd8bHGg+V4pYmUq+gR1xB6PFLg43MSMICc0rSBqlNrrh+IKxRWlVU9xRYkQ2zVLgE6OZk2vmolTXFGNKYQNhPuOMNR0+MWhJusywPppNVd6fmNWZORKwGhzPJkhpwWZFRBciiuuJP+4VBJtumO9W6vsyBWfHqEFvvN1ToX3iEPo6+eKt8sZY+RKJGZYJ2CKrs7KT1g0KAT9gz/D25nr54r/MATV34WZPdJx78BkzPvbHZ6152cXtL0lfed4cTSCZrcSuOK01RXFFYorSiue4ooSIbZrlgCdHM2aXjUTp7iiGlMIGwj3HWGo6fCLQ03WZYT1hc1D4bA6Gn+Xr4hm3ZfATzotqEp2zZWKeFjVHhu32aFBvA96W27An9Vq4eW/nmB86IlCxZURVbdj8P94os60I9g4oaiitomIWvB/2HazDtKu1Yaj/yzptJt7hXyXgT9OLsC0NbdRE7/hrVHGV3MlerckmoS+hNdwHfWs12F6nzT4jnRGnUU70K/yd5g/aSVu1KyFe0mt4LF0At44NS1bXAESpZo0drjSJwiuXeVzl/h53gQorlBcUVpTFFeUCLFdswTo5GjW9KqZOMUV1ZhC2EC47whDTYdfHGqyJmuBBNgVCRiOAMUViitKq4viihIhtmuWAJ0czZret+5LAAACO0lEQVReNROnuKIaUwgbCPcdYajp8ItDTdZkLZAAuyIBwxGguEJxRWl1UVxRIsR2zRKgk6NZ06tm4hRXVGMKYQPhviMMNR1+cajJmqwFEmBXJGA4AhRXKK4orS6KK0qE2K5ZAnRyNGt61Uyc4opqTCFsINx3hKGmwy8ONVmTtUAC7IoEDEeA4grFFaXVRXFFiRDbNUuATo5mTa+aiVNcUY0phA2E+44w1HT4xaEma7IWSIBdkYDhCFBcobiitLoorigRYrtmCdDJ0azpVTNxiiuqMYWwgXDfEYaaDr841GRN1gIJsCsSMBwBiisUV5RWF8UVJUJs1ywBOjmaNb1qJk5xRTWmEDYQ7jvCUNPhF4earMlaIAF2RQKGI0BxheKK0uqiuKJEiO2aJUAnR7OmV83EKa6oxhTCBsJ9RxhqOvziUJM1WQskwK5IwHAEKK5QXFFaXRRXlAixXbME6ORo1vSqmTjFFdWYQthAuO8IQ02HXxxqsiZrgQTYFQkYjgDFFYorSquL4ooSIbZrlgCdHM2aXjUTp7iiGlMIGwj3HWGo6fCLQ03WZC2QALsiAcMRoLhCcUVpdVFcUSLEds0SoJOjWdOrZuIUV1RjCmED4b4jDDUdfnGoyZqsBRJgVyRgOAIUVyiuKK0uRXFF6QFsJwESIAESMByBBl0tDffwYj5Z/kPBDwmQAAmQAAmQAAlonUD5tnVeOIL0s3+gT2vTFz6O0At30LquxQsfhzyAC7dCoJZ3ZkuLnHf3/wf8vHcibAo4mAAAAABJRU5ErkJggg=="/>
          <p:cNvSpPr>
            <a:spLocks noChangeAspect="1" noChangeArrowheads="1"/>
          </p:cNvSpPr>
          <p:nvPr/>
        </p:nvSpPr>
        <p:spPr bwMode="auto">
          <a:xfrm>
            <a:off x="0" y="0"/>
            <a:ext cx="8382000" cy="250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" descr="data:image/png;base64,iVBORw0KGgoAAAANSUhEUgAABFgAAAFOCAYAAACytKmEAAAgAElEQVR4XuydBVhUXdeGnzFQsUFULGzxNVEQGzGxxQK79ZOwMBHFwG7Exm5FRUSxxcTubhREDMREJebbZ4aBAQaYcxhGmFnnu/7rf2V2rH3vfc7s88zaa4nE7AJdRIAIEAEiQASIABEgAkSACBABIkAEiAARIAKCCYhIYBHMTm0VxTFv1daXujsSZSmp7i41uj9NXisaPXGZYHB0r2aCSSITiQARIAJEgAgQASJABP4pARJY/il+5TrX5JdmemlTbg0oW0qT14qyDKhc+hCgezV9uFKrRIAIEAEiQASIABEgAppDgLfAIo6IgChXLvzw6oDauwbhiVfHdKNxa0ZpOMWcwulp5dKtj8zQsDIvzdu6l8KF7kFY3fUZJlcZDMN9/nAwzvinv+ilTbUrUJm1otoeM19rV5f3gV+Z7XBtF5P5jFfCYrHIFx2zHMbI6FVopkR5RUV+HZ6GCRFOWN41b9zHdK8KhEnViAARIAJEgAgQASJABLSGgEKBRYwnmFzZGIs/GEJPV/qSLhJXxTT/lXjVtTGyrwzBuHf/RmDhhJ283fxhWCI3xNE/8Fdkgal7vTCyfk5ek8aJN7VcA+Pq5MhTDb0W7cD6oVV5taOOwolfmgPGm6Ln7Yl4fLwrcsQakJrAwn0+8FgRGBQAYr7+RP76o+G9bwiMc6ljBMn3kdxLmxh70anSM7g/cYaRguqyNTrncdIPK3bxVonwl5nWiIwCt1b+Pl6MKlWW4WuJwsge+0Hu8kNx4tQQFP9wGMOtJsL7rfR+aTV1G7Y5VpLUqVrlGVYlein/uW8g8na/LLnfZFfRNgtxY5VF3L+jwwIwrc8YrL8dxf6mg6YTN0jaBMKx364LHA5+S/D35MqLox5iUcdBWJyknfg5FkeFYMPAPphy6qvkj+U7LMQhZkt+uWVw2bU+Ou7tiasPHZKsnd8BrmiywBTH9rfHIbl7Qhz1F+JctTHnwEb0r5bxhcmU7lpVCCzc3K1o2xviRYfjhNqUBJY/j6ehoYsJrqWj4P5vn1TUOxEgAkSACBABIkAEiAARSJ1AigJL2HQxVndX3Ii8B0t6ebMo8mDh+io3uS6uxr54f/a2QY2pNXDxruIX8eQQcG2bueaE69nT6F/sLTaPaAlXPz3MvPEKzrVSBxf3QhsrRq2PmRVnk/K1lSuZQGARXUJvfRdcy5sb4/x9MdhI+jKojMCyoeoFnJ5aipX+Db8RjTBTZzsuLayonBGxpVTz8hbfpVCBhWvhZ2gwwtk7/a8jA1F5aKBkLgeWEzMPKz0U01NeOdrWTYRhXl3gI/ZK8Iu/qtYIL8BpLCwTWBSJJcAL5t3UGR9dLmBtj7zgBI1xNXogq/s9zCy+MFmBpeyUWgrFCpmpR4aWgkfpCzjiXIq1eQlDSk2HybnjGPhmFCqO/w/Xrw9B4aibcCg/B/UuekFvekmF5RvsrIvhYWsRsKRabDtL0OSaF3oXjxc8ni3viE5X7XFza0smLoZjQfPqCHIIwrJOUm+UP/fnoLblLoQZDEFAEoHlHRY0HImC270k9w13z8TfE0DwroGoNbEczr+eDD53harviTQuAajKnj+3pqLu5Oq4fEQq5JLAktaZofpEgAgQASJABIgAESACmk6Al8Ai9RrogOL7n6DfA6kHy+76S2A1+yw+/tJHzT7bcWNNKzzb2BEtnK/iD6NXocMmHGJ/e8kEjQG3G0DktxPmm2Ow3HwdOjediht/2W/e+bpg83kPWOh9ht+45rBZ8xZ581VGjSpP8LteQIIjQokFlqCdHWCx0gqnlz9G0/Y68Hu7UPJyxL00+1n9xvZBMh+PhFMpe3le9vAx7CtDcuQpb7dDGLZbjFWdg7BhgBVGbXuAH8iLRkP3SsagG+iFnu36w+v+T3AeL4PXHEPdA8XQx0vaduGKnMgyDI9m9Eb/uUcRGgEYW62A9yE7/JpdGnVc86NG7bv4Xtob9xdFJmnLo6cODkx1xK1qizCjm2GcwfICy6/jo2G6rjU2VHeFW46D8B1fWFKOn8DCxAnmmWCyyxZP97YEd2Si04y7bCJ0UJrNyYGN7VEkG/Du+CQ06XWEMQDym43FnqXf4Nh8Lc4Ff0ERw/7YGzQD5oE70KX5Esk8Zs/fGpv9Z8D0zEBUWpUd9R754fOwCzjl/AMLrfpg/qMswF89DN22F7Na5ZPYnRaBRQaIm7sC3Z5CNpfAZxxVMAflIy7D1aYDZvl9RNachug6cReGi/qiSawnky4SiixC1sjPY8PQoudaPAwD8hVri2VHfZlHRAT8Z3eGrZt0TVSycsPm7ZNhzta7Iju5tVLftQJ6/u8FNqx+hbxF2sLzsi+66Ce1f41rYzxZNxy7fw3ErJFmyBHrwaJIYOG8NyoPMoC/nPBwe04T9H25ANedzgsWWBLeWZyI0RNZVp1FM++6GCPeHSvqya9R+aM58eWd5DxHYn77wqb4ZnS8m1BgSfxA5sSdg5bBWNMjWiIYTak3AfkmNsNml2w48iihB0vUu/WwbBaBbbF/TyywyAsTje5vQPs2y3BLpINc+RvA3WcZOpYWK3VP1GF1W7K6T6OBLPodsZ3dExZ6wPNNg9Bi8l3JczHe80axl89fhf0/lxz/e9agFB6dfIg3n4G+609LjvFEcvdhIzecj86N0g2rQOSVCwuYN5JkHNarcP/vH0TH1If7hTXobiRt50nNXPDbVQrr1n+Hyx5rPJIIKZwIZ4tc627ApcE12BddgqZPt6ELOylEAoumbwdofESACBABIkAEiAARIAJpJaD0EaGGoy5gt1NUEoGFi8Ei78Hy+/YIVLPJD98HM1Ep22fMb1Ycn51/w/ZiabQ7NAI3A8agcLbbsDeyRXnfxxhTDXizsgna35iJK457E9T17FwIO6o/TyKwyI4Isbd1hH0oh+W3r2JwZU78sUKe7a8wsbov+hZaA+u3hyQvBoouRd4Jbn41sO7VOZRbUQyNF+bDBD9fdHhlj9Z2x9HB8zean8wJx1P2OPpiAcJm1MfQXQ2w460j/NhxKpkHi8GxfihidQBtll7C/Man0bfxKGR1eoZFWZpJjiRVbeeGiZMGQLy8uIK2OmOTYXPcaHMWt9c3UiiwbOteGXcHPcEs4+Wo1zgcOwKlv7bzE1jiPVjO9NqGqr3YfN11YvMVztqph12mZ+E74Tl6665E67fb0EuPHRewscS7Pnfg1t4nPr6D6AHsSzugrI8/uJfjt6u6o+3NcQiwWoXijvlw8P5SyYsl53XQ46kLri83w++AubB00ccudlyFO/qTHgLLr2TmYLFOW9SbXBLrQn1Qx6sHLGf/xNwLJyAap7wHi2yN1NlTE1Um/JaskZ6iBehotQ5N9xxG9NhBuNdoMXbMz4s5tdvjdNUNuMNEkrrlZ6L60jCs67YJPevMh+64G/DI1x+FBwagO1srU43XoZvVchQccw8e+duytRIW+/flkrZLuT6DIvvnXNyErwNLYEHECly7ZIfCCo4IicQVMe30DvS4MyBOVEt8Tyh7REjW1uDyio/RcB4kdfvkhfctB3yZWS9VgUW+PLcexKITGFLSGQfCQtFyyXXsHCIVEBVd0V/2obPpeTjcXooW7D6/PacVnMXr4N3ZCybWOkkEFnlRkWsvscDy5dxEmPXNi8OBneAut66DmRjZYE49XLnxH5x0V6V8T4ATjDrg26ybmGkRA39XK6zMvwZbLdcnuM8WNK+NT5NeYdzbnmjkY4PL7MhSvlgvn7qXpuNyA/u4+yq+/6Zw/88SL4Y9wK4RecGJrZWnM++ii92wt21t3O19WeKZxDGtVuMNVsXMxuPOvfHLyQ/j6sdI7s8W5wbj8c5yTESxxJ1+1yUCrTiKxWzJsR/9wjegQ9iKBM+V9V1K4aldEOY1iyGBJa3ftlSfCBABIkAEiAARIAJEQOMJpNmDJbHAcnu2MWq7fUIRfWn0h5iv71Fj/HPMjWkG27vLJLEx/r5wRU32wvmxRBFJjAgulgoKTcJa2y1Y9MsL/m7SOCjKHBHiPFgsl1vhAnu5DJ9fE32CPeHf0R01FzTFXb/+SC4yS+L4GllRCZP8AzDD4gMm1zTGNt3YF1YEsF9xG+JUw/3YXWsCTCY/QbUW9ujduy/6dquDIrmk8WpkAsv9ISK080y4briYILuqj0RDV9O4Yygcp8RtFU3mVIvMgyX6+3a0MboHlw9z0SjbO8w064asay/B2UR63CGlILcJY7CEQrfGLBw51QcRC5pgVMRa+M+QHorgvByqjS2PC+yl7WRfc0x51gRDB1qjk20TGLOX2AS/8r9YBJOK7mwepbE+uHkUG9jjhMtNNJM7VvL38QrUbeSFEgN6YEinjmhZv0hc7Jj0EFgOJzMHl3rvQAXrPchfpzNsug9B/yFWMGaONCkdEZKP0yNbIzMtfmJ+g5KYcCnhPFu6PsfaSpPRYehuvNQxRPawEOgyr6aA6xUw3sgGR3PURvteNhjUzwHNq+XEth4i2HkNwulIT5giAstb6sItcBY8e62FNTu+xnnk2FXei/YiWzzrsh/J2S9vRUpHhBILDPL1UhJYUjsiJGsn+sthWFdxR8tjx+HABLfbqQgsicvL2/PtMXvZb3ABjq9d8Mi6G1Y9ywJZHBmJEMO8VVzq9MUn5zNYwzw4OPvNe4ix65oTyjxfrFBg4bx1xkRuSeBRI4tLJB+DpafuQpi1BvY+dZIeFRLdgL3hXNS9tg1ZJtVJ8Z7ggsreWdAKVusLod+wvujevQlqFc/BxJ8mMJ3FPL/0dWKfi6GoNv4C+t5uiPPWUg8c2fWX3VeK+5+Hxy2b4PN0Lph1jGTMnJB0+LERxmU5ggF/VqEN8zxL7InToetK3IsQISYiFHktPJnXmlRgkbXD9btvYCnsb/QC0350Rb/ABXFHB+OfKySwaPxugAZIBIgAESACRIAIEAEikGYCKhdYOOFi9F/fOJFEZiH3d5nAwgVENGkXDe/nMxPEOuBEh1E8BRYuGGoH0W6MYvEzGr9jHhM1gtCi02KEtohJNn4MZ5P88Q8bdtypDDse1MHzC7YNCk0ksNzG2Iom8K0uDZz69f4+LF6xAts3ncG34i44/7w3NssJLOfZS/OwXYrjecgLLJwNidu6kIiHjJ1MYPm0qRuKOjxN8JJm0G0f7q4zU0pgkcWb4DxKOp6zxy12POgRe/FTLLD0QRFmwI/AWziy3wtzFx5H2y03MKN5vAdLI/aCV7ODGN6yF9FYg7kX+cQv5eKIcNw+dxT7Vy7F1nB7XDkrbT89BBZOuFA0B5x5P4IvY93SediyzRtPQ9ti91dfhA9M2YOFEzoUrZH1EQnj7kR/XwvLfMMROeIKLi3Lm0B4KxkRhAsbF2HR5p3wuRqKAdt/o+mhnHICC+DZWYTJD5IXWCRipgL728l5aaUksKTnESFOLOlRfTXq+HhhrIn0WF5KAoui8omfZvIv9/KfSY8C9cWHMWckHhvctb1nKQw4LA3izAl970NEKG7YFTvZMbaGsZUVCSzyMVhkfSQncNSLjQeT0j0hy9rzK+whTu0/AY95q5F3zFm4fOqIUZGb44RMWV+KxqgygSVmLE6b9EUujwC4MA+WeIEtqcAScXo0qswrh54/vVDU82xcYFsSWNL8HUsNEAEiQASIABEgAkSACGgRAZULLNwRoSrtY7DzqQfqMI+MkFP78cakM3Q84gUW9ts2OyJkDf0tj5gbfU5EfTjD3PlromV+5j0hd7wouSNC8kFuv5wbitos9sqerx5xXgCTzwzC4QhP5uWR/EzKCyx2kuNFxljzwwlnXi3Ej0nFYLHQAJP99qHLRydY9PVB+/UvUWV9WazQWYQrR4bjxpji6L66KfNIWYobzJthzjN7HLi/ANUu9Zd4SVQfeRSe44ri7MTpiBi/Hw0OlJbzYAmSeEAkbWsNviUbg4XzWOkA0bKbkpcl7uI8WpoXuocZP+cikL1gpubBInuZlAY3HYIC6wIwLpeL3NGF3+yX7CrYaBwA796H0LjsM8z7wXnLgAXFrYolRY/gGIshEZcCVnJEaBj0Np1m86iD6A8BOPyoCpp9GpVAYOHiZKwsLz2OEP3FE80K3ceU6KWSgLLpIbBwgY8VzUEZdxF6H7SHNzviVWZja5Qd+V7iJVJ6sQhdPZvD/dlu9CmvF+f1lNIaiZlvjFqTP6GXhz9mWwVi3cQjqDO9ItyqjIbYzg97Bj+RHA97XMwNZ1Y9hnmzkxhx5BUm1WZeBkWckM31KXYb2aHIwBuSNmbW2oY29efHHRHiAjAn9mBZXLCTQvvNLigXgwWS+eqJqAUXJF4fMREPMd407UFuE3uTyO467qU9PsgtF/xWGrS2V5EHCbxPZOUTBsvlguK6wuRsfCBnaTnuGJslNlfdjRNTFYeilXl2JI7BktoRobinRaKjb2HsKE4t5/9wwScLuqd6T7Ag1LnnosmDQ5JAurJjOXeYt8p/1sDORzNin4t+7LnYGuV8eqd6REjW/5Ub0iNCiT1YjjwajEMKjgitjHHA0Yr9kWvtDXZ//pIEth4ZMkuhB4vUS6cLDhSbjFssKDEnfnIXHRHSot0ADZUIEAEiQASIABEgAkQgzQRUIrD8eczc502cWcRFP9xiwWCvuFuh0/RrkqCphWpOgVdskFeZBwtn9Z/7y9DeaoYkiGSO7LXhdpALBgpcns2ElrlBKQa5lY/BEh1TD5N2bMUoi4ISGB83WqCpvzPubW6VIpzEAUw/sUCpcV4s/X4kE+R2KwtMO1wS5DZ7ntLo7nYI20ZWZUF9W6HhwOPIUm0WLt8dhZD5ndlnx/D2O1C0ij12nfNAPiYwyXuwRAYmbWvryA8YnEwMlshAFhvBPBwb308GwxR7/YZH24q43vUFmvuVU1pg4SpLXn4dWB0W8DQ0mSC38sFv9Wr2w7ZdDqiZ9wUTeiyx6MUA+IZNBxfQUxYMNEf2apjJ0tx2ezoggcASHXYK/7NkaaE/5WBJfPXQedkWFphT+gqXHgILGx0uz7dOMgcNcQauvW0kQW6z5NJHAxaUmQterBMwEdWazsP7371xULw1LpNQymskGjscG8Nx80N8kQtm/IUdU2sx+Q5QpDlMDU/iTrAT/D9Mwju5oLslqttj2xlpUOfkgtwqElgers2XxH6fNVWwtVnJJDFYFGcRAhMzWZrmFpMkc5FdLqWyotTOXDrmc803p5qmmfMMqeXyQUEq5xoK0zQnV/7qLJ24dM+RLGiyLIW0/I3886Ad8nb2RaHY44XcZ/JHh7h/JyewpBbkVr4fxUFmxQkCQid3T5RlwaFbsuDQX3R1kI0FyF3DAuRasQC58veTfo0R8PLpI4l7JJ/Kuo3bAXgOKIzkg9wqElgcUILzIKoxDicSBbmtzGyxsN6OTwVKolmTUrj2ug2uXmLBbuWEGtm4z4ypikVFT8cFzpaILhTkNs1fstQAESACRIAIEAEiQASIgPYQUCiwZN7hf4antQmeObxhQRkz7ygSW54gTbPmDEtlAouGIUnTcDR5raQJjKRywjTNaW9Pc1qQeLWxzGQ1T8RnbaI0zZozvzQSIkAEiAARIAJEgAgQAfUQ0BiBRQxfDNLrhestt+D8ro7Irx5+aulFk1+aU0r9qha4GtaJJq8VVUwVF4emyQJTHGNZezTpGZEWNn9frIBFrRUoOMEbR5xlx65Y5rC2vSFedDguHgvdq2mhTHWJABEgAkSACBABIkAEtIGAxggsmjxZmvzSTC9tql25mrxWVEWKO6rjV2Y7XNtJYxnRlZTAr8PTMCHCiR3li4+gTPcqrRQiQASIABEgAkSACBABIpAyARJYMsEK0eSXZnppU+0C1OS1olpS1BpfAnSv8iVG5YkAESACRIAIEAEiQAS0jQAJLJlgxjX5pZle2lS7ADV5raiWFLXGlwDdq3yJUXkiQASIABEgAkSACBABbSNAAou2zTiNlwgQASJABIgAESACRIAIEAEiQASIABFQOQESWFSOlBokAkSACBABIkAEiAARIAJEgAgQASJABLSNAAks2jbjNF4iQASIABEgAkSACBABIkAEiAARIAJEQOUESGBROVJqkAgQASJABIgAESACRIAIEAEiQASIABHQNgIksGjbjNN4iQARIAJEgAgQASJABIgAESACRIAIEAGVEyCBReVIqUEiQASIABEgAkSACBABIkAEiAARIAJEQNsIkMCibTNO4yUCRIAIEAEiQASIABEgAkSACBABIkAEVE6ABBaVI6UGiQARIAJEgAgQASJABIgAESACRIAIEAFtI6BQYPE+6K1tHGi8RIAIEAEiQASIABEgAkSACBABIkAEiAAR4E2gU8dOkjrJCiz1mrfj3ShVIAKaQCDgpC9o/WvCTGbeMXBrsGQT6UP6X15v/b2x4lfjf2kC9U0EiAARIAJEgAgQgX9KwF73HLKYGvxTG7jOY65/RFsTvX9ux+FbYTAp0vGf28EZcCv0YIbZM5PAkiGWBBmREQmQwJIRZ0W7bCKBRbvmm0ZLBIgAESACRIAIZFwCJLAknBsSWJKuVe5HSRJYMu49TJb9YwIksPzjCaDuQQILLQIiQASIABEgAkSACGQMAiSwkMCS2kokgSU1QvS5VhMggUWrpz9DDJ4ElgwxDWQEESACRIAIEAEiQARAAgsJLKndBiSwpEaIPtdqAiSwaPX0Z4jBk8CSIaaBjCACRIAIEAEiQASIAAksidYAHRFKelOQwEIPCiKQAgESWGh5/GsCaRVYPr5/h+DXL1G8dFkYFC0meDgU5FYwOqpIBIgAESACRIAIaAiBtHqwRP79izePXyE6OhplqpRHdh0dQWTSGuT2L7PjwdNAREVFocZ/5aAj0A5VCCyhn97hzbuXKFWsLIoUEr5XTWuQW1XumSkGi6BlTZW0gQAJLNowyxl7jEIEloe3rmPlDGc8vnMD4WFhcQMsoKePKrXN4Dh9Acr/V5XXwElg4YWLChMBIkAEiAARIAIaSECIwBL2/hN2LFiH+wG38SH4vURc4a6sWbOicPGiqN6gNnqOG4QChfWVJiZEYAkJ/YSpCzfgLLPj7buEdpQsVhRNG5hg+tjBKGJQUGk7hAosdx9fx4LVzrj/5Ba+hH+O60+voD6qVzbDJPt5qFS2mtJ2cAWFCCzptWcmgYXX1FFhbSJAAos2zXbGHCtfgWWv5wosnuyEyD9/kh1QLl1dTFq8Gm1s+yg9aBJYlEZFBYkAESACRIAIEAENJcBXYLl+KgDLRrrhW/jXFIkU0CuIcWtmoGo9E6XI8RVYjpy+jAGjZzMxI2U79PUKYNfK6bCoV1MpO4QILFv3r4TbUif8iUx+r6qbSxdu41ejs1VvpewQIrCk556ZBBalp40KahKB1e6L0bxVa5SvVDnZYZHAokkznrHG8vb1K+gXMoBunjwpGsZHYPHbsx1Thkq/iAro6SXwXpF1Iv/3ZXsOo0HLNkqBIYFFKUxUiAgQASJABIgAEdBgAnwElnsXb2B637HsR69IpYjo5s6N6TsXo2KtKqmW5yOwnLl4Ex0GjMcfJe3Ik1sXftsXwdzkv1Tt4Cuw+J7aAwcX21Tb5QpwHj6eC3xgWa+1UuX5eLCcOLAbkwYob8finT689swksCg1ZVRIkwicOuYHJ/uhKFykCLyOnES+/AUUDo8EFk2a9YwzlrDPH3H39i3kyqmL2nXMkS179hRFvpJNOqVq/KfQ9+hepzK+fQ3HqJkLULeZFRw6NcenD6FxdQsVLoIVB0/hnN9BrJgxGYWLGmLfzWfIpZs71fZJYEkVERUgAkSACBABIkAENJyAsgLLj/BvGNG0Lz5/+BRHxNCoOKIjo/GBHc/hLv0iBsiZKyeLlfc2rkwRdmTI/fRW5MydK0WSygosYcyOGi0GIFTOjjKliiMyKhpBsXYULWyA3Lo58ULOjpLMjrsnN7G/p2wHH4HlY1gomvesjK9sryq79PQKISwsnlHBAvoJjgwVMTDEmT1PoZsz9b2qsgLLZ7Y37mZmLNkzy66C+oXw5XO8HYl/qDQoWhT7bz5Xes9MAouGPwhoeAkJBL58ie4dWuF3RITkgxomtbFp935kYSpp4osEFuGr5+eRfqjncBK1R1zCxlFGwhvSsJoRv37i+pXLiI6Rnr8tWFAP1U1qQSTKonCkynqwuDkOgvfWDeBElE2nrqJoyVJ49ewxHDo0Q2jIOxQxLAYPn1MoU8EY79++Qb+mpvj88SMGjnGG3dRZqVImgSVVRFSACBCBDETgW8h8XHWah5LmW1BpZNsMZBmZQgSIQGYmoKzAssZ5MY5s2R831BJljTBzzzLEsP3fuHbDALEY83xWS35km2o7Em+fB8aV7ebQB70nsjIpXMoKLI4uS7Bmq3dcSxXKlsLJXUsQFROD+u3/BzH734UDK5FDJzta9ByDp3J2jLfvzY7pDEnRDj4Cy4Q5g7HbZ0NcezWqmGHrsuNYyGKxbPFahdbNOmPuxHXoM7IV7j68HlfOYYAzxg51S3XZKCuwuDkOZnvm9XHtVallBg/v4yx+4WTs9VyJZh26YPLydXDs1BIPWFxD2TXIaTKGT0ndDsoilOpUpVxA9hIpX0q3mCn6TtkMu1aKvSKU6dJnuAGmHKuASccDYFterEwVKqMEgZ/fv6Nbu5YIDopXirlqtr37Y9L0pDeMJgksf18sRPsWSxCSDKeu7iGY2i5GCYrKFSGBJSmnaBap/cbVK/gV8TPBh6VKlUHZChUUglVGYImMjETrikUR/kUa0LZE6TJY5XMGhqWM8PblM7gM6gm39TtQsmwFvAt8jeEdLBHM/j93lSpbninyz1KdVBJYUkVEBYgAEVCSQMi1Pniw5IjC0llQHvUXXkFOBYkkokU+ONNjAPSLOcNkoVOKvZHAouRkUDEiQAR4EVBGYBHHiNHfpAPCP3+R7rXKl8ZMr+UoUKggvFfvxEa3FZK/9xo7BN1H9UP4py+Y0m2u17QAACAASURBVNURb55L92YlyxnB4+z2FO1SRmARMxGneC1rfAqT2lGJ2XFq91IUZnYsWrMLk2avkvzd1WkQJo/oiw/MjmY2o/Ak1o4KzI4Hp7ekaIeyAsvfqEiYtS2Mr9+kMWBqVjXHdvcTiIqORLf/NcLTFw/RyrITPGbuYUeZItB7ZAvcvn9VUrZ0qfLw3/001XlSRmDh9sytyhsw7xWpHdVM60i8u6OYfUNaNcSLxw/RtJ01Zm9idvyOgH3HZrh/45p0HnnsmcmDJdXpSr6A7CUyTzlLNKqajxX8gKsHAxCGonA8dBODqwgTR0hgScOkJFNVLI7B4F42zHsgQGGJeUs9YNU+4VEMTRJYokJ9sXzuEXBOiWH3D+PKiyjEr1ugfv9V6FhD2HpVBJQElqRU7t66wdwg4yOly5eoWq2GxPsk8aWMwBLyJhDtq5dOULVYiVJY6XuaiS3l4v4e9PoFhrWxQOi74ARlz7/7karLIwksqn8mUYtEQFsJhL9ah+Bj0l8Fvzzxwm92klH/v67QKQRkERuhvK0zsitIYkECi7auGBo3Ecg4BJQRWN4HBmNYAxuJ0WWMy2HmXnfkLZgfe5ZuxvaF6xIMRiayfP/yFVO6jcCrxy8kn+94cBS58ycfp08ZgeVl4DsYN+4haa8Ks+PkrqXQL5gPs9y3YPqieA8O7nOZyPL5yzc0tx2FB7F2fLx7GPlTsENZgSXofSAaWpeR2GJaox7zXDnBnHjE6DqsIR4+vRPHpIGZJTYuPsoyLUUyT5YWuH5H+t728Mz3VI8JKSOwyO+Za5rXh8cBZgf736CWDfD0frwddRo3xbJ9zA4myDhYM7HnyiWJHcrumUlgScM9q+gl8uXqpug0/0nc0YhAn2FwmOyLQPajddbcFdDNbRecOxZlvYbhgrs9Ji4/h2/stICOviVGeXgg36YKcDkWnxOd8yyY0uoTDk/vCLfdL/GLldWr0A+zd8xGff2XWGLZEJtfNYSl9V2cPqhHXi/JzKfH4vlYt8I92dnm8tBv338IlSrHB5bSJIFFfuCP3M1gs/RdkuM774+PxxCn7XFrdcBCb4yQeGIlXKu6xSzhsMgDvc0LQBz5DvvH22LWwReIgg5KN3TF8vX9UeiE9IhQhRbdUfDWblz9JELBKuOxZf9IGLGQIz8ersCooQtw9V0kRNmLotWo7Zg13BjPY22r26ojHp48iAr2mnHEKPDlC7x6Jf3SVHRlYUeEapuZI3fevAk+VkZgecnU9u51kwZEM65eE9vO3Yprr3djEzy+eztJ9wduPpV4t6R0kcCShi8KqkoEiECyBO566OMD27fWHhGGgnWlIn/Y0wV4tGY5IkJ+ImuuUijfbgWKdf4k8V6RXbnQHg12bMKvz3txd9EY/Hj9C1ly6KGE2VxUGNYF3z/QESFadkSACKiegDICy4u7TzCmzSBJkNY1F3fDoERRlqL5FiZ3c1Ro0IwdS1GjsSk+Br2HQ9M++P0rAouPeKJcdeNkB6CMwHLr/jOYtx0ssePxuR0wYnZwKZpbsCNJii4usG2zhqYIZHbUaN6feVxH4LLvWtSqVilZO5QVWJ69esiOIFVlYk0BnN/3Cvly58fM5WOwno098fW/vuMxcfhcfPv5lYkypfHt+1cWh+UJypRMea+qjMAi2zNz8TcP3nuFvPkKYMnkMdi+YkkSO/qNmgDHaXPx/Vs4OlZldjDvG2X3zCSwpOHeS0lgMR99Ce61F8Ky937EGHaCo1MV3FjshtPv8mLAlqcY+q2v5AX0v07rMX1wEObbuOLG96aYfXE+vkytjvlnKsBu5370qFEUD+dXx9BNn1GuzRQMqHkbS2YfQnSNWThwoDG2MIFlY6CIvaTqoWC+Gph8aBtacPoNXQkIPH/yCB/lAn4qwmNcpSoKsmBLskubBJbfN1zQuttG/JRbq/7BZnA7fxBV/dugw9Q7qGy9EH3MArDaeR/eZbXBtmeL8XFiWTju+SNZm93zbMecPS9Rtut+bG+yUrK+s+qaor+LDb7vc8WeG7/Q1OUmFnU5jgEmE3EvwWdZJPeF1U1TifjDJEcULJQHDUafxOweST07Mtvy/vXjB/5G/k3R7Ny584AT+uQvZQSWL58+okX5wgnq8fFgOR0YxgI9K/i5WK5FElgy24oje4lA5iCQWGD5GbYWAQ6TkCtfXZSx6YF3l1wR/iAcVfvdQP6653Bx+GgUKGqH6lPGIJveA5z7X0dki7BA+SE9EXJ5PD7f+MrKPoBu9S0UgyVzLAGykghkKgLKCCxh7z9hgKnUK16oB8v6q/tQqFjy+19lBJaQ0E8wqtNFYodQD5YXl/eipGHCPab8hCkrsISFf0Kt1tJ2ZB4sWbNmx4AxVrh47Uxck8l5sNw58Rn586S8V1VGYAlngWyblzOQ9CfzYMnK4uCM7GKFq+dOx9mRnAeLsntmEljScFvLBJZSzadiuJUBQh5vx3bPy/giNpW8mMbMKwSXw4Zw2HMfQ03F4F5im7OX2Nxt1mNn401oMvE8yrVcgYXTLFAo52921isnCugXxNER8jFYLmBcJRucydEdy46PA6fdnZjMBJjTVTHJfwNC+jeQeLDMub0HrYWHfUkDhcxR9ce3b+ycX1SKxuZiOddz5MwZV0abBJazE4sxoSQv+q46i77sqNAv/9Ho4HwenFC4vI8OvsWuTRYDC17DDDDzRAVMOOGMK83/hyslRmD3+fFgJzUxr3ELeH0bhjWzX6K/XJBb+bW/uvZydJx5G03GXYKLtQ7+vlmBQbYbAXZfLK04RSKwWE17iPl982eOxaWElULWH9esMgILV65tlZIIDQ6SWMKJK2v9zksC3XLHgqYO6Y0Z67ZJjgtx/7Zr1xTvgt5Iy5Y0gs+916mOgASWVBFRASJABAQQSCywvDhUH692PkHNoe9QqEkOdhZ/C84PGI1CRs6oNrdCghgs4ujf+Pv9C7Ky80TZcufE1+CZuDZuqSSwrWH3BySwCJgPqkIEiEDKBJQRWLgWBpmy2CfvP0oa4xuDhcsutOHGgRQNUUZg4RowqtMVIaFSO/jGYOGyC7255pWiHcoKLFwj9axLIeS9dK/KBbjdteIMsmXTweDx7XH20jG0aNwOK2fvl8Rg6TWiOe48kMY+KVHMCBeY10tqlzICC9eG/J6ZC3C7xtcf2dgPnE627XDx5DFYtG6PeVuZHSwGix1LFvHgptQOPntmElhSm60UPlcU5FYkropp54/BugSQOJZKzJ+9GFJ5NJ5UmgIfv2647tIRE3e8ZEcrAFFWPbSetBdzBxonqGdTwQd2pYfjoihhfAwRe52deHw73g9pgC0v22BN4DrUgSgNo9Hsqm9evcTLl8+THSTzAUItszrMVSz+pV6bBBZurcofTZOB4rIAefYPgscoB2w+90GyVrmLW3+cwHKeCSy3S43DgbMjWeSh+Cuxd5csyK645Xos+08qoiS+isp9puqgu/96dQtZf5zNygosc53s4LV+VYpZhFYcOo3S5SslyCLU29GJpXVemCoeElhSRUQFiAAREEAgscDy/GBtvN79Ou7IUIzoPi6NskDW0G6os7NNkiC37y4PwdPN+xEljVcouUhgETARVIUIEAGlCCgrsKxj2Xt8N+2La5PLIjSDZe+JYdl7JnTgsvcA81kWoazZsiXJItRhkA0GTVd8nEjWoLICy8ipy7CKPSNlF5dF6PjORSyoaww7fmMvyWZ0wXsldLJnS5JFyGFgNyx2dUiRCx+BZcpCO2zdtzquPVkWoYksu9CRU/vQrnk3zBy7Ev1GW+Huoxtx5Yb0GoPJDqnvVZUVWGR7ZlkHsixCsxyH4ORBL7Sw7oaJi1bBsXMrPLwdbwefPTMJLErdTooLJX6JPBt7XII7BrF0YBH4OCbvwXLQrYbEKyB/gVz4/vIUFtgPwdHXleB8xh+5mOdLfBYhqQeLv25fbLo6G1WYB4HkimT/l10ag4UEFuUmMaUgo8Ys9krRYsUTNKRNAovUg0Ufw3beh715rJgnWWNMKIxdx0M2XIcj+0VRJhwm9WCJx5eSwLLGXOrBksBLJbYvWXwYTRNYODJ81x9XR1mBJezjB3QzM8bX8C8YOWMe6jVvw74YWuDjey6ssfQqXNQQnMjif2g/VrBUdIUMCsOLZRDKk5cL0J3yRQJLaoTocyJABIQQSIsHy/eP83Fl5DwUqTITVcfb4fun+Lgr5MEiZDaoDhEgAqkRUFZg+fzuA+ya9JLEU5FdxYxKIPJvJD6GsMje7DIwLAKdHDoIfh2f3VQ3d26sPLcdBYvEhyxQZJOyAkvw+w+o0qSvJJ6K7CpjVBx//0YhONaO4syOnMyOF3J25Mmti4f+21G0sF6KSPgILJ++fEDzHpUR/lWa1Yi79ArqI+xLfAKIxP8upF8YZ1gGoby5U9+rKiuwyO+ZZXYU0NNHuFwiisT/5rtnJoEltTsphc8Tv0TG/DgE+9rsyIS4NZZe9YTZQ8dkY7B0etZG8pJZo5snpvSLwXqnwTj2uA5mBRyE/lpjFnPlO8q2nIJJowZAvMdMEoNF37gfBg6uisC9s+AXNhRex9pjFwksSs9gcmlyixUviYrGlZO0o00CiywGS3juqugx8n8w+rANHhvCYH/UH7rL9NlRt7ywtF+MZvmPSWIAhTEPFi6NuKFnGSbMZEf9QdPQpshZyWe/S7JgthNuoovcESF5Dxa/eR8lMVjuMJ+X5iOdYJH7HFbMOwNLj3vo+KSBxLtFEwUWvuuPW5DKCixc2aN7d8BlSC/JOi6gp8e+KKRpm+Uv+S+Mpbt90bBVW6XuHxJYlMJEhYgAEeBJQPkYLA9Q2OotLjhYIepzKVTqsxB5qt7EtQlzkb9EL5TsWAdB/tJ4LeTBwnMSqDgRIAJKE1BWYOEaPLvvOJaPn4PIP9yviKlfOXVzYfRSF9RlGR9Tu5QVWLh2drBMOcMmzGNHb5SzQzdXLmxc4gzr1o1TMwN8BBauMZ+TuzBiSs9U2+UKcMF5Nyz0hUXdVkqVV1Zg4Ro75rUTkwcrbwe3Z67X3EopO7g9MwksSqFSXEhRkNtXG9tKhBMu0Kf3fHMom0UoeyFTDJq5GXYsa8vfF56w6zFVknmlAYtTsXJwXlxcZY+pK8/hE4uTyWUcGsnSCvdpEEYeLDznL+LXT9y4eiUuHgsXzbpmbVOIWBaXxJc2CSzc2D9cWgTn8culmX3YkbUWDp5wtTNHzlAvjB/ghFMstbOOfmvULnUIAbcKS2ILDakRLJdFiCnRFTthmucKmN2VZhHijhhtHGXE1vRCtG+xBNwRoeOrrfDz+T64OE7CqScsvRYLaFutwxIsmNsJX9dKMxxposDCMeaz/rjyfAQWrvwZ5p2ycLwjQkOSHsGSrW/uDOmkJauV/qLg6pHAwvNBQ8WJABFQioCyWYRKWteXtPfmVHc8234K2X6bwHzJXgRf/h9eHzwJ8e88KFK/HkIvnYBhdXeU7BdMMViUmgEqRASIAB8CfAQWrt3rpwKwbKQbvoXLnWNU0GFBfT2MXT0dVeuZKGUOH4GFa/DI6csYMHo2vqRiRyFmx84VrrCoV1MpO/gKLFyjfv77MW3JCIR+SH6vysVdmTVutdLiCtcuH4ElvffMJLAotXyokCYR+BL2iR3XuAUdnRwwNa+bJHOLbKyaKrBo0lxmxrEou/64sfEVWLg6v37+wPoFbjixbxfevQ2MQ1SmojFadeuJPo7jEgRzVoYhCSzKUKIyRIAIEAEiQASIgCYT4CuwcCy440Jb567FtRMX8eP79wR48uXPh/rtLNFj3GAUKJRylhz5inwFFq4ud1zIee46HD4ZwFIfJ7SjALOja9smmOY0EIV52CFEYOFs+RnxA8s3ucH35G4EvYvfq5YvY4wOLXpgWC+2V9WJTzyizJriK7Ck556ZBBZlZozKaByB9++CkZfFnsidN2+yYyOBReOmPcMMSJn1J1RgkR9k6LsgvAt8hTIVK7MMZSmf500JDgksGWbpkCFEgAgQASJABIjAPyIgRGCRmfr3zx/cvXATb5+8RHR0DMpVq4Rq9U1YBhtZgE3lByVEYJG1/vvPX5y+eBMPnr5idkSjNrOjCfNYyc7SFfO9hAos8v2EfAzC25BXKF+qMvQKCN+rChFY0mvPTAIL35VE5bWGAAksWjPVGXagQjxY0mMwJLCkB1VqkwgQASJABIgAEchMBNIisKhynGkRWFRphyoEFlXZk1aBRVV2UAwWVZGkdjSSAAksGjmtmWpQJLBkqukiY4kAESACRIAIEAENJkACS8LJJYEl6WIngUWDHwA0tLQTIIEl7QyphbQRIIElbfyoNhEgAkSACBABIkAEVEWABBYSWFJbSySwpEaIPtdqAiSwaPX0Z4jBk8CSIaaBjCACRIAIEAEiQASIAEhgIYEltduABJbUCNHnWk2ABBatnv4MMXgSWDLENJARRIAIEAEiQASIABEggSXRGqAjQklvChJY6EFBBFIgQAILLY9/TUDVAotYdBnbh9xEg7V2KMNjcBTklgcsKkoEiAARIAJEgAhoJIHM68HyB2Ghf6BbJB8SJj/+gMvHwmDUwBiGefhPWVoElphfwbh9PRglLerAQAyIRcF4fFeEsv8VR46s7A88L6FBbrm98bahh2HsNhNmBjw7VVCcBJa0M6QWNJgACSwaPLmZZGiqFlhiRHsxJv9u9PvqBRMe310ksGSSBUNmEgEiQASIABEgAulGQJUCS+T7PZjc4DXsX4yHEU+L+WcROgNroxkIspmPk/PNkD+uv0sYZjoLmz7mw9gdWzCrAb9UzUIFlr+vZqBtz+kIKzgcK/08YM4JLFmOYEyTDjj8tzact1xF/7I8NqpsPEIFFm5vPDq/Da7kKYpmjrsxaUIjCNCa4oiSwMJzMVNx7SJAAot2zXdGHC0JLBlxVsgmIkAEiAARIAJEQBsJqFJgAT5gr7UNokecha1lDC+cwgSWI8je9gkeZx2Nc4stUUBOSwk54oy6C6vg7OleKM3DEiECi1j0FIt6NMDnwU8xp2lB5rlyGRum3UT9aXaozDSV98esYb2zEXw2j5F4tih7pUVg4X587P1+Cm52b4n9QS0weZcnGlVM6OujrB1KCSzKNkbliAARIAJEQPUESjbppHSjMSJfzKw8FFdEyX0j/cWPYEssE+DBorQRVJAIEAEiQASIABEgAhpKIIup8udIxLiPAyMP4E0yLMIfnMXP6rOxYHEdXrSECSxnYfdiNIJH9MCcnyNwdr0VimaTdct5uJyFfaArmkOktC2CBJYs+zDEfCf6XfZCI4nnSsr/VtaYtAosMu/u0HMzMGHIahQfuBsTnRohbxwj5SxRSmCp17ydcq1RKSKgYQTIg0XDJjQTDoevB4tYFIRbO8+x30QUX2LROWwb9gljBQgs9F2gngVEzx31cOZ6IdbEWn0E1NcTrWv1saaetI8Ad3+pUmDhCGbJagqbxa1RhAdOoQKLVED5hl0j+mHcy1bYu2046hYA/t50R9UhOvC68T9U52GHIIGFeay4th2AEu6PMZQdA/pzZzga/s8L1ovfwrleTvx5MBotx2bF6qMLJR4tyl58BRbZnjlUsjdmHjSrR6FcbGcxfx7Ae85sBGZ3wep7M3nHLezUUfrjqEjMrsQD8D7oDdpUKzutVE7TCNAmRdNmNPONh6/AktoI0xKDhb4LUqOrms/puaMajsq0QqyVoaSaMsRaNRyVaYVYK0OJyhABYQT4CizCekm9VtoEFs5D5StOLHNG78WvkMMwF36EfELtcTtxwqFY6p3LlRAisHDVX3nVRzOPZzAomB0/3kei85iRuOkxFW/z6+H7RxFsZ0mPD/G5+Aos8V7ff/AhOAx6xYsisbNK1ugumPPEA1V5CD3kwcJn1qis1hGgTYrWTXmGGzAJLBluStLdIHrupDviuA6INbFWHwH19UTrWn2sqSftI5B5BZZL+J/ZdfS65ohGckeAYn68wNHjr6HzXyM0N9bhPaFCBRauo0+PDuBi4G/oV7ZGQ6OcEP9lWYVuBkP/v2oolS8Xb1v4CiyyDoT++JicgSSw8J46qqBNBGiTok2znTHHKlRgEUdF4LH/AQR+ArIVqobGTapBh8nynDvk7R0hKN3DDHx+F+C+LMiDRT1rhJ476uHM9UKsibX6CKivJ1rX6mNNPWkfgcwrsKTPXKVFYFG1RUIFFlXbQQKLqolSexpFgDYpGjWdmXIwQgSW34/cMcJ6JO7+MIRefjFivr3Hb93mmHjgBKz+E4aBBBZh3ITUoueOEGrC6hBrYdyE1CLWQqgJq0OshXGjWkRAGQJ8BRYxTmNuCVeUWHcRfVrzyxSUkj1Cjgj1MJoJg7X+cG+lOjuECCxcUFt7cxsYzI3GdAseZ29SmSC+AgvnuTIhvy1KbYuGowpDzpLAosydRGW0lgBtUrR26jPMwPkKLJyHyqZWJfHM6jmmjSoHztlTjAg8cm8KZ98+2HjcjpfnigwECSzqWxL03CHW6iOgvp5oXRNr9RGgnohA+hHgK7Bwlry/fBlZa9aFgbCsvwoHw19gAd5cuYLoGuYoo0I7hAgs3ICC7hyFuHJrlNT5dwKLxI5Lfshm0hpF+Z9ISnaRkcCSfvcftawBBGhDqAGTmMmHwFdgSe4caVrPl5LAor6FRM8dYq0+AurridY1sVYfAeqJCKQfASECS3pYI0RgSQ87hAos6WELXw+W9LCBa5MElvQiS+1qBAHaEGrENGbqQfAVWMQs9d2cCiNQ8+RVtCkVP/Tfz6Yx19QfmP98Ia9Uc7IWSGBR3zKi5w6xVh8B9fVE65pYq48A9UQE0o8ACSwJ2ZLAknStkcCSfvcftawBBGhDqAGTmMmHwFdg4Yb7cLExBs4HOrm4omYhMaI+H8J6t10o6/Qci8aWE0SEBBZB2ARVoueOIGyCKhFrQdgEVSLWgrAJqkSsBWGjSkRAKQIksJDAktpCIYElNUL0uVYToE2KVk9/hhi8EIGFM/zN8RlYMnMlnoSJkL1gA/RwWQ5bK0PBYyKBRTA63hXpucMbmeAKxFowOt4ViTVvZIIrEGvB6KgiEUiVAH+B5Q/+/s4BHRXGPeGMpCNCSaeKjgilunypABH49wRok/Lv50DbLRAqsCTmJhY9hYepMxpe94KJgHhiJLCobyXSc4dYq4+A+nqidU2s1UeAeiIC6UeAr8DCZRFyKzEfEe16otsoW5gYc+kH0n4JFVh+hj6E36EzOPQgPKkR4ipwWtoJ1XmYJ+SIkFgUjBt+5xCcUj/icqjfpg4MeOxZ+QosXGKIWzvP4UMKdohQAXVszXgliCAPFh4LiIpqHwHaEGrfnGe0EQsRWEIvzceGzXfwK8FgvuDJ4UcwaFsfhcQN0H+tHa9YLCSwqG9l0HOHWKuPgPp6onVNrNVHgHoiAulHgK/Awlny47E/Dq7aiqP7niDa0AStHe3Robsx8qfBq0WIwBJ+fDqqDjkNlK2JBjULI0n36hJYshzBpA5DcEYkU0/+IvR9GPSKFkV2ydT9xff3TbDmshcapaPAwiWAGJ3fBo+KF0G2ZJZM1ugumPPEA1V52EECS/rdf9SyBhCgDaEGTGImHwJfgUUsOg2XYt0R3n0S2pvHHwnifi04NnUPKkwfjfIC1fh6zdtlcpqZw3x67qhvnog1sVYfAfX1ROtafaypJ+0jIERg4ShJPVmOo6ZnJTxe640LVz+jhFlXdJvcGw1NCyX7gp8cYf4Cywcs6dIXD/t5YV2HPCqbOCEeLIk7F2fZhyHmO9EvVlBJ/G9ljeXrwZLWDJvJ2UUCi7IzRuW0kgBtUrRy2jPUoIUILHNr7kf72wnVdu6I0Lp27qjvy0+Fl8EgDxb1LQt67hBr9RFQX0+0rom1+ghQT0Qg/QikTWDxR7egGTBm5kX/eIYL63bAe8MJhEZ0wIzn49kPYMpf/AWWM7A2OotBL6ahXXLuGsp3H1eSBJak0EhgEbCQqIr2EKANofbMdUYdKV+BRTaOmIgIRGXPBR0VfYmSwKK+FULPHWKtPgLq64nWNbFWHwHqiQikHwFVCCwVf3/EQ9/DOLh6G66/zgvTrk4YMbch8vIwm7/AchP9K+5Eu5sL0FV1DiwggYUEFh7LlooSAYA2hLQK/jUBIQLLqx2tMNjuOL7BEH22vYJDex9MNN6Mpvt8YfWfsBGRwCKMm5Ba9NwRQk1YHWItjJuQWsRaCDVhdYi1MG5UiwgoQyBtAssGZG2XBXd9X0K3UlN0HtcfrZqVRXZp4BFeF3+BBfAeawHnn9NwaoElDFUksqhGYDkC57ZH0Il5WZuzWCd0RIjXUqDCRCBzEaBNSuaaL020lq/AIovBUnDpcwwxngs7p1LwODEA71e3xhTv7ljnZ8crErqMKQks6ltd9NzJvKxfrm6KrotqYv3DxTARsGFW38jV3xOta/UxJ9bqY009aR8B/gLLB1xashQ715zDOxSDiXUP9BrRFmUM05ZNSIjAEvM1AHYdJ2LDK8XzlhOW2B/oiuYQKT2xaRVYIr4H4+sfQKSjhyL5ckn65eIG3jwSjFLpnUUIEfga8hu5CuSESMVe3506dpKMRSRmV2Ka3ge9QYENlV5jVFDDCNAmRcMmNBMOh6/AIgvY1fOTF8yy38ESk5mwvOWFGtiLMfl3o99XStOc0ZcBPXfUN0OqZf0AM+q2xcHwSFhNe4VZtmnbPKuPgnp6Ui1r9dicWXsh1pl15sjuzECAr8AixgWssb4OY4HBbJNjIkRgkbX169NHhEcrajkH9IrkS5pdKIWJESqwRH/3x9LJPbD8Wmhc62VMZ2LxLBeY5OORskfONr5Bbrmq6eX1TQJLZribycZ/QoA2Kf8EO3UqR4CvwCJmarxv/0p40vYunLp/gIepMxpe98J/r6ZhUO1gTP28DhUFECYPFgHQBFah545AcAKqqZJ1xFlHNB1fCIudHmHchTQWhQAAIABJREFURkv4+A2DHvu9cmXb2nja5TaWDiwisZDzchl8aSiObbEFgrwwfoATTr2IQpbsFTBojTccmxSAz3ADbI7pjTzX9yDEbD2OLa+O/eNtMevgC0SxNko0nIVV6/vDiHnJiCPfxX0WnVUPjbuY4XVADaw7OxJFEYYL7vaYuPwcvrHNtHw9AbjSVEWVrNNkiBZUJtZaMMk0xH9GgK/AAnzAfa+77Gmc9BKhBGp2NeYVe0XWCn+BhXnS7L+HwGTssOxcCdJvKX6XIIFFFIEtY3JjV84dcGciS3ldMWJ+3YXX7A5Yzo4wnVzSHzn4mSEpzVdgSU+vbxJYBEwgVdEOArRJ0Y55zsij5C2wsDTNcyo3w/53eVG4eG78CH6PnMX1EBYcBguX51g0tpyg4ZLAIgiboEr03BGETVAlVbLmRJEDla5jg8Nd2JX3QMsLx2Bdgv06trEtBp7sg+PbbZGdCS7rO9fCy+5v4Nb1GiaY9EYul8twsSmCiKvjYN39PZzvbcXP8QaYdt4Krrvno37xgghaWQdjHoyBz6b+yCN6gAUtWuBRxwBsHGWER+5mGLC/BdZ5zUbV/GHYN8IMix6OwAEmsESwvntuboxNhyagYs4wbBxYGScrncUOFy6HhXovVbJWr+WZrzdinfnmjCzOPAT4CiycB4u72SLcZYma5a+fIZ+Qw6AbptwaySt7kKwN/gLLJfzPfDGOiOTtiML7kHAULtoFO684ohGPo0EyO4QILFyMFQeWlrnzBS80yxpPJSZmO4Y2OMrSNW9FIwFOLHwFlvT0+iaBJfPc02SpmgnQJkXNwKm7JAT4CyyXcWL5K8QUkv9myoUy9VujUqmcggmTwCIYHe+K9NzhjUxwBVWxjv6xBUOrbke7WFHl2Nhi2FzgtETI4D4bUNUX/e7tgcWvdehT5xwG39+KegFDYTG+OHbcdkUFyQheYollQ3x3eo+ah/UlYg0noCi6OFFl5MOZOL66IpZaNUBI/0DMiz2S9PNIPzSfVwv7z7bH7mQ+48SXooKpCauoKtbCeteuWsRau+abRqteAnwFluSs+3V9KeZuMMXUlQ0hJOEjf4FFsSUhPpPR4YItrs2vJgikIIFFdAZODWaj+fGTaMO8V2RX9A939G5xDxMvr0MNNQgs6en1TQKLoOVElbSBAG1StGGWM/YY+Qos6TUaEljSi2zSdum5k/lYc8d++h/rC+8D/dmxICDikiMs+mXHGkmw2whs72+Eu1ZBmJDFBranhzFhxAqcEFLP4WSSwZqPvoT2D00TCCzRX09gzoAJOPwsEjosBmDMtzDkarJeIrDIRJmp7WIkbckLLLuYYLMxMGGwwqzRnbAm0AN1BPxSmZaZoXWdFnr86hJrfryoNBHgQ0BVAosYp+FWIgDdgiZDiE+hqgQW4Aw6G12GXeBEXsFtZcyECCxcXf95BTDqRnvMcZsHEz0xosPOYvbU3nhZ3R9+zo35TElcWb4eLNwRofTy+iaBRdAUUiVtIECbFG2Y5Yw9Rr4CC+fuODq/DS4mckVNPEpddMEyHgFvSWBR3zqh505mYy31PEksZHCj6OoeAk74CNtji84+lrAVuSFiUBBGNxHj1/HEHizx45YdN5J6sEgFmmPG57B+ojE7ZgTJsSAhHizqI5u0J1rX6qNPrNXHmnrSPgKqEFjEkX8QdGAanJ0Lwu35eCj2VUyZrUoEFmbHy0Mz0HBSQXg/cRIkvAsVWMTRYTi0uj1m7g3AR5ZFKEsOQzTuugLuw62RL6sA9xWGi7/Akn5e3ySwaN+zgUasJAHapCgJioqlGwG+Agvn7hgeEobIVC3SRQHDglA2zwkJLKkCVVkBeu6oDGWqDamC9Z+HLmjTOhSzn6+DuVxqZk4Esb/uJAlmmy3qEOwq/w9XYBOXwlkcdZHFYOmOz/1OYfVYY2T7/RKbJy6E4ahV+DOvkJwHizRuy/H/DmKrqzmiwnwxrctQ3K66QeIJw8V46bGZBbVNJgZLl0WGWHLWExb6LNTipSlYdLod3FzMJUKNOi9VsFanvZm5L2KdmWePbM/oBPgKLFJPFVdcT/TDlwgF0HH1Lgxol0fQkPkLLGdgbTQDhyH1dpRdIhig00x37O5bTJAdQgUWQZ2lUomvwJIeNnBtcntmEljSiy61m+kJ0CYl009hph8AX4ElvQZMAkt6kU3arjqfO39fLET7FksQomB4WaNbs6Mk63j/osW12aHpE8wIXMu7rvooS3tSBWsu3oo7C8x3eLFlAvMjgz1g0/AQ+pyXBrvlynlkOYBD883jykXKZRESsQxALRw84TrSHGdiA+bKYrD8feIJuz5TcfWTCDr6lmhv+gz+30ZLAudmiwzD4ekdMXXHS3BZhOrWzIO7H2wlQW4TZxHKW7YTZm1agSbMHnVfqmAtbzN3LKvroppxgpW6x5OR+1M164w8VrKNCKibAF+BRZF9Mb8/4tLcCbiYbwomjCkjaAj8BRZB3aRaSajAwnmw3Ly0AYf9byfIsCQS18dQVztUFuDEwldgScnrm6+ntzwoElhSXTZUQJsJ0CZFm2c/Y4ydBJaMMQ/qtOJfPXdUJYyoqh11MP9XrNNzbLIYLP8ikG1K41It6weYUbctDoZHwmraK8yKDfCbnlwzU9uqZZ2ZRk62EoH0J6AKgYWzMibqKGaVvqHGGCx/8Dn0G9hpHAVXDugVyYeYT9+QJX8+5OTh4ihIYGFpmr2nFsP4C6VQr0k1FJSzSJ0Ci2Kv78/wG9kVQW38MK5/OaU9vUlgSf97j3rQEAK0SdGQiczEwyCBJRNPnkDT/9VzR7EwEoYL7vaYuPwcvkUDJRrOwqr1/WHENl+BPsPgMM4Xgew8GudVMXXrdlQ4bgqbpe/iRi6LQSIQRbpX+1esVTmw8OPjseBFT7gOrons0S+xcYgFfAy94C3nKaPK/oS2pUrWEWcd0XR8ISx2eoRxGy3h4zeMBRd+h5Vta+Npl9tYOrCIxEzOy2XwpaGSY1qQ8xbKkr0CBq3xhmOTAuDi3WyO6Y081/cgxGw9ji2vjv3jbTHr4AtEsTbk17w48l3cZ5y3UOMuZngdwI5nKfAWkq8nlJnQeqpkLdQGqkcENJWAqgSW349XYUzzMIxQW5BbxUeEuHnKCUvse2OBDaVmwmCtP9xbJTxGlNJcChFYuDTNQ8xXo/OphFmE0rpm+HqwJNdf1M+1cDB7CpeHCyHE4ZM8WNI6k1RfownQJkWjpzdTDI4ElkwxTSo18l89dxQJLFx8j56bG2PToQmomDMMGwdWxslKZ7FlyHn0rrsRbXzPoG+VGDxe3RV9N9bB3iuuMNSyI0IqnXwBjUWHX4TnpElYc4wTBHRQpeVszF3eQyKCZaRLletaFgR4g8Nd2JX3QMvY9Njceh14so/k6FR2JrhwsWtedn8Dt67XWLyb3sjlchkuNkUQcXUcrLu/h/O9rfg53gDTzlvBdfd81C9eEEEr62DMgzHw2dQfeUQPsKBFCzzqGCBJmc3F1Rmwv0Wy8W4U3Stcqm51X6pkrW7bqT8ikNEJ8BVYxLgAd7NFuCsXg0XMntafQ8JRpfcqzJ4rLD2yKo8I/eI8VwoxzxUB8AUJLMmkaRbQfYIqqhJYIr8uhb3RBQznkQxC3hASWNI6k1RfownQJkWjpzdTDI4ElkwxTSo18l89d5IKLC+x1KoBQvoHYl7sEQzZ8ZO9hwvCtdpsFJ7hjem2xuy1/jfCP0cgd9GCEJPAotL1oCmNqWpdR//YgqFVt6NdrKjCxbbZXOA0OCGD+2xAVV/0u7cHFr/WoU+dcxh8fyvqBSTO2CTN/PTd6T1qHtZPkBI7MW+hGZv+5VEtVbHWlLVH4yACqiTAV2Bh4cVx3+tugjgjQF6UszBBcQNlUw0kHYHqBJa3cG26Ho1Ou6ovTTM7InR7QyOMv2cN+5ZlEw5OXA7129SBgRpisIhFl7Ft6HI8lbMg5mcg7py9iJzmG7HDqz8dEVLlzUNtEQGOAG1SaB38awIksPzrGVB////quaNIYFGUfjhrdCcW/NYDVZ7vx/zxC3Hs3hvkLNcaw6cvhI15AVAMFvWvmczQo6rWNXfsp/+xvvA+0J8dC2JJrC85wqJfdqx5uBgm2aUpre9aBWFCFhvYnh4mybTEiR31HE4mwWQ++hLaPzRNILBEfz2BOQMm4PCzSOjkYnESvoUhV5P1rJ2KcaIMl3qbu2Qiyv6z7bFLQapu2b1SByK1TpGqWKvVaOqMCGQSAvwFFunAfj4PwNFdJ/D2owj5jerDsk8zlDYQPmghAsv1TePQd/Ur/EiU0ehHyCfkNCwEnRgLbL3qiEY8nlmCPFiyHMGkDkNwRpRURcka3RlLDnnAXC0CSxBu7TzHJLCEV9a85VG3VR3kzSZsfsiDRRg3qqUlBGiToiUTnYGHSQKL8pPzL38xVt7K1Ev+q+eOMh4sMuvFv8Pw6YcuDApxDsUReL1nOLqNy40VTHip+WKRVmURSn1GhZUQi1hq59JzYHEiADYVfOL+27a8gF2nMBNUWks161rqebIxMKlgIYv3E7bHFp19LGErckPEoCCMbiLGr+OJPVjihyY7biTN2CQVaI4Zn8P6icaSVNZCPVhUCo9nY6phzbNTKk4EtISAEIEl9LArJgw7BT2LGvh+9iOKWOTCiysR6LppO7o0FHaek7/AcgY9jDbBcN00jK0RnxpajCDMt9mLBrtHoyGkwW75HBUSIrCk11JJyxGh6B9h+Pw9AjnzFkc+YZmz44ZFAkt6zTC1qxEEaJOiEdOYqQehiQLLz+f74OI4Caee/GRzo4PSjUZi1rJRqFYg/hdhIRlQVCGwqKKNtC64f/XcSS4GS5dFhlhy1hMW+szR+dIULDrdDi6dD6Fjm3uwP7kHXcrnwNez49G+708slAksza5i5O09aM3mNCNfqbEWsxTIRxb0xZyNtyRBfnWLWcJ+ngf6NEj/gSkrsHACgcuxeDdzUXY9VG09E+4LOkFf2L49XaYsNdbKdPrnoQvatA7F7OfrYC43Nk4Esb/uJAlmmy2KCVOV/4crsIlL4SyOushisHTH536nsHqsMbL9fonNExfCcNQq/JlXSM6DRRq35fh/B7HV1RxRYb6Y1mUoblfdIPGE4WK89NjMgtp6zUbV/GHYN8IMix6OkKTEjmCfKbpX3FzMJUKNOi9VsFanvdQXEchMBPgKLGK8wWbL4RA77Ub/dlfhVsKfZQ6agVLXl2L8WH1M9+8D9vXK++IvsLzFOucbMJ/dCdUT9PYBe+ddQqUJif+unElCBBbuaM6G6R64p8C5T51ZhLgRRoUfxqw2Njj0kNuTSi/9svZwO+YBM4EeRiSwKLd2qJSWEqBNipZOfAYatqYJLOKoExhfZSjEE/wwuw/7hTj6HXxd2rAsKKMkLv85mCt/83m1JC8sRXnOgyrEEVW0wdPsJMX/1XNHmSxCect2wqxNK9CEhdVPnEVolIcHerMjQix3C1Z2tMTqe1HouTIEE62Uz0aQVnZ866fMOgI+jlUx92lfLF0/AXVYYpq3l2Zh+IA9aLblKUY3TF9PEj4Ci4d4q0QA4K5foScxx7YvXjSTxiXJKJcq1jUXb8U9ZjsOL7ZMMKzIYA/YNDyEPuePwZqtTa6cR5YDOCSXSSlSLouQiGUAauHgCdeR5jjDBKoDla5Lgthy198nnrDrMxVXP4kk2bHamz6D/7fRksC52Zjgdnh6R0zd8RJcFqG6NfPg7gfb2OdVwoxb8veKuudAFazVbTP1RwQyCwH+AsvpOFGlEhT/t5AnNX+BRUr4x4vLWL37JO6xo0p6RvXQt3dTmBQSTl91Ast73D55BwYNp2PGbDtUFvAVy9eDRSwKwqZWJXGhwgHMn8N+lGCeK9E/7sB7VDtsfTMJG4/bJUghrSwlEliUJUXltJIAbVK0ctoz1KA1TWCRvcS7sF+gZV6xksCU1TaisMV9HD8n/SVeBCNMOh4A3UXyvy4n9HApkihlakovO/EpU6VHDN63m4XPuydLXqLylu0Hd/aLdPCkeE8AWf//4jgGPXfUdwumxJpbq+2bn8D/Yl/aZVbJYoDs8fgBuwYnMOjyQbSVqIHSNMHBfQIxy/ZHMumtpevvSe1+eHVwC4rZX4Jn/yB4jBqK9efCWRs6qGm7AStmW7IMNsodEeI8WOQFFs6S+GMtVvhwdRGcHRZJ1rp8euKzE5kIkdMPe6fVYDUisK1PaZyqfTVWaIgPAiuLN5LWWdHEdZ0RBFlF86KJrNO6/qg+EVAVAf4CyzOsqrsA1bzYvqfEKYnY0vXVZGCrE5bubYyFft1ZyFv+lxCBJeTwdJjZnUah2KNKRhY5cefKb/xvwxbMaiDM106IwJLcaP88GI3OnjWwfwn7wY0/EvAVWGJEezEm/270/OSFOnLxVqKjt8JJ/yD6URYhAbNAVYhAKgRok0JL5F8T0DSBhfNu4DLTHMrzP0xzm4hGxgm/QhO/sCSMj5BQYPkiKGWqjuQFd6/OSGz0YqmHs7M0rK3j07BmhBcmeu6o765LiTW3FprNqYLd58czuS/++n3DBS07h2JB4HTcZ8dJnrI0wFyWpajQ+Kw1Zb0Up7fe4SJbf8OwZM1QGOsXhK9jKfiUOIRtbubIwjZzDnVGwnBRCKa0P6hUDJbEAsuvUHaspeNQ/B16C4u6H8PQastQa9cl2JvnQIhPf3RwzAaP556ozoLDtphaHl7MW8yAEzmrT8LLSlPh4zcM+eWy8TQTsvNXMIWasK7Dj49n3nY94Tq4JvO+e4mNQyzgY+gFbzlPGfWt3uR70gTWGYEj2UAEkhMws5jyOzsSengCFvi0x5w1fzG3hCuusyCzeYo2xUjvmahTQoCrBjOMv8DCsgU1c0DImO1Y2/YarI3Owj7QFY1vLkd1dlTp6OleKC1gylUpsIiz7MMQ853od9kLjQRg4SuwiEVP4WHWC+W8rqFNqfjB/3k7F8OsYzDvujOY8yrvizxYeCOjCtpEgDYp2jTbGXOsmiewAFxci0vrnTB3xXG8+a0H8+4zMW1KJxRjUdWUFVi4rB27k0khnNpnXLYPLj2r7Jd5+V/7SWDJmPdBelmV0jOe81TptbNjkuNq8kepyu/pjC4HbSTHR4JYDI5BZ/rg6JY6WJnC2ky8/hKPTSYqbhh9V2mBRT4GC5AHjUduxpyRdZP8Kprg2FFpFji3vCfaMQ+ceuds0e9GXZgdP4PafgfR5GY/tF5nGZepRxX8NeH7NDr8IjwnTcKaYy8QxbyNqrScjbnLe8BI2A+/qsCqsA1NYJ1ucKhhIpBGAnw9WBJ29wffQr4hJld+FCggPEUz1yZ/geVMnKjSHP7J/Df/jGeCBBaWpvnLxzD8kYMj/hOEC9sGY3ZAK3gdXIhyahFYgrC/Vy24XzNCvSYVY+NlReDl2QP/Z++8A5pKtjD+BQR7FxXL6trb2lbEgr13rNhlLahYUFGsT6zYywpW7BRdxbb2sipW7F3XvtiwYkMBBfJmEkI6yb0kl8Cd+8/bR+bOzPnOZLz3lzPn4HvhXqiUmFTeSloXrmvc8auRa4cBFiOFYs3EqQB7SBGn3y3J6vQIWFT1jX59FVtn94ff8cbYfH0xih9Vz8GiL4JFURZVFZQYUzJ1VbgnzqUSYHn+31PkzWeHLNmST0/P9p2UfwNNobWhCJaF4Wvwe1QA3CrtQ8/bmxExtBieuLwj4O6Rzko3tGSvrvX3434gRo+agasvMsrKAsd+jER5cnSIC2BRHBFS5DjKvug+mYf84f3WVldMmn0ekZltkYE8zn56n092/K57qe+yY0FPujxH1UMV8LjXY9Q+XhZbi4Si+4sGsv9d2t/wb3em0DrlHhdHD0xrcfiZWWnZCnAFLFLcxi6PXSTVrfYlkVZC52UdQVJHcb64A5ZH8KizCJW2rcKgIsdlgMX98UTkDvRCp+1OuLS/K69oDT6ARaqnTLO1bXUMmBiAAVVzc9aD3sA9giUMgW6+eGBgNAZYeLmD3cQU0K0Ae9FhKyO1FUhvgIVW4ei9tTl2HFYmsZXGbYd76SWycrTtSEJR1SS3yQEWLhEsSj9q55YQIoIl8sM73Lx+DZkzZcHvNR2RwUb/T95s30nZt85UWhvKwUKTMudJLOt7mSTli5z7EKPuLUY1G/kxuAjXcNnRIfVLc/3dwYxabZAw7gapVpNT1pRPBItqDhbVyJvctOpOBxKtFSavAqUawULzC9Hv49A7Dqh88CU6X/dH5Usj0GZFPjR8eRhl/CmESf4nRFNpnTKPi+NuprU4/MystHwFTANYPuD+gcvIVmssPAKcBQIsQMSBSWi+tw0urfqBHr/MwH4kkKNKjbByx3S48DyqxAewmMvLXAGLuebBIljMpSzrN10owF500oUb07QR6Q2wxH8mv/j/Pgv5vfdgevdyJMg+BjeDeqD/tGyYdysAtU73Q8PJhbHxog8qEgZxz68u+oe0x5ZD40keDHnOA/9nY5PKonItmTpzih2WG4hgUR3fFIsn+vs3XL4QhvgEUueXXLlz50HlatUhkVjp7D4t7Du6Kw4ZVoseD7t94wvK1ShultK1ptVaWUXoz03j4VBQiuehPrIqQk4rb2FCCzk8oZEutYcfQ1HnwKTqNhRc6CrZq73+zmJcWRdSVesK5pBokZibyzGolw8yD+AXwULnI49i+QO2059gyi+eqNfzDaaHbUYbAlguruuMkfM+YhSBmRSeyCBSsyWQNl+XWIXoLLx+64YT1m4Ivu6N0sm41LRaG147Ym7BtNY+Pqq6Hsy9r1jy2vv26Cqe56qOcimoAiPbx5L6MV2C6/gPV/Hvx4qoWIpPulLLVZ0rYNFnSdTJWRg1rRjmCVamWXUmsfjw5gt+ZMwJ+xQeVeINWMgxoQenFmJZcBAuvf6CnAXroHn7uRjRqhSvBLfUOq6AhSa5HZ3TBWdJThzNKws640+W5NZyv4hsZmlXgbTwopN21WUzN0aB9AZYqM20XOpMD2/svkarpgB5yrTC0OkL4UJK/CZE7cWExkNw+F0ZTDpxEl3zXcaiXp0QQEr+0goondvlw4FL9WSApYBGydT6nR3w3/kq8JeVeNZXMjX5CBbN8V2K8zgErOLY+Lg4XLl4Ad+jv6m5+5dffkWJ0rpfX43Zd2SVYcb44uKrn6RfmgvCG3OWuqI4yWMjxGUsYNFs9+P+LLRvcQkjkirvmG625tCavrgdWNAXczZcwxfCx2zy1cCAmZvg3oKWo5ZfimM5hdb9p1K62fj19ybUCwPdghBOXEkrWtW3X4tHJY9i2/RnRudg0awiRAGPy6qaCDw7Av9N64AJpKwwzRnyW88OsA76B07bb8OtBl3bVzC9env88HpKKh/JgZGuEseaXjKH1sauBHkUzlCclSi/mxKbgqjTdxbme7VC9lTOh6IZdWesXfrapabWKZ17cvfTSKsui6pi3V0a9WV4pOTyY5lzXzE8s5S20A80NNe6xDobKjQZjUlzh+A32RYUjZABxRBUYC92+TgmMxFD0ES1HzvZEUfV47fGWqjpo+uLHeBxbhh2hdBov/RzmQqwxP4XiJmdP8D1igdK8ZCH+xEhOkgs7h35C7PWHMXpF9+Ru3AltO81GJM7FQLfxwe+gOX6hkro8VcWtO02FE4kCd+3iO1Ys2k37DpfwPYRDjwU4Q5YpOQ79CkiEvRJSnl9x03ffjhtH4DJI0qSfzm5XyyChbtm7A4RKWDMi46I5GCmpoIC6RGwpIKMqTbkzWtXEBn5Qef4lX6rgnz5tXNcGNp3ftxfiM5tt8BxbiC82pdHhtg72Di8AwJ+zsLfJNmqiYq+JKsZX8BiTkeYQ2tzzjct952aWiteOu19XyUlqv7+JgSeTT0QQyJ/NoxSrfkkvMqmBiypqbX51JMfjdvz6SdaTlPCveTGs4QE5ObRwzBgUaz1hKg72DmxF+Yk5iyjUZ7GXYYAi2ovXNqqj55+faRuJ3fAIk9sG6fTWRmRwz4H4t59gXWuHEjm9LDW3XwAy6U/+6LJ+qzo1r89mhS1xbfnJ7FoxSnk6+uP05PLGLecNFrxASy0WtAwx/mot/MietgrYfnPN/PR0fkWxocFCFJFSJ/BtEzz2DI3MJJEeRqb2Fa1LwZYeC0ldpNYFDD0oiMWHZidqacAAyypp31KRw5/8hhPnz7W240VOSL0u4MjsmZXRyKG9h36Arc57z6EkLK+iuvnSz+41D2KAbLIEPXoiTyl+8En2Ad1yBER+gDcaG42dP/9FgL3PEa8dR60nOSPdl//xATfUyRKwxZVu6/Hcp9GsJK1tUHTEuew79RnSEhb51nHMN2lgOxoSfvG9zGDJHqtCQlkETXDF+Hiewls8zbC1IAglD5SAy5LXyXNscuyCEwoP1/vfdZZS+OPhbsxkkSHKPpvN/0rtsw+rTYvXQDJXFqndA2kx/tTW2tdgIXqrJpLiUbJef3hiX8eyyPfBqzejRENc8ny22xK6I1sl7chwkF+LEoWQTScRBCRIDPVNSj9+Qo7vbpjNvme0OgfxfciY+La11ybfnOiMF4lsiZrUS+tClRc10Nqa811vsa2jw4dgcZe+bDY8x7GbWgkKw2uiHCQxt3BhoG94XfqrUz34k4TsGzNYNgdJ2XT5xfGAKfTWEkisuje1WridsztX86o/ahVdl+VPZLO9BVWtPkdL/uEk+itKJxZNixxDwSKOM3GynWusH9G9rkmF9FgjDX2K/bHHiswqtZueI/dJ4s6U7SllaT0rRm6l+qa+4wG+2RH9CIShSuYdFRP/gfda10+79ttr2PF0AJJOZsoWFRd93S/pvroGmPfuNsyu2r2/g97gjPIkl5nWZQPu8peJoAyXhbB8rCeGyL+8sdjYmOuSm5YvtlbFjWjLy/a4Aozsfiw/CiQhBzopX1WOVADHndnJh4/TP7fJX2+NXZNCdmOK2CR4jhmJZZm1pxnJjRmAoq9AAAgAElEQVTGtBcNsZt8XsT/LPq0SjDaFO6A5QR6FNuGxmdpklsl1Ih7GYQ6dZ7BJ3wCmhLvcb14ARbJCXjWWo42Z0LQxFo5YkJCEAbXPYnhYf6owiOAmOsRIX220jLN/X+7jLHsiBDX5cDaMwUMK2DoRcdwD6wFUyBlCjDAkjL9UvPu71FR+PHzR7JTyJo1G2xs1QNQk993DP+6SI+HKHLT/JYvGtcXN8PQPV1lL3vZyYN+neEPMWbXCfSrkhERO13RZuxRVHI7gLWeVRAX6Y8htZbJjpD0etsXdYY9w9DAXRhSNxci/nZFJ48IeJ0+jDaxSsBS7cU69Km3Hq12y/t8FdgRzr5Vsf2CN+w1QIwqmFHc5xR4AMNJ/1/vzkLPNgfQi+QH6SRZIHvxKDJsP1aOrIrYh7PQhXz2R2LuEE1RzaN1aq4eyx07tbXWHcFyDHO698XjJscRNOEDxlfrjcxTwjCFwMDoi+PQsdtrTCI5nr552WHa6Zbw/ms+6hTOjVxRgejTMAit9xxC34oZZWuwa2v5EbZsS0tgduRsbFnWA7nJCf2pDbtBOuopvB2WJbs2TRnBktpam2sVJiVyHk5KkZfyQ/Mzh9ExsYxK6IQSmP9pMbb6OpOC45HYMbwyNuXcga0NV5BcR2HotOAUJncugPdk72o/OgP8Hq1FNQpCEoGv/v1oEI51qo4H3Z7Jkk/HvfFHn5qnMPB2AEqEtEHPTfWxce94lMkUiQ39y+NY2VBs7EEByHLUmiNfSzFkfXRpuxLSpgvl6yKOrIum3fCTrAvaJ527rjUzKccgvXN3JEmx9R3JSQ4mjrw9GUfXOKsADxus61odob+fxLoJ5RD72A8Dm25A031XMbDiY7UxFLmXCvYLxOzBVZE/b24cGmmnBli223ogeI8y99m2rP7YS4DkQQIp5SBGHimmGrVC/31RTVKvCj0N/bukz7eORkfpmGu1avfLFbCYa2bcActVuJb6G13+nYa2GZSzksYdRueyJK/YY0/ZDyZcLz6AhY4RtqwMliT4Yl7vSonHk77jenAnrIleiBUDKiVOIzNy58tjdE4WroBFKtGuIpTwLRw3Qs8id7PdWLe+AzsixHVBsPZMAUMKMMBiSCH2ubkVYIDF3Aqbr/+oLyQkOF53ULBi1MyZsyBjJvWTzykDLNoVbKRxJGdF6UmolghNVB+AVSs4ySvGKB/2Pa36qD0s019815EXlLBGF7C89fakF5rsfk5wPz8CR8jxJPosrFqphoIS1UgXVcCieR/VhL54BRQ4hqA+R9XuU53X1Lbav/CZR2vzrY203HNqa60zBwvJTVGpzTwsW+CMzCfc0MCrsEqSXuWarro/r9rLIU2iPfLmONmLqupFxxhVfBIqJuWqUUbIyH79V4ne0lybpgQsqa21OdZpfNRmUto8CG0ToQrN+bMp13EETykn2ztGFZ+DGgfPo0859Z+vNY+f6NtnktuPml91Ruc9LrK96gUB0QNO9MGhzTWxQqPql2Ksret/YHDjB0mResAdzKvfDLFepDJX4j6kWvVL35rZ1X6L2l6qXs1LHX5orkOab0j1OBz9nIKL/jt6y6D5xSTgkR9BrsWwOWE+Vi13xa8k1C/mQwR+ZLVHjkzqEEfXEU/lupVHsKjmYIm5MgXNO33EwnA/vB6anwdgKaNVWS3Zf5dkeZbmyCoLGqpkZo41aqhPvoAlOuIOjqzbgafvJLCxq4TWA9rgV3s+GT7kM+QOWIBTM3piqnQ01g0pjsyyXmJxafVkzIsZjhCP4ommZ0SeAjmMzsnCB7DQI0IDHV3wD6lilNyVBZ2wOizE6ONC3AHLC1zbcgpvVSYR9+E0AajH0WHbfXSrYmg16P6cHRHipxu7SyQKMMAiEkdbsJkMsFiwcwxM7dnTJ3jy5JHeVhLyS1F1h5rInkNenldxpQSwSCVHMKpkf+QlR3OUIEI/NNEs25s8YFGGh69upwJYltVUOwqksKPnigiMKa1+JEj1wf7j6HxYFB2UGD4uv0vxi6ehl1hNUc2jddpde+aceWprre9XfYXNiqpOmho4jj6HdndrqAMW8qKqPMKgvEMXxKGfZi/theAVmi/d6i+vpgQsqa21OdYRTW7rergv5GXOSZrWcyPQoJ8NVpNkt1Vt9b9YGw1YktmPxjltJHBnH3re3oyIoaQuncs7sk8+kgGFDeHqv9xbxztj6fHimKMGWLSjTdTLqqsnX1asmY0eV9F3XvWkI2OmACzaESzFII15gl2zPLBmz1W8ITXAWrvPxYShtUherpQBFtV9mw9gObzaKoX/LpljJfLvkw9gebN/PMYOvg77+vVQyE6KuPePcDn0A1qs2oo/2mbjNRnugOUEOhaTl2ZO7sqERtgZ7m30cSE+gIWXwUbcxBWw6OuSHhEa1OI9fO4u5FVCmwEWI5zFmohXAQZYxOt7S7GcARZL8QS/eSSXoLJc+YooWKiwVseG9p3kcrD0v7AUj/rVQYRruCxknV6yKjcVxqB0sPzYj1oEi9YvhSmPYFE1SKuKkMqRIV0RLPTX7LXZDnKOYKFjmkNrfl4X7i6a8yF4yCwUWLQCTZWFjcw+gdTU2hBg+X5EM4JFKYcm/OASwaLoRfvXf/MBlvS3ruVaacIMaifN0fS/dntMHsGi/mWIlkV5XHaajsi5DzHqHq1gpB31Z6yvabvkIlgU/SQHh7qX4hrBoi8HS358eh2DLOS4jy0JJfz+JgCe9Seg2J8k91VLOURSRKVYRgQLl3+XzL6lcRqAK2CR4iFW1pqMIn4haF9DCTe+X16KscMywvvCUGinuzc8Je6AxXCffFrwASxSyUtcOXgKL3UNKC2JOq1LkfxYochYtRNK5zA+GYupAAtNcuuZdw/6sRwsfJYEu4cpkLwChl50mH5MAXMrIB7AIk+AN5Vks39P0pbQxJTtpqzC1D7lZMdOzHEJUfFAX4nVQoWLoky58jrNMrTvKKoI1V+yH6PaFoQ1qSyhWkXovYEcLFwAC83BMmb3IVlulTfHR6DHgAcYoSsHS/0FKL/kArw75EL8h3OYP/kI2i+dhtIv5UkiPa5vQysCALjkYEnuGIYu4cyhteY4b8+RZL5e8vLYtGSq4lhKXnMt0mQXfjT+HvE7/i61E2s9yvH+ivD5HgihtT6DDAEWKcmLMb5aN3zo9w9WjS2HDORX/U0TFsJ+1ErEzlMk8pTnj/j5Yq16Dpabs9G1/cWkHCwTrw2W5aEonika9wNHY5v1RIyvqYzekucr0AYsmkmoeTuH3JiaWqdk3rrujb07Ba1bvYHPI3+o5tagkWvDLnvi8ObuOKeagyWeAESPmgjJuwOBTgQi6okCUT2KKMvBomc/qkhOYyoinIo6B2L/4kayadL8IJ0X2WNJ6Fo0IMnA3577HxYdb4v/9TiNLskcB6P3qkI7moNF15oZk3OqwSNCEX/cw/y+6tGMmmtdVxUh5fhRpDJTc7zvdw6LSHSOddRRTK3vimw+SsCiGMMYwEJzsGwIITlpCIDaMKgBdthtlulFoWT/kPbYckiZn8X/2dikHF8NJxfGxos+oBWOuORgSf7fJVOvxJT1xx2w0CS3J9H1xQyo7tTy5Lfafzd2dmkasFgdwMT2g3BCog1PrOM7YfG+zjjQ1R35Jv6LkVXNB1ikEu0jQhT+XFo5B5cSpmDzqTEkBxf3i0WwcNeM3SEiBQy96IhICmZqKikgFsByfZkT3P6qgjnrFqNJuYyIur8WHl28kW/KXcxzUX/oNJUr+LxY8hk7+vs3XLl4ISkfS86cuVD19xqQkCpCui5j9h1Z1Z4xyhf9Ck0mYs5SV/IiSHtMvloDF8CiXkWoGFwW7sSkDgWTrdpB4Vi3+Vtl7ejL54oOjbDqVhx0HRlSrT6kq4qQokqRoRwsCh3NobWib1qpqZtTMBpv2IkhDSnYuoJlfTviZKnt2D1fWdGJzxrhcw/Ni+A8xg4bSR4GqjTfi+/3wJxaJ2eLIcBC79WsptJs+Fp4ezjihEaCTtpWtYoQrYA1ys8PvR1zaVSEIdVi6o3DvD9HoewH9Qpammvz05GRaDtsB6QlvLDjcMp8I8S65rtu+NxHI9SWkSohCrCh+t1ycdqLPgTeOhdUryL0W/slstw6mY6qJ1BNLteT6r6ivh8lRvRVdEOhdf9htJPixU19z8xewhmzNy5HHZVk3rpgGp2/KmBRryKkXDMlzumfO80x8i85NtVz/n3YtV6Hw34tk6TVPKpGoW6FJqMxae4QWUUfzfH1rXtaeU11jL2jNfMIqdqhXUWoUM1xWLBqlGzMBLLvLerVCQFkT6fadm6XDwcu1ZMBlvxRezGh8RAcflcGk06cROW/ja8ilL4ByzNsajQWeRZoR7B4jc2L6Sf7gHA9zldaBiycjTXyBq4RLAmSfZhZ3g0XVEGP1A7lW/TDgEmeqGBn5MAazRhg4acbu0skChjzoiMSKZiZqaSAGACLItldpa23McxR+UuF6ln97CplVyU2BdFiVBBmD6XRLdpn4pW/mpEM9SQs+nXb2fjw12RZCeHsJfphWYgPXk60w5TD8iM0ipKS5kym9zHyPTnCcg22thlRw7GWVuUg1eVlKfsO3xfvVPqqJA1rLq2pHk3mVMRfp71IEVL5pZr80SHurs7yshR6JQuSNMqlds60XWeJYU1d6YvdcYfbWNpfHlyuWSJWUd6Wjs+ltCqX74G5tE7tNWSJ4zOtLdErbE5iVIBrBAvV6PPZBRjn8hVjEqNY5NErvii2KgB9BcvBYh5v8TsiFIb10/1wS0fRIom0Dty83VHe+MCVJMO4AhbFjQnR0YizyQxblepKKVGLAZaUqMfuTfcKWMqLTroXmhmoVwExABZd4cqqgshD/nsjYfRJzOlfDFYfQjC84TjYz7lPEhS+0Kp4oAlYlKHOd7CgVTPc63BeVmJSaIDw+tVLZM+eA1mz098T9V+Wsu8IrY8ptwFzaJ1Afp0dXXsInjWYDZ8p3VG+oHr1J33lZXeOvCUrY51cOWpFuVS7nHfxv5q6Sww3UVs2ZzGuzDjyC7Gy2godf8bzqQhY5wp7a1LedqQD1kqXcy6tytUP5tCa6xzE0p5pLRZPMzstWQE+gIXakxATi4RMGSF/h49F7NeMyJj840CyMvCNYHl3JwTz/G3Qd2kHVKbzinqMQ0deoWBdR1QvwL2qkekAy2tcP3YDdiRH0gwf4QDL0+AWGOh+BF9gjz6BTzG83d+YUG4TGu/Yh5YV+K1EBlj46cbuEokClvKiIxK5mZk6FGCAhSTr05G0kkIU9wvkzH5QTSzXKCmpCVhUy02qngm3VIBgKfuOpepjyo2Cq9aKKh1+IVcRKS2NNqNIlY6BtZCNVD/RV16W5ixQLWNN56+vHLX2WteO0KL3/wxfgE4NLmHUrW2g4EVXWWEZuCTRMeNIm29edkaXVjWlvqp9cdXaXPMQQ79MazF4mdmYWgrwASxx708gYOQOPM9XD71muKBErts4tykDqvUshyw8c3jxASyfjkxH2UG3ULZlH/it7oBKn0+ic/1pOG2bE19JreJ+K4Kwpg23qkZ8AIs+38XeGY1Oa6tg5xJXZOThYK4RLFLJcUwp1A25lz7CoHJz4e75C/yO/oHXq1rhf7u7wf+gO8vBwsMP7BamQLIKsIcUtkBSWwEGWEiGA3I+vdeWDkklLqlPFC//O0PbYSsDLKm9TNPs+CnZ46Pu78PSKaNxJG4ydu3OiynF56DB0fPQPGJzeHReo8tRJ1di2H+E4mCSerJgmhtCkR/GRWV81RwVWRapJ3dVhWfZydEn1fwH5nJmSrQ215zSa79M6/TqWWaXJSjAHbC8xfaOnXDCuifqFDiGmxknYN7iLFhXn0RENlqHGdPL8jKLO2B5iyWd++Je/70EosipzkWfzhj5cw7CvMsg4u/JcFhaAWeO90JxDjMyJWCRWu3AIMct6BcWgnoCHBFKkGzHmJx/oef7EDjY3MCSajPR6FoIqkD+d1ZFiMNCYE2ZAsYqwB5SjFWKtTOXAmIALIZysAQOPYfOXoURfN0bpROFptBlwGk3FsFiroUnkn657PGhEwrBJ2q9WhLKH/dnoX3zcEx71g5bis9FjYPKIzsKCXVFsOgrR51ciWFVlxgTwUKhi0vdUxjGIlhEspqVZnJZ16IThxnMFEihAlwBi6JakPPTGahkcwWLHf9BlwteKBK1B1Mr34fbE2VeLy5T4w5YTqBjsVAMC/dGU1kFtDvwqDEfpf7ajBElKc3Q/Ny42fACLJJofHwXSQ5KKS9p7AucCRwIn/MtELJnIWRT4nhxjmBBNPa5lsX9Njfh2e0t/GpMgtPlEFR4Og0Dfn+JqR/8UYbjHGhzdkSIh2jsFvEowB5SxONrS7VUDICFai+vIlQTS3b4oC7JbaFaRWhu59vJ5GCxJaVq82F57FqELHdGli/nMK1LF1woux5HVsmT3CZ3REi1pKSlrAG27wjnCS5a04S2HVzOwnntFgwkVYQyxLzCUR9nkiy5DbZf8MZ/esrLbnNPPgeLajnq5EoMtyiu+rTJLQfLIw6lVc2lPhetzTUHsfTLtBaLp5mdqaEAd8DyECtrkaM5gUFoXCocmxuuhePJGSgTdwizi5/TKt9srE18AEuPYgfQ+c4CdCGngH5cXYayw21x6NwQ0BiauJdBqNswAr4PPSGvmmXcxQewSPWUaba2rY4BEwMwoCqf4sgAZ8BCjgjNKd8EO19lR/7CWRH18jUyFc6DyJeRaDDlERaNLWmcCBqtGGDhJRu7SSwKsIcUsXjacu0UC2BRlBaeuuIU3v8AaMnetl6rMLUPrRSkUXZVrYoQ/SwAHp0m4Mx7gJZZbVH9ES5JphkELDRpqWpJSRe1F9jUWxNC7juaZUCp1Rlzl0bHqYoyy/p1MJScOPUUNH5krlq/vbgc0yfPx+nHcWQQWxSp2gNey3zQsAgt/6q7vGxesoCNL0etv8SwZi5ELlWEuJRWNdf3gKvWhr0oL62r2DNoydh2U5R7huH7Td9Cs1qT6UcwrkfTa23cuKwVU0AMCnAFLKSGEMImumHNld/Ra3BRnJt9AiUmN0Lkxq24n2sIlga0Skx8y0097oAlFqtcmyPgl4XY1D8efkPH42GHXdg/JCve3bmAqeP/h2sO/rLjQlwuPoCFS/9c2nIHLGE46vsUCflUf8DIjF/rtELZX9QT2XOZBwMsXNRibUWnAHtIEZ3LLc5g8QAWi5M+1SYk5L6jACz2vq9IRaYEYnM0nod6Y+Af/6Dr3qsYWFF/jK4YAUuqLQodA9OIGucxdtgY6oGCljQxPXMx9bqWR71VwZx1i9GkXEa1qLd5LjlTRREGWFJFdjYoU0BQBbgCFnpEaF4lXzzMrPrvaTYUq91OlvC2ZC5+0+cOWEjFIJLUtlcLb+yIAErUGYPdAR1QLgM9GrQQbzuOxY6FjVCQY6liLoBFmvAS4W+KoLg90YIcE3pwaiGWBQfh0usvyFmwDpq3n4sRrUrxSnBLVeQKWPgpb/guBlgMa8RaiFgBUz8QilhKZjpPBRhg4SlcGr5NyH1HG7BQ4dQr14T/PRjDx+1D+E95hNDUgCCUPlIDLktfJancZVkEATTvZREFE3xP4Us8UMRpNlaSksHFeFZIEMKFQmptenuiyfG43/F3qZ1Y61HO9N2buEdTam0ob9PuXa7I/fMVdnp1x+w9jxFHoo2KO03AsjWDUTyTfH3f/70fnu7ZjELDzsGvzFQ0mmuDJoXPk3D52lgd7o/iFxdj0vBFuPhekrTu25ejL0iRODKlA6b+9QTfyTrPU7ofZgfXRmCNoTgrkb9AZS3qpZaU28RSGuzOlFobHIw1YAqITAGugMVc8vABLLrn8hxze+xE3S0jUY/D0SBFX1wAy8l5BeCf7x8EDaiE6xsqocuGeLR19UKjQpnwLWI71mzaDbvOF7B9hAMv2bgCFprkdnROF5yF9o9JWdAZf34OQTUeuWAYYOHlPnaTWBRgDyli8bTl2skAi+X6xlwzE3Lf0RXB8uzAeLi6h2PMmT1o9mUKWrV+gLFXtqF1XpIrZ7EDhu7pLXt5zEPLADe+jxnha2TntZ9uaIOem+pj497xKJMpEhv6l8exsqEInmK5L/9Cam2O9SIlECF4yCwUWLQCTXn+CmqOeenq05RaGxM9FUpy4sx4PhUBBPLZW0dix0gHrJUux98kNxMt7b7ddjCWrHZD+bz2sD7dD7WHh6HN9D0Y3awAssbtwIB669Fq9wn0q5IRrwI7wtm3qizXTgJZ57221kfwnvEE1kTj2vz68Dg/DBTqnBmqXg5bKG01xzGl1qllAxuXKWCpCnAFLPIkt964rOMlPhMaY/qLGeDzryQfwBL//i7+PhWBGDVx32G7TyhKTeqC6iiCRp3KogAH8Y0FLFLJCXjWWo42Z0LQ2GYHhjnOR72dF9GDRrMkXj/fzEdH51sYHxYgSBUhKYna/RQRCfL7kcr1AQc92uF2zf2YPbYSwfPcLwZYuGvG7hCRAuwhRUTOtlBTGWCxUMeYcVpC7ju6crBYZ6kBz3Wb0NtR+41d9cW26uNFKoDlKZa2rIsI13DM6y5/HFEtBWypR1iE1NqMSyZNdG1KrQ0BFrquRxWfhIrbb8OthvzhXXZPk4sYe3subrVTT36tuVY1Kz8pSl7XPxqEN8Pr4MvQN5jagR6pU7/YEaE0sRTZJJkCKVKAK2ABqZXzJeILiaRTvT7j+PipeNdiIQb1KiRQDpZH8Kg7ENuz1UCzCqpJZL/ixuFw2LWohELSivBc6ozKHBQyGrCQEszDSQnmThSwkGNJCtjSxFo5WEJCEAbXPYnhYf6owiNyhGsEiz4zo+9NQK/aL/G/zwEsgoXDWmBNmQJGKWDKB0KjBmSNmAIaCjDAIr4lIeS+oxnBEh06AvUHRmPZ1bWoLcuqGkkq5fTFnC0PEZ/ZFtL4r/j6vqnsCIUmYKHHLjaEq1cesI53Jm39OFUkENLjQmotpF2WOJYptTYEWGiJ6m5OwXA5eh7dS8mf0lUhyetBddWqi2kBlmUOakfgFHr2WHkWmebWUbtXVWsGWCxx5bE5MQVMqwB3wKJ7/HhSptm78SuMuDiUU8SIojfuESwn0IOUaR6QVKZZ0dNzMo91qHdcUb6Zm17GAhaac2XzmKz4K0swlnjUw5MNjbDBxhfzeleCIp1s+O4W+DNhK4LdKnGbRGJrUwGW+KgbOL/vByp2dwCfekYsgoWX+9hNYlHAlA+EYtGM2WlaBRhgMa2eaaE3Ifcd7SNCr7Cize+41CwMG0YVQ+S27mizohq2HKLHIRKjABKPBRmKYGFaG1bg5oYecPc5hfhCpsjZ8QqrB8xCufkr0IAc57K0y5Tr2lAOll2782KGRgQLhS4udU/BnUcEi1LLJ7JILRbBYmmri82HKSCcAqYCLHGf/8LUinfQV8AjQjLYHBOLWOuMyGSi/GhGAxYydvzXk1g6vQd8z77R67As6ITVYSHCHBGShCHQzRcPDCwfK2lduK5xx69GLjMGWIwUijUTpwKmfCAUp4LM6pQqwABLShVMe/cLue/oSnJLo1jq9fuEebcCUCKkDVxWVcH6Yz6oaPMK+6a1wtQtDsoIFnLkwuP6NrQip4loDpbOi+yxJHSt7AX/7bn/YdHxtpg1xVFWatsSLyG11rQ/7o0/etfagNb7TqBvxYxa8rwJ9cLA4UEI/wbY5KuBgfM3YWhD+bEt1c9oSfP+vrsxgnz24/5CdO3+Cj4kQWtFCxPd1FrLqwjVxJIdPqhbMJNWFSFDOVi+er5OrJylfZzt54u16FN/AcovuQDvDrkQ/+Ec5k8+gvZLpyHLFpUcLNYxuLCkHrwuDsOuEHkOls159yFklmOqLndTa52qxrDBmQIWpgBXwCLFbezy2IVnKnYkfH+Ne6dvIKPDZAHLNJMU9tvGova4S/gEO7it2QLfFmfQ0/Eomm+aA1dZEm/uFxfAwr13bndwjWCRqgCWb/cP4PT1zKjWpREKqBxbojNggIWbH1hrpkCyCrCHFLZAUlsBBlhS2wPCjy/kvqO7itArrOtUHUcrH8aWKRmwYWA3LD31CRLrPGjg4oAHgVEYd2sbmmR/ghUdGmHVrTj0XBGBCS3VqwhlL+GM2RuXo2ER4TU0dkQhtdacU3LHXOKjNsPtNx/8sjRM9oIf8bcrOo2MxywCvRpK9H/WhBzrCptRGcustllccmHTax0pq1o1dcUpvP8BUNDU1msVpvYpJwN6NAFwclWEkgMs1FdvLy5KqiJkZVMa3eZvxaQONJuQehWhIvXGYd6fo/AbYV+fjoxE22E7IC3hhR2HU698tum1NvYbxdoxBdK/AlwBC9lNcDvkJtk51C/rbIVRrUl5ZOEJw7kfEboK1/IzYDMvEItKBaP+lAI4vLMl3m30gvOBxji7rQOvo0ppGbCoeuTn+xCMrdUVDwt4YtG+hSjP52xQYocsgiX97wPMwhQowB5SUiAeu9UkCjDAYhIZ01QnbN8Rzl3m1vrnixB4/eGJfx7HQWJTEC1GBWH20HL4cYBWrTmWZOjvI8/JjmQpLk34osgf0oDkFGn3oC+azKmIv057QX7HHcyr3wzSSa8J5EqQJXPt0PIVFj1cjArCSWlwJHNrbXACImrAtBaRs5mpgivAHbCYZ4rcAcsJdKQ5WB5PQ9sMjzChQSCahtK8Kydlfx+mlZvFuHmnB8Dy+tQojOn2J2xaL0fTbD7YcKgR5l8IQA2ekIUBFuPWDmslUgXYQ4pIHW9BZjPAYkHOEGgqbN8RSGgyjDm1lsadxfhqvZEw+iTm9C8Gqw8hGN5wHOzn3CdHU2zlVW1UylyrWp0QtReja49FnlnyIyo0gqXLxDxYc30xrFbXxcib43B0jXPiLU9AEwwrIzLOYlyZISgdrKygI5yi+kcyp9aWYJ8lzYFpbUneYHNJbwqkXcASi5ljo5MAACAASURBVK3uffFPy3Xwb/8xKbFtw/82om6zD/B96MkrIX1aBixSSSSOjXbA/4Jt0H9tGNza5iLFtKNxY34dePrWxcrnfijDYwEzwMJDNHaLeBRgDyni8bWlWsoAi6V6xnzzYvuO+bTV7NmcWn8/4oYGXoURfN0bpRMHvkeq07hf8MSRoO6QJgNYaPNPx93QduB+fCH/bWVVGqO2HoZrjYygfXjcnYkjq1rqASyawEU4PZMbyZxaW4aFljMLprXl+ILNJP0pkHYBy1V4OI7BytdZUNA+M6Ii3iOjfS58iPiEBuO24OjwQrycxQuwkIpCH99FkgLWyV2ZkTtfHmhnKNN/D9ccLAmS7ZhYNRRdjvjBwU693/+C1uNHr/4MsPBaFewmpkAyCrCHFLY8UlsBBlhS2wPCj8/2HeE0N6fWT1Y1Rq8tHbArVJmLQ7UccJ5kAAuNbuncYj+67DiEflUy4uvN2ejZ6SIGn9yDkrsNRbAAllIuWNWT5tRauBWTNkZiWqcNP7FZpk0F0i5guYMd/m/wI68yma0EtihT0xHVi9jydgYfwCK12oGBji74Bwl6x+VTTYgrYKGDS+MASQbe5uu8kUWwmFZP1ls6U4A9pKQzh6ZBcxhgSYNOS+GU2b6TQgE53G5OrXVFsFDoMuC0m8EIlnt+dTHi6jgcXO+cWIGJlM/u8Dsedv4XswuOQ+OZpVRysFzB9OrtkdGHJhqmD6ssgoXDEkiXTc25rtOlYMwopgAHBbgCFinOYJnDItwkh0/0XVYJjTD+igdKcZgH9xws+jp/jrk9dqLulpGoBwmHGcib8gUsgxy3oJ+ecswUwCT3ub5J8gEsnA024gYGWIwQiTURrwLsIUW8vrcUyxlgsRRPCDcPtu+kD61TkoMl5iKBKL3DMfFAANqVIhEsd2ehR9sAtNryAEMqbtKqMNTFMw/87i5GNVk1iiuYUd0VBdewHCzCrSTLGontIZblDzab9KUAd8ByHLOKbEWJpd1QVJcUkuukjPMXDH4xA+U4SMUHsMS/v4u/T0UgRm2cd9juE4pSk7qgOoqgUaeynKoJMcCi7TQGWDgsZNZUfAqwhxTx+dzSLGaAxdI8Yv75sH3H/BorRjC31vqqCFEOklySWzq/W1tdMcn7KMJ/khwsamWCgTehXhg4PAjh30h54iw1MGTdJgx2JHWCE/tlVYSEW0OWOJK517Ul2szmxBQQSgF+gOUkuuoBKFJQAKP/c312cQcsj+BRdyC2Z6uBZhVUy+N8xY3D4bBrUQmFpBXhudQZlTmIyQuwSMLg3eYPlFj+L1yLaUf2/Hw2A60Gf4HvIVIuWX/gj9YsWQQLB8expkyB1FKAPaSklvJsXNUXwKINFdVCUk8XSuNrN22behMQ0chs3xHO2elR62s+lbEgYRuCp3D5LdT8mqdHrc2vGr8RmNb8dGN3MQWMUYAPYJlXZB+a31uM6tm1R4iP2oOp5W6jz4vJZo5gOYEetEyzVjnm50kVhZoKdESIqnBt+S9wu9APW9bOQilbJUVJ+PEQ68ZXw8ESYdg5opIxLklqwxWwJEj2YWZ5N1yQ6Kc41vGdMee+HypxAD0sgoWT21hjsSnAHlLE5nHLs5dFsFieT8w9I7bvmFthZf/pTesf9xeia/dX8Lm4GBVlx4Us50pvWluOstozYVpbsnfY3NK6AlwBC0itnD19m+Bu1QBMHPOrlvnh6wdjwQlnLA1oBS65VrlHsCiH/v7pHT6REj6Zs9ohd7aUeYRPBAsdUZpwA2tHNMacO1YoVb4BKhTKhO+vLuPivQfIUd4PG/zcUdKa29y4Ahap5AWubTmFt8kMIyF1AGt2d4BqzI+hWTHAYkgh9rmoFWAPKaJ2v0UYzwCLRbhB0EmwfUc4udOX1q+wesAslJu/Ag3yCqehsSOlL62NtTp12jGtU0d3Nqo4FOAOWICYf9dhXNMNyNZpBLr0dcKvhW3x7eVdnA9Yia07MsP92EY0LcchRIJIzQewJHy+ijG9RmPFLaWvStQZjt0buqJcJn7+4wtYFKO9v7cL24+H4H6kBNa5q6FVgx6o91shTuWZFX1xBSz8LDZ8FwMshjViLUSsAHtIEbHzLcR0BlgsxBECToPtO8KJzbRmWgungHAjsXUtnNZsJPEpwAewUJV+vDiHDZP8cOb8M3yJJrm1MudC8UpN0cd3NCmTzA2u0P64A5ZYrHJtjiXSMTi0JifGlDmJoQ/cET1vHCZFuOHKyrrgw1hSAlik8dG4e2k3Hn0i+cRyVUIzh8rIaM1dC76AJUGyHaNzuuCsjgpPWdAZf34OQTUe02GARXz7ArOYgwLsIYWDWKypWRRggMUsslp0p2zfEc49TGumtXAKCDcSW9fCac1GEp8CfAGLqZXiDljkOVh6PZ6GthlOoCP572EkH0uTuCPoXPIq3MMnQMgcLD+e+qLvSA9cirZHvuxSSL++xrdMTTBt2TF0LcGDahCBuUawSBGNTxGRILnkVa7vuOnbD6ftAzB5REnY8nAcAyw8RGO3iEcB9pAiHl9bqqUMsFiqZ8w3L7bvmE9bzZ6Z1kxr4RQQbiS2roXTmo0kPgX4ApYXe5Zh9Yp/8IochclepAbaeHqgmZOOrLdGSmoqwNLwZTDqNoyA70NP1BQoya1U8hL+Q4rict2H8O1dUn4cSBKNe0FNMSC0F/ascYcdD8bCFbDokzo+PgBjy9zAyMcLoZ01x7CDGGAxrBFrIWIF2EOKiJ1vIaYzwGIhjhBwGmzfEU5spjXTWjgFhBuJrWvhtGYjiU8BPoDlgW9PTPjTCi28quHfGfdRZWpZ3Fx9GMVGboVHvzy8ROQOWIDD49tjgf0yHBv1lESw+ONLq7x4cPImKo/agv1DCvGaB58jQlKrHRjkuAX9wkJQTwWk6Pu7sRMzFWCJfT4X/X+7jLHsiJCx0rN2TAHjFWAPKcZrxVqaRwEGWMyjqyX3yvYd4bzDtGZaC6eAcCOxdS2c1mwk8SnAFbBIcRsrq89FyeAgNC/3D2YVOYmuL2agxItATGz3FaOvDUURHjLyASzSuHe4cj8TalR8hj9H7caN/KXRs5MzSbDL5yCMfNK8AIskDN5tPFDe/yJ62CsJy89nM9Bq8Bf4HlqI8gJEsEjJPALdfPFARf+Eb+G4EXoWuZvtxrr1HdgRIR5rk93CFEhWAfaQwhZIaivAAEtqe0D48dm+I5zmTGumtXAKCDcSW9fCac1GEp8C3AHL8SSoUhbK/y4Tdwizi5+TwZZyPGTkA1joMF//DcPDbLVliXWlMZ/xKS5niko18wEsdB73AiqhnX88OrtPRZ1cQPznvVi2ciuK/PEQgf1K8lCERw4WHWWa4z6cxpZlx9Fh2310q8JrGmBHhPjpxu4SiQLsIUUkjrZgMxlgsWDnmGlqbN8xk7A6umVaM62FU0C4kdi6Fk5rNpL4FOAKWIC3CG49DNlm7EC7GscIbDmCZmf64tWCKTj+ZRCWBrRCBh4y8gEsjwOGouLsVxjjtxfTi65HjeYb8S9yot+KIKxpk43HLPhFsCgGenZuJmauWYmbn4EMOeqg36BlcHPid1SJ9mnKI0KDWryHz92FvKKLGGDhtZTYTWJRgD2kiMXTlmsnAyyW6xtzzYztO+ZSVrtfpjXTWjgFhBuJrWvhtGYjiU8B7oAFiPl3Hfw2/gaPuVGYW8QbVzPnRPnGAzHyT2cU5FMbmcjOHbDcgUeN+SgauBljy8XISjaHttqPzVWDUK2nFMFXhqAyD3fyjWBRDBX99SU+x5Ict7Z5UCBHZh4zUN5iKsBCk9x65t2DfiwHS4r8wW5mCuhUgD2ksIWR2gowwJLaHhB+fLbvCKc505ppLZwCwo3E1rVwWrORxKcAH8BiDpW4AxZlaeamuAbXMlvQ9uoCdMmm+ncJ56nyBSzxXw9isrsLtj6KShozf0l3/LliOWrn4JGAhfTCFbBIdRwRohWOLq2cg0sJU7D51Bjk5qwI2BEhHpqxW0SkAHtIEZGzLdRUBlgs1DFmnBbbd8workbXTGumtXAKCDcSW9fCac1GEp8CXAGLVJZ3xRuXoQ0NMqExpguWg+U5vBt74ae3H3q9WYy2W2vi/LaWeBHohU7bnXBpf1cU4OFOXoCFlGTePCYr9hc9CF/3lshvS/LB/HiJw6taYvZTTxxb4iov3czx4gpYEiT7MLO8Gy5IVEsZ2aF8i34YMMkTFew4TiCxOTsixE83dpdIFGAPKSJxtAWbyQCLBTvHTFNj+46ZhNXRLdOaaS2cAsKNxNa1cFqzkcSnAFfAAsTiS8QXxKlJFYu7q2fjqv3/4D64kGA5WF6HzkHdvofwEqUw//B6DLVZDweXOxgVuAiu5fhFjfABLIpyzD3OhKCJtVKYhIQguNXdpVW+2dhVxhWwGNsv13YMsHBVjLUXlQLsIUVU7rZIYxlgsUi3mHVSbN8xq7xqnTOtmdbCKSDcSGxdC6c1G0l8CnAHLLo1SiBVhHxqPIXrdeHKNJvDW7wAi+QEPOv6oOmRY2idRQl24qPXonfjC5gQ5o8qPHiPMYBFV2lmXbpYSevCdY07fuUhGgMsPERjt4hHAfaQIh5fW6qlDLBYqmfMNy+275hPW82emdZMa+EUEG4ktq6F05qNJD4FTAVYfrwIxPhaDzBYsCNC5vEVH8BCZxK2rBjGXvGA/+YxKE9gCgUffn+0xYFSO3FwUn1ek+UDWH4+/gfnnxdF7YZlYCMbNRpPju6CpOIizNw7xnyAhZeF7CamAFOAKcAUMIkCRRs6m6SflHRCaTy7mAJMAaYAU4ApwBRgCohdAasaxifnkOI2dnnswjMV0RK+v8a90zeQo/FczFvhJNgRIXP4jS9gkUoicWvHKdh0dk4CLNsCfqBVjwbIYc0jfIUYZwxgUdWAJrld06Ajim6+hNa/KD+JeTgNg4flx9Ij7uZLctumTRtz+IP1yRSweAX2798Ptv4t3k3peoJ0DVoKYGHfBWGWGtt3hNGZjsK0ZloLp4BwI7F1LZzWbCTxKUC/X1wAC/AWt0NuIlJFqvjIG9i7+hqabwxCy9/4wQTuVYTM4yu+gIXO5vunmzgfdgfKOkLkj9KSqNO6Jux4yMIVsCRItmNMzr+0yjELUqaZPVSbZ0GyXi1fAfaQYvk+Su8zZIAlvXtY2z627wjnc6Y101o4BYQbia1r4bRmI4lPAe6ARbdG9IjQpE5fMe7iUF7Ve1ICWL69uIcjF18hhkxNAluUqemI6kVseTmTL2C5vqESnNfcRZ6CBROP5siHt47vhCV7/eAoAGCRSm5gTqWqeOtyCfMn1IBtBsJ34iJxeqoTZu1ujfV3F6IID1WMysHCAAsPZdkt6UIB9pCSLtyYpo1ggCVNu4/X5Nm+w0s2XjcxrXnJxusmpjUv2XjdxLTmJRu7iSlglAKmAiw0ye3s4ufQVcAcLNK4R1jaxwvjz31APvt8iUeT4vA64hNK1BmD3QEdUI5ABi4XH8BCqwgNc5wPx+0X0a8ID5KiZ4JcI1hoNzH3lmFkRw9cfQ3kKZwHkS8jka1AU0zYdRQtK3BRQtmWARZ+urG7RKIAe0gRiaMt2EwGWCzYOWaaGtt3zCSsjm6Z1kxr4RQQbiS2roXTmo0kPgW4AxbtI0KQvMON9QG4meCKxQe7ITsPGflEsBwe3wIjX7vj0OoO+DWTclBpzHMsHTIUG/PPwY35v3GaDV/AMtxxCzpplGnmNLCOxnwAC+1GShLbfop4ged3PiJPxdLIb5+bxPXwvxhg4a8du1MECrCHFBE42cJNZIDFwh1khumxfccMourpkmnNtBZOAeFGYutaOK3ZSOJTgCtgkeIMljkswk3yGq+8cqN005boOsYFJY3Pl6smNnfAchWuZTeh8ak/0beAtt/iXgahbsMI+D70RE1ycMjYiw9goX2HLS+N5TbBWNCpkMZQmZE7Xx5kNHYCKu34AJaf70Ow3G0pHufrCPd5niiXJwz/+FvD0dUB2TlG8yimwgALD+exW8SjAHtIEY+vLdVSBlgs1TPmmxfbd8ynrWbPTGumtXAKCDcSW9fCac1GEp8CXAGLqkKxn97hWzRglTkncuVKSYwEwB2wnEDHYqEYFu6NpjoBiqHPdfuaD2ChR4QGOrrgHyRodZoFnbA6LAT1eJwc4gpYaBWhjS2KYq+VJ5oV+gthNmuxcVVOLK5eGw+bXcKquTV4LXAGWHjJxm4SiwLsIUUsnrZcOxlgsVzfmGtmbN8xl7La/TKtmdbCKSDcSGxdC6c1G0l8CvABLHGfriJ4yDTsOKOsJVSs7mB4rO6Dkrn4acgdsDyHd5PBeOWxDf7ts2kNGvH3ZDgsrYAzx3uhOIcp8QEsHLrn1JQrYFFUEepJolgcbI5jaoVg9LmzFiW+rcGwopfgGemPMpxmIG/MAAsP0dgt4lGAPaSIx9eWaikDLJbqGfPNi+075tNWs2emNdNaOAWEGymtresihfnU6RBOTzZS6ivw4uWL1J9E4gy4A5ZY7OnbBGczz8DohY1hTxKuxEc9xNGxE7Dv20AsDWiVmGyWm4ncAQvw6ch0lB10AcXrDYZ/YAdUlg15B0v6LMLMUx/QZUUQ1rTRhi/JzYwPYJFKXuLKwVN4qatjAcs0y6oIVXRBhZ3/okPZB/CrMQlOl0NQOS4Annn3aJVvNtZDDLAYqxRrJ0oF0tpDiiidlM6NZoAlnTtYh3ls3xHO50xrprVwCgg3Ulpb1xSwPBgxVF2g+HgkvNLx+mVjCytS1lX1kkZHI9fsedgc11FLZCvy6ppTUkzt7/GIxRep9gu7DbIim0S971h8xnfpe61+M0vyIBNyq/39u/Qd7VmrbTaJPSlDm0Xt71+kzxGPH1ptc0mKk8Mb1mp//yh9rMMuG2LXL2p/jyNFd79KtTWzJXZlTZFdb4ldX1No16/ELiuVPqT4KH2i1ac1USqHhl0DCwUgLQMWKY5jXpGTaPN0Bn6zUZosryJ0hVQRmoxyPLYHPoCFDhP1OBRL131Eex/nJMCybPI1lOrfDa1Lcj+2xAuwWB3AxPaDcEKifg4o6vVrZMrtjhUHhSrTHIlTox0w92IjDB1RFsenbkOpGd0Q6U9y5uSai+AQV17Jbhlg4bGg2S3iUSCtPaSIxzPisZQBFvH4WmEp23eE8znTmmktnALCjZTW1rUWYOEIV6Tv3yH36vXYGz828aVd/aXNiry055QUJQ5QJu6Uw4hX5G/qbeWQhWYAVbaVQ5YPWm3lkIWe71C25QZZXhDIEmsEZKEw4qnW+HIYYZxdcsiSErt0Q5bskkIEYWU2Eh7pgiy67LIldtGoJrmuaR+wXMGi0kFofHUxqquUC4r7/Be8q4XD7YkX1BGgcXsFX8AS//4uVqzZicvvCMqzq4gRbs6ols+4MXW14gNY9I0We2c0+mxtiICZHQRJckuPCI0v7oE7WVT3gRwoWddNlvC2vDpDNVokBliMloo1FKMCae0hRYw+Su82M8CS3j2sbR/bd4TzOdOaaS2cAsKNlNbWtRpgMRauSKWQxsSAwhV6KQALBSafCIwgn6oJrg9GRBHIotnWNDAiSguIyCNZKIxQAhnjI1n02aUOI6jRFB7ptis7gSy0ZI0x8CgvgUc51dp+l1LIom1XSiCLlCQ5/Sz9T4e/lHalFLDce/4JoXde4uGLSDx7/QW/FMyB0kXyoHHlIihTiNrI7eJ+RIhUzPGqhxXnW2D4iiEolU+KuA/XsMF9BiJrrsS8hdzKIitmywewROyfDgf348hcoyHq/GKLb8+vYO8lKwxasRF+HI8GKeZhSsBCk98OctyNfmEBgiS5VfV89KeX+EoTEGfKi3y5VWpYc1sestYMsPAQjd0iHgXS2kOKeDwjHksZYBGPr5MeVvbvR5s2bcRneCpYzPZ44URnWjOt9SmQBFh4whV1wEL/H4UR9KVdvUKJNQn2zy4prHZURT+M0B3xEU0iWTSBjO5IFt0wIiWQRQ4jwo20K5pAlggd8EgbssTgE2KkkTrs0oYs3whk+aEXstCXUmPgkXoki5TE8XyWPtNr16BCQbyOCMXFJWDi5vPYf/SWZqCSbClKJBJ0aFkZs/vUhkT19JKBryofwCL9+Rkn503Apk238FH2Em8Hx36eGDnBCVlUjg1x2SW4Axaa5HY4vk8NwYIGykE/hc5Blem/IJRjcltTAxZpfDTCD/dEx5n5sDHMH1UEqCJEbYj7tB+zW7tg791vSfIXKD8MPgf8UIVFsHBZkqwtU8A4BdgDoXE6sVbmU4ABFvNpa6k9s31HOM8wrZnWwikg3EhpbV3LAIu7m3E5V0jkCmJjkfDurZqgyggW+Z8pjPhCYESCTshSSC3PSRwojHit9YJPcAyySPKpARl6XEg3ZDE+4iNlkCWe2PVMj12a8Ei3XRmJXZk17BIesqjnmqGQRbddGTGm8AnOgEVK2FqPeQdx80a4wS+eY82S2DCmmcF2SUCB/AhiVYNGAqXuxR2w6CvDzK88c0oAi74yzRLkRffZDzCnMT+ywbWKkJR897d2y4KzJQ5hhncL5CEBZgkxL/HPjGZY/cCL5WBJ3SXORk+vCqS1h5T06gcx28UAi/i8z/Yd4XzOtGZaC6eAcCOltXVNAcu/zjqi9jQT2uqBKzRqIvfqdfg7frQaOJG/tL8gMCJOTXx5JIs2ZPlGIIsmkNEPIz5qAZnMEuMhi/xYjbERH7pghC67yGzJMSTVJLk/8R3fpG+05qrbro8kkoXapR46QCFTRuQgGiqjU1IeySJBLpJ8WHWu+iDLuMLnOAOWhbuuYf1fF4z+0nkOaIABzcob1Z5PBAuhgnh6KBjBS3bjSaQENnkqo+2owWjZqjCvCkJ0otwBC4lgaeyF+DmbMcvRAiNYfrzEkVUdEJx1IzYNqGSULzQbcQUsqmWaa2ZQ9hYfz6oI8XIAu4kpYIwCae0hxRibWJu0pQADLGnLX6aYLdt3TKGicX0wrY3TyRStmNamUNG4PtKa1joBCwe4IsmaBbkW+8qqCNHKOjSpreLSD1l0w4jvBEaYA7LQYzWa4ML4SBaJLEmv6e3KQSJZ8qpF6MSAQpZPWkDGHJBFQkamSXpV7UrAT1nyYVUoxhWwvP0cgybuAYgnR85Ur19LFcD+WR3RbupuPH7wWu2zTFkz4vifvZArm+EqOnwAywPfnvDemA0tB7vg1zxkVUbewN7Vu5C/33ZMGGlv3BdboxV3wAIocrDY1W+ByiQXTPz7e9h+KsZicrAkJATBre4hwXKwSCXHMaXAHLR6dBROKtWp476twbCil+AZ6Y8yPLzDcrDwEI3dIh4F0tpDing8Ix5LGWARj68VlrJ9RzifM62Z1sIpINxIaW1dawEWjnBFkicvck6ZllimWR+MeEle2n+qOcGaxGXoiviglYA0o17kER8URihLKMuP1RgXyUIjPn6mALLohxEROuzKROwqqBXJotsuClnyaNjFDbLossvYCB1auplWDNKGLEq7uAIWn+2XEbjjstYXLn+h3PD+wwkzN53Fa5LwVvMaO7AB+jc1HMXCFbBIQaoIlVkNx+P+qFdEGR3040UgJjR4BY/HwlYR+vbmLtavU1YRGj6gNaoXMAyW9O1gpkxy++PpJLTs+RzTBUxye35SYcw/44nFp8bgV2KkVBKGNQ1aI6zSHmzwq8dr42aAhZds7CaxKJDWHlLE4hcx2ckAi5i8LbeV7TvC+ZxpzbQWTgHhRkpr61oNsPCAK1RZJWChB1kkBDAUIShE+dJI4QpN+hqvBVkykbLM+dVe8OmxGlPACJrDhQIExcUNsmiXcNYHI3TZRY8fZdWy6xux670OeGSZkEVhF1fA0t77bzy6T0twc7uMzcXCHbAcx6wiJ9H1xQyUU5mSFLr/buysuUewxOLDmy86CoPTETMiT4EcskNrXC8+gEVqdQAT2w/CCYnqcbQfePM6EpWcT2Lf+PpcpyFrz/WIEL1HKonEbf9QZBvYMQmw7Fn6A02G1Ud2lWNDXCbEAAsXtVhb0SmQ1h5SROcgERjMAIsInKxhItt3hPM505ppLZwCwo2U1tZ1EmDhCVeosqqAhf5/CiNoxSBtyPKaQJYfas6wJq+VuiELhRHqUS80F4muiI9YcqxG82gRPVZjDsii2y5teMQNsuQkduXWimRJqV3GRrJYEX9l0/AX9RPNizOmcCinHCz1PLYQkPBZ6wtnKILFvmhe/LOgq8EvKlfAArzF9i798LlrEFxd8iTmXInF823T4BPsiPm7nQmK435xByw0me0M7NdI/ExHzoRG2BnujaYqeXaMnREvwCJ5iSsHT+Gl2iC5UcGxIUqnoEQyH8Ciy06p5AH8akyC0+UQVONRzYgBFmNXD2snSgXS2kOKKJ2Uzo1mgCWdO1iHeWzfEc7nTGumtXAKCDdSWlvXMsDStSOsChZUipRMQluac4UeC0q6EhKQc+qMxCNCyj/LX9oLEciSUdlUFsmiDVn0w4gPFgdZdNklhxFvtOBRBmQmkSx2GhE6NJJFl11CQhbtCB0rgh6ykaNNqv6KJ/EWgwtt4wRYGozeincRn7S+cMnlYKGN8xXMiVNLexj8onIHLMCPF39jvvNNdLk8RRbFQqNX5lXfh7rBS1CvHI83eNIHd8Ciy7RYXFo8HNOyTMf+IYUM2q6rAR/Aougn6tlBBOwNxH2S+Dd34bbo0rEHKubmpwftkw9geXNuPtZvukHi1lSvj7i//x7s2tRBPmlduK5xl0W3GHsxwGKsUqydKBVIaw8ponRSOjeaAZZ07mAd5rF9RzifM62Z1sIpINxIaW1dy8o0jxiqFIgjXJF+i0KueYsRFNeDAIYYNaG5wQh9x2qEgxG6E9++1GGXbhhBjyFpRuhYDmQhNXCTLimp8ETtitXwl7ZdAwsFcAIsXWfvx51bz7W+cArA0p4kuX2kkeSWNq702y/YNrm1wS8qH8BisFMetx07NwAAIABJREFUDUwDWAjsiTuMzmVvYcJjT9QUKIKFmvvmZA+0nfgX8tSqi6iwlyhcKxvuXo2C6+K7GPs7n8NK3AGLLMltoW741G0i2jkqkw1LSYTN4anbUHr6aJRCadTs7gAuhaMZYOGxoNkt4lEgrT2kiMcz4rGUARbx+FphKdt3hPM505ppLZwCwo2U1ta1GmAhcEUaEwPp+3cagpHMKjoiVyhckX76RMo0r8fe+LGkAs1LUpRZE7LoghH6Iz7o0R7Vo0U/8Q3RJOJDM39LRpgn4kMOWbJowIhXKYYsuuwSPpJFE7LossuGRLIUSIpk4QpYFpESzet0lGg2FMEyuGdteLSvYvCLyhWwyHOteOOyRvlrOlAmNMZ0jdwsBieQ2MBUgOXn/dWo0jwSy8InCHhE6AEW9aiLDwMfwKfpcQxy3EIqB4Wg5u3RaDXTDpv/mgSVfMDGSsI5goUClrlVd6LddT9UUgmcoUeE/NsuQ5196n83diIMsBirFGsnSgXS2kOKKJ2Uzo1mgCWdO1iHeWzfEc7nTGumtXAKCDdSWlvXqoBFGh3NGa5QZRWAhR6+oGV+dUGWrOSlnR4FUlw0euIbqRikGUVBIz64QJZMkpxqR3BoqeOU5i7RBVl022UjS2arbZd2JIsNsSuzgPCIlqam/lC9jLXLmiAm6i96XIgrYHn98TuaewQj7kec2tjJARbbTLY47tsLebIrj5Pp+8ZyBSwg6+xLxBeyJlWvzzg+fgKe1FiAMSN/TczLwm2P4A5YzmGI42IcUE0sG/8dr99+x2+9fHHFpzK3CSS25nNESGq1IwmqOEl0/3c9HieF+BwR4mW0gZsYYDGHqqzPdKNAWntISTfCM0OSFGCARXyLge07wvmcac20Fk4B4UZKa+taAVj4whV1wEL/H4UsEeSFNlpNdFoKWDeM0IYschiRVy0fSHKRLCmBLN/JsZ5Yo2GEtl0URmTRCVn02aUeoUNBSIw00iwROsZAFinJckPz4mj6S2HXkELbOR0Rok5fvPs61m4NM/pLN7yvE9xbVzKqPXfAorvbmH9XYkzTSIx8MVmtupBRkyCNuAMWPVWErHOiUD5hyzRLJTfg3dEN5ZdfRPfCIXLYcjYAOXa2wZB9bfH3pjGwY4DF2KXA2jEF0pYCae0hJW2py2ZrjAIMsBijUvpqw/Yd4fyZ3rQOvf0KIWce4OnLj3j16jOk5LhF4cK58Gvh3HCpXxZOFZRnzIVTWT5SetNaaP24jJfWtKaA5f5AV16RKwpdlBEsir9IZWWZfxoNWd5rHcGxRMhiCEYYE6FDjx/RSkiqyWSTgyxc4BGtskRrOCkumhPGOMgST/z1RgdksSVVhE5yBizSBKDbHN25WDS/Sw41SmDT2OZGf8X4ApaEmFjEW2eEjY18qPioh7h2KB5lu5QTqIqQfNyv/4bhYbbaqE7O4EhjPuNTXE7kzma0+VoN+USw0E7enHRG3yN/YM/cOAxzdME/BLRlz98Jc1btQFt7HnSF9MkiWPj7kd3JFBBMgbT2kCKYMGwgwRRggEUwqS1mILbvCOeK9KL1j58JGLH6JE4TuJLc1axReSweWB/W1soXIKHUTi9aC6VXSsZJa1onlWlWMzr5nCtqTa2skXulP3bGD6UxKkkfURhBy/xqQhb9ER/GQRY5jPiolUyW5mThAiM0SzgbG8kiJSPTikHadtmSSBY7teNC9KgUzbOimfw39SGLRFYxSDXXjD67xhU+xxmw0EUQF5eAsetP48jxezq/ThKJBB1aVsasPrVgZWX8nsgHsDzfNhqTxlzCV9ihs/929G51CvNrHEGdwHmCVhF6HDAUFWe/whi/vZhedD1qNN+If8m67bciCGva8KMsfAFLklMk0fj4LhI/bPOgQA7VHD3cd8GUAJboTy/xlQS9WWXKi3wpKBVNZ82OCHH3HbtDRAqktYcUEblGNKYywCIaVycZyvYd4XyeHrT+HhsHl9n78FhHVQxdStJKGcHjWyJDBivhhCYjpQetBRUsBYOlNa21AQuBK1myQpI3j1IFUopZkdBWE65IsmdHrvmLZWWa5S/tmpCFwgj1IqxyyEJhhPKFTj+M0D4uZCrIohnxoRuyUBhRQMOu5CBLPiPt0hfJknJ4ZEq7+AIWxTq5/vQD1h66iWcRn5OWTrnidvijWUWUL5qL8zeNK2CR4goWlZ2GPPO2oGupAHhPsce03a3wZr0n/tzfFHN2OAsUwXIHHjXmo2jgZowtF4NVrs0R2mo/NlcNQrWeUgRfGQI+WVj4ABapJAzrp/vhlg6uJZHWgZu3O8rzCGLhA1jiPp3Aqr7dsfHU26S1UKLeLEzfPBnluZQOUllJKQYsb84sxsjRvjj76ick1tlQud08bFzqDDsbKb7vdUU1n+o4fn4kChtYvlzacv4msBuYAjwVSGsPKTzNZLdZsAJiBixS7CXJ7dxxWCUhW9ZfvGT/phT8eA4Lhw2Cbyh9YLJFifre2LC5H0qS0Nv4ZD4DST64f3wHDA98Qh64gaINxmHF8lGolpv+S57cZ8ItErbvpD+t7/zphBbz/1MzrOeKCMzvEI/XJ7zQdUgwnpJ8kDZ2NTB88SZ4Ns5ptAh/LD6KCxcfa7W3L5oX5AdavHr2QeuzVk0rYtHAekaPYYqGbF2bQkXj+khrWlPAwi6mQHIKvHj5wmIE4g5YaBWhk3B+OgOVbB5iXb0AOJ2egbKy6kIn0VWwKkIn0LFYKIaFe5NqQdfgWmYL2l5dgC7ZVP9ufCSPwiGmAyyvcf3YDdg5TccMH2EAi5QcIdzaLQsOZdqCmSu64xcSxBMfdQO7h7fDlqgZCA5xJU+Y3K8UAZafz5ejpWMwmgXuxJjGJDN31FXM79ERB0ttR+iSmgywcPcHu8PCFEhrDykWJh+bjgkUEDVgiQtB3yLb0f3hNrTJrvpTRgzW9SyGdVnW4NBK8stP/B1Mb90UJ3/fjZMLKifzWU08XtcGbQMbYN/B8ShpHYmgwZWxPGsAzvk2TPYzE7jS6C7YvmO0VCluKJTWV+bXxIQva3F0lvrvgwlRAehexgfF/MKwoFNOvNrtisZDE7DoQYDGmtdt6vl/32DAtF06P1w3rSNo1Psf3ro/37u0J0oWpPkShLmE0tqQNT8eLUS9BkvxUqOhdXwrBL32R+1kAO21dZ0wcOkj/JTmRa+VhzG+Hp9Hb0MzTPnnlqJ1yi1hPTAFLE8BroCFVhE6NqQnnrXchD+cI7G54Vo4npyBX/9bh4lNPsDjsReK8TCTe5Lb5/Bu7IWf3n7o9WYx2m6tifPbWuJFoBc6bXfCpf1dUYDHPPgAFn3DxN4ZjU5rq2DnEldSP4r7xTWCJUGyHRNy/oUu70mJ6AzK8eLjA+CZ9wj6fQ5ANR6RNCkCLDTqpOqsijh0YRxKJM4p5vL/4ND2I7q02wr/A/JSaBKybGacPIe++c6q/eJYved6BC5oiCOD7DDqgFxGRVvX4q+wZXR3TN71mPzKaAtFW+EeBbg7ld2R/hRgDynpz6dpzSIxAxb6ItTA6T8seO0HJxXH0ciWvoXmonHoOfxRWv4v353FNeF6dyYurv2h97NLa8tgTuO6eDYwHCt7yrPMKaMn22Gz3s8MR2Gacl2xfceUaibfl1Bah5DnnG0Vr2DbqF/UJkTXeH2nB1j4eo1sjeta28lZ4Ln2NA4eu6OzSXIRLPSG/i6OGNuxmmBiC6U1H4MoeO1yrC8ubOmAAD3w9sSCN3CrGobhl2aj/OPZaD62CEL29YP1wcEYe3cM1nmW5TO0We6xZK3NYjDrlCkgoAJcAQs9IrTSwQOHI7Iin31mfIt4j0z2ufAx4hNqe5EX/JH8ko9zByzA69A5qNv3EAHMpTD/8HoMtVkPB5c7GBW4CK7leJAEorspAYtq+WYhyjRLJccxpcActHp0FE4qKWh+fl6K4b/egWekP8rwWFspAiwJUfvgVn0IHjeaDd9p3VHJXp01qR/7kf/iuO2Xvdg7tyasP4bAtdoo2P8pD5HVPCL0j2dJTIicjf0re5B0QGfhWbsb4sY9xbLEh2IetrJbmAKcFWAPKZwlYzeYWAExA5boMyNRsfdJck4+Ep9+ANlLOmNp4HK0+EXzIeAj1rmUx9mmN7F+UH4ND+j/TBrzFCv7tcDJ2se0XnyT+8zELtbqju075lZY2b8wWkdgRbvq8H2eD1/ffSTHqfOgtYc/Fng6IpvsOWoscs+9kBTB0nRcXmy5uwhVEitNJKdG2//twpOHb3gBlurViyPQq6VgYgujNXdzpHFXMdHBDYUCrmJEpT3JwltNwPLX1ryY0uQQeh9bjgZqUXbc52HKOyxVa1PayPpiCqSWAtwBy22cWfMG0jyqzy62KFqrFn4twj8Kjg9g0a1ZLDma8xT2TcsJF8GSmNg2VmVC0tgXOBM4ED7nWyBkz0KU5MF7uEaw0OFDR2bGrDOdMXnjfFQgtaHj3p3E0v698a7WKWzw43eUNkWAhU6KPoRu9fbA/G1X8UFaGs5j52LW4FrIYUQOFvqLTlC5K9jl+YsaYCkkO3c/Gb/tuY1RDqTOFrkUv05eWtsitb5PbFwRKsAeUkTodAszWcyAJe75fszyfY+uE7ujfIbHWD24A3zfjMOpf9yQT8VPVxY7offebth3ZKQsB4vqpeszeZSAO06Q3C7ZSozEruNeKJ94X3KfCbU02L4jlNJCJV6NQdjaabiQfzSGtMqJ12d80Lt3IJpt/g9TmyTg49HBqOe6H5+I2VZWpTFh52G4Oxj30N18fAhehL/XKZihI0JFf7XD4TmdBRPbUtf1hy09UG9tI619RS6MOqBVPyK0FaWCnHGtfShmtTbOX0KJbalaC2U/G4cpYE4FuAIWxVykP2Px+MwpvPogQYa8v8LBqWRSyWY+8zUdYKFHh9ah3nGam0WgHCxWBzCx/SDZc5jqZW1bHQMmBmBAVX7ZZfkAFmlcJA7OaIs//c/jA6kiZJ3JHk6DVmCaNzmCrnJsiIuPUgxYVAf7+u9+zJkwGnvjJuMECZvMopHk9se/QRjkPgMXXmaEbWYpYiM/ooLHOZ2ARfHwq9p/9jJeOHZC2FBtLmKytulPAfaQkv58mtYsEjNg0fRVXMRatK++DwOu7kFne/k/yjRnRdNxNlh5cS0ayBLVKq/kPqOtpDER2DKiHhZEzSZHA1zUEpkl95m51xDbd8ytsLL/1NL6H8/C8E7YhePDTqFJowPo+fchDK1miy/XZ6Ntu0sYeXYPumhFamnr0m32Ady+9UynYGunOcOaZLnVl4OFVhPaNrm1YGKnltbJG3gHE6q1RZaF4TLYpXklB28/kqNBLrs6Yd+aFrySIJpTeH1aa+afyWrfCgt2kn3ViLVmzvnK9uOod7hxaB2WbYjH0P2T4aDnbw8D/sCwwBfIVGooNi7vBOsPX5Azb/pLIPD22HT0/d9efIjPBqeh67HkjxJ4d34OBozZgdfSAugxcytGN8sOsehh7vXHpX8+gCXmX5Jvpe0GvMhshxyZSAHxmPf4+r0Chuz3R1OeR3O4A5ZYbB3VDX13UZyv+8qERtgpS4JrPGgx5REhkMiWO2duIb9TTZBgEs4XH8DCeRAjbkgRYKEPCBOi1uPSamVUyY9/Z6N+w3DZeeLqaoBF/o9Y3MTrWNhNnh2fSwSLEbawJkwBkytgmQ+EJjeTdWjBCogZsNB/Y3zzH8fu8fLcBpqAJYL8G9NkjG64ovuzp/g/e2cBHtWxxfH/JgSChJDg7lWkuDstRQrBneAuxbVAcXd3CE5wd3crFGmRBxS3BAkkIbJvZjeyluzdm91hd++53/e+V3bnzsz5nbmTuf89c2ZcmbII7PuCbceI0NQZenMsSlV5hJkvBuFkmXImv5sVlR9D1DCheUcUaTERLHzc1il0AX0eL0KVqEipaIFlYY4+aHmpP8751Yl6SX+O6dWL4Eajf7C0jfmXxombr2DlpgsmgZkTWNo0Ko7+9QoLg22P4zqQzSGl/siFPX8Nj8klGA0kPoGWb5HvxLYGNfH3wZ4WvXGQHWbmmasf1m/xNXtqpgjg8Qos5beiM89flUOb5HtK8BQjgdmafeQR6PU2tTBzouhjzGvSAodU3gj491tMvjKBCSymPgP2DmyEj12m4U2/OSi8rAQ2DnfDqBm1oJM+wZrd/0p1XcKw8p0R3uMY/swzGz7tXqPfyeY4Wr0TXPsdw+C0U1F9QCJMPzoUz4cqgcdXckMczVousLzC2hrNENx2G9o1iB2pLzYPwoglhTFlbyNBxzTz04L2oOaFsWifXjfqTnwES1weVavuYGqTISix3h8icrDwJLe9PRuzZCTGak4y1MfM9/7ik9zyhLYV655Gw5Xr0IOdIuTGfg3cM8oHvfbUxAH2xyoD+8OVf1BmbGG/yBR0O42uOZogfOhlzGF75EP+moemjcchccfYCJbYsgDPwdL9SiftSQ/uwbi9sjdWuAzGxJb6CeLs65Gj3jgbAXtcEDobY7InfgJKFlh4DpYibYIx48wS/JI2GJfGlUfzndqFuiuLZqzVPRjjjvHv9P8wvojnu0ujCqLl0eZRpwgF4/Tk8uh8vhuObvfFw3i+092SZOsxS/OOrQnH1i+GtTYHy+Gyx7COiYWubzajddH+yDjrX4xKNxQ/NX6E0YdXoWGeJPjIBL8av/jhN/87GFDKOKLCkMyzt5/wc/fVUKuNF4d8i5ArO0ao9fAtRkBdXFxwZH4rpPPUHkYg4hLD2hJLnmPaz0XwsM0jo/x+8Ym3QAg2d66k2RrU9G5lzE65BwuYGLambVY8aPMUw8qZ95slvZRT1hKBZcKrMTi0Pj8WNKyHxdfDkTK3L5ZuH4eUy4uhzmYvZP8vCE22j8Ltrq2w8bEK3vkGYOuunsj2YjXa/TYIR14D2cqPhd8qX1ztmhbj7hfGl3s38dnDBwvWfo8ZdcbjelhifMMOtjjCDraI8wpXIezpIjSpex+DNAILu0x8Fhux0RxNUp+HW9sFaJhDxk/dcsAKu+cx5jb0weNGx7UCS4f3GLoxN6Y3PIwmm9mJJ1l3sxQKq1B2ywb8dLJ1VESPM/MQBl5SQ5YKLOo4jmOO63NJnWCFLI9geY+/9j9HxmqGuVa+Tg6W7aNyMs3gVZzmJkM9LDxnmdBiaQQLP6b53fMAdqCO7vUWe3s1wJMae9G/dW5ZEYoJimDhXXl5bh4GDJyEw/fC2b8SI1vhphgxd5wmCSFX+LuX7Yydr77B6DNH8euD/mjYZi0eMCv4BF410xLcznNQc2yhYVnfzLqnCAFZK/THvLm/o5BBCLjUQUjliIAcAva3IJRjBd3jyASULLBwv11d2hQt/zyJdyzgJDbJ7f80kSjzHuqHsPJT6P48vgYvfMuY/I6fZqd/Qh2QqVBHzPQbgVLsb4s6jG0Zijm9Tv87kWOI5h1xtEWxjgg8hP4+7bGRrZV0k9zyGJW/VrdBj2EHNWsjF7e8aDF9PcbVlX5YZq+Fx3Hw6G0jaPGdIvRbtQKY2Ka0ONCsJVGspRoVzITYAh3d4G+QUDg+gZbXzXPmNN/TDnumF8fNmWUdT2DROaI6cZpKmLB+DXJtyo9WJ9rhwN6W2NH0exwsdQFjVA3w29LiWLJ7DFRLSqHXLRbltzE/xherjff9b6PorjxY4rUKR2d6YPBPjeA29jmK7/LG/FS7sXt8eMxnvveLSIhg0Xot7NFifYEljs942dDrU9FjWxUsGv6TVJc7VLkPp/5E3V678AFuKNdrNaY2f4jfSw1EqmFHMbzibnSquBXVmMASLS45Ow97cp7lAssNzC88C/l3LEa5LLFi4JcnqzH4t4/ofbULssgw0HKB5RXObPkbj0y0pWI9qFQvA57tvw73EuXwfSrpHZKzRUh7WtACVNm5E03TxAr9oiNY4rIy/NMidC92B8NuTZHlmwQLLNLxU0ki4HgE7G1B6HgEqccJJaB0gSWh/Bzxfpp3xHnNGViHfIlA0/F78O/tp5LA8dODVvT5BYkSuUgqb61C9sVaG1V0uto1rOmue/KYdhuhKfGWC7TRx8IjjIm77DAHLpwN8HHQLUJRR9xz//It+733p4aXt5smP2LKX5ZixQ9/xAgjZ3UOpdCOBy2n+U/ZPanUmtOxfupzBs3/KRJ1eEWE5vt3A17ANgLLYyzotAgelYOxadk1hGdqg6XLm8k6AcVa49ua9agjTuGPSsPgOeogfs/Konoa/oX2+5Yg29GO6Dn1MkK9vOD6Oj9GnJiOyin4C7tz87AmW2vUZanAwtv8b1VHDB2VByPuDWAHJLOcQziFqd8ORni3jQKPaT6DziWmYY9BYlneP5fIClh1sQw2V5iJ1BP9MLyE9KgwWQILOx3y5vF7SF/BINeKneRg4cc0d8t+Cl2+xhYhawxSqoMI2DMB+1oQ2jMp6putCJDAYiuy9lsvzTvifOMsrNVsV8qcPeyY8i3s5euz7sGXsSyTpnBHz2al4FtZm9NI9OUsrEVzk9OepC1COgIL3zrZfF9z7DkyEOnuHcK9zFWRmG0Ris6d8nD4d+hyY7BRBMvCJItwaJEPgs+dRRA7cpZvEdKeDqojsDwshbpr62Df+f5GeW4MbZMawfJyZ09M/zQCFdgv/0FdVsNtZjuoBqxGnajk53KY2dM9kZ+2onv5mcg5lQkseVagVZ3DqMe2BvFoFXXoa2wf0QTLIkdg86TyLL6F7SZwch725BveFzkCC7/v0z9PEPldlqh8K6/w8K+kyJY7MSI9kkDOYTWWR7DETfLzmw9wSZMScjaNyhFYeE8iv1zDstEtEVDtb/Qv9xbXt4zF9oBf0KV1NaR1led1i7cIqc5hdcfZuKPTXOSnR7h2/DSL5FmOtf6tv84WIXnm011EwDEI0ILQMfzkzL0kgcWZvWvaNpp3xPnc2VgHfAyF39F/cPjSAzx+EsiOfVYhaxYv1Cr9DZqWz4vk7nKW8dbxh7Oxtg4V29RiqcCiDruFBb6NMPb4O7h5lcHETZvw496iMQJLBr7FrbqvJgdLlhJjsWaDL3IExW57S5rFF6v2jcPTAWmMBJYxP85C9crj8YFFxVxcEnsohinLpQosnx8+RUiOzAg/NAQdJ190uggWzubmhp7oO+OM5hSh/D4TMGtISSThW6garkHySj0welQDZE+ijTJQAg/bPCnyapUisPAIldlFLqPG5V6aiBXdKzLkNW7t2o3tizfi+s2i+PPJKHwnoyvWE1i+QpJbFqmybag3pn8ehrn9hyH56VKovSE5SnpcwcPMy7BrdB0kkcHEcoHlCa6uOwHDTDCuHnlQslpx+zimWQYHuoUI2DUBWhDatXsU0TkSWBThZj0jad4R53NiTazFERDXEo1rcaypJeURkCaw3MX8kt0R0WE5urTLBNewUNw/vRn7Zm3FqQvP4ZKxEMo188GvDcshZxbdE32k85QjsFxa0R+tFjxAkMGpOUHP38A9YxokZluF/C70QDkbH9PMc7B0L7EO9U75o3IidnJQq4pI3O85uv+4Gh3L7IPvOT8hpwhJp21ZScrBYhkvKq0wArRIUZjD7dBcEljs0Ck27hLNOzYGrFM9sSbW4giIa4nGtTjW1JLyCEgRWDiV8DdHsaTjDOz/OwRJgj/hi3sO/NqnB2o1K4RMqeSJKrq0LRdYjqJp9hXIuHgk+hWMPS5ajSeY1HgTymzojbIsbsQ7vWVbheRsEdIVWCp+WYIWlc9j0LnFyPeZ//dxdCWBRXkPFlmsHAK0SFGOr+3VUhJY7NUztusXzTu2Y2tYM7Em1uIIiGuJxrU41tSS8ghIFViiyUR8fI3b+7Vbgi7cjED2YuVQpXkDVGDHJafykM/PcoHlMRYPuYwS43xQQK/ZV9g08Qy+HWj4ubS+yRFYwLYIreqTHCvDmiFX0F48ybMVOzu9wYCuDXC74DHsHVJeWuMGpSzdIiSrEQk3UQSLBEhURLkEaJGiXN/bi+UksNiLJ8T1g+YdYi2OgLiWaFwTa3EEqCUiYDsClgosuj3hYsvNreuxac1eln/lA7yzNsfIs12QXUZ3LRdYtI18enMfx088xHudNrXHNH8r6yQuWQILa5snuV0+czJuqqugW982yP5uCxbuTYOWTSsgpav0U4x00ZHAImMg0S1EQDQBWhCKJk7tGRIggUV5Y4LmHXE+J9bEWhwBcS3RuBbHmlpSHoGECCyGYsutrf/Aq1U5Jm9YfskRWC7ObIUy0x4hDcu3opvynB/TbGnulegeyxVYLLfY/B2WCixqlekkt7otqZAXxZsUg5f55mNKUASLBbCoqPII0CJFeT63N4tJYLE3j9i+PzTv2J5xzMJw927UrFlTXIMKbonGtTjnE2txrKkl5RGwlsCSUHKWCyw8B8tGlDm+AN3Zkd/WuhxZYIlUbUJvz8a4nTl9nEdlu0bUx/h/5yCfBchIYLHW6KJ6nJIALVKc0q0OZRQJLA7lLqt0luYdq2CUVAmxloTJKoWItVUwSqokIaz/t64NWs4MhHfy+1AVno3VkysipaRW5RW6s6Q+Om0KQTJXIAnbLjF/YbOYbQqR709jXNcpeJgsBUIyd8CCkeXxjJWfGjkbCztmQtj9JWg/MhFGL2+NbF/vBHJ5hpu46+XOnmiwojD8N7fWMHh9djx+H3UB+bsvwaCaqfXuMOQ2b2F6TCh0EM2vTkAxtvlj7yBfXKnih6E/JyDJh9Usc66KHFtgOY7m90eilhWfF0cXWPp4boDve38UskBAMTeiSWAxR4i+VzSBhCxSFA2OjLcaARJYrIbSYSqieUecq4g1sRZHQFxLcsd12OO5aNI3DZZvbKwRVU4PL4HtRS5hUp0I2Z3/vLM1mt8Zha19s5ms4/SYdnjWYhkamvhF/e6K+ljtvQF/1k6Ew3+2wIsWa1DsaD2NwDK/8T/o1/oAGq+YiBKeVnwzkm1pwm6MeL8Hg4ZvwcsnZTGZCSypn29HW+aUAAAgAElEQVTA75PcMGFyfaRIZGyfMbfD+D1KYHFf0gwLIsdgbsdcCesU3W2SgOMKLMCJcU0xLslILGvhbWCb5acHRVdAAovxMCGBhSYPIhAPAbmLFIJKBKxFgAQWa5F0nHpo3hHnK2JNrMURENeS3HF9f2lNjI1cjmUd0ul1NiLwEAbUH457yT0QmqoZ5i7zRcjs4liZ+7JGfPHvUAofB5xD8Z31MOaOF8Ke3sN/X5ph44pMWNllONYH/Igug6agZw0el6F/betfAvPvZII6BKjebxV660Rc/LehDZYmXawRWI6MbIe3rZeh4KF6mBzeCYWOTUZ438PoWSxSHFibtRSKfSN/x4c2jXC+zyMMYAJLKLO9tV8Evs2oxguWBHTmAv0oHWNuFzQCS/kpYVi+ugxWLq8Hw1dom3VfYRU7rsByFHWzj8JuGD8z7qiELY9GoCpUFnuTBBYSWCweNHSDsgnIXaQomxpZb00CJLBYk6Zj1EXzjjg/EWtiLY6AuJbkjuub02JFE93eHu5bEpcbXMCAUpG4P7cKxiZeh74fa5kQWIphRY7LmFwvVnRp/I9vvBEs6tAvCE+SGIkiTmFEo8vw3dwLuaMaV0fcwMTGf+BFZjWCsk3Akr7fgW+Nab7oLdxTlcS4TRNRzgmiV0IujcSwi76Y0uV/6Fv/sUZgeTytAc6U3IKepSNxeWZtHCm4C/0rxr4YG3JrtTkfZhcZhEspEuHHJmuxqEtOcQNOYS05rsASt6M+v/kAlzQp4S7DlySwkMAiY9jQLUomIHeRomRmZLt1CZDAYl2ejlAbzTvivESsibU4AuJakjuuTUewPMf0qsNR7NBilGUmhN4ci177WqKHqoFJgcUwqsWcwBJL5THmNZiLYv48h4j2uruiMzaknYxh1SKxbXAHBLTxR9kzdTEy4A8sqLwNLVcVxZpZtZBCHFobtHQJo6qOwLMShZDG9TkuHwtCka4j8eu94fj3t81oVzASwYf64vf/9dXknTHxKqfhVnTzz1hbaAt+PToSr3t3xJde2zX30mV9As4nsDzGiMpLUe6I8iJY1AjG++chSJrKHSq3pEhspdw0tEXI+s8d1ehEBOQuUpwIAZnylQmQwPKVHfAVmqd5Rxx0Yk2sxREQ15LccR1XDpZqJ4rFG8Gypm0pfBnMtwgVMxJd4hdYbmBSy72otbw/vlcZR7DsHd4QAb7+aJ5bjb8X1MbO3LvQ4FHdmCS3l6bVxrpMyzG1iX4CWHGkrd3S4ZgIliR7emJ04AhMbZ5aE7WzPc9WnQgWY248gmVOVA6Wwh+2oVf9m+i6dyh+sNILo7UtdeT6HFlgubSiP1oteIAg6Of1CXr+Bu7s6ObEMo5rduQIFj4OH6ythvZdD+ADMqLl6gfo/tsODPpuJSpv3oVff5A3UklgkceN7lIIAbmLFIXgITMFECCBRQBkO2uC5h1xDiHWxFocAXEtJWRcX13aFF1n38Qnl8TIW2UKlrNThJLH5GBJjKAUbbBolS+yPpqLGj4L8cYjNdzffkGn3WdMCiwtU/ihYYUxSNvnABZ1Nk50y0/K6TPnFbzwEDlb8xws1/BHxeNocIyJA/c3os/QnXBNz/OQ1MOkafUQwhLfRp8ipI64i5nNhyHzhI0mk+SKI26tlmIFlnTMtjV9+mP/Gw+Epa6LmbOY7X7NMEU9G7NbpdacMKTPTZuDRXuKEPByfz/0OVUbK0aXh5u1ukf1aAg4rsDCj2legYyLR6Jfwdi4LzWeYFLjTSizoTeLUrM82a0jCyxq1REMy9QIXjPuocN3E9CVJeOec7ANXiyojj+2NcLivV3Z3GT5RQKL5czoDgURSMgiRUGYyFQbEiCBxYZw7bRqmnfEOYZYE2txBMS1RONaHGtqSXkEHFdgeYzFQy6jxDgfFNBz2ytsmngG3w40/Fyabx1ZYIlUbQI/prnZG38Uc7uG6YVGo9JVfxSE9nO5xzeTwCJt7FAphRKgRYpCHW9HZpPAYkfOENQVmncEgY76JbJmzZriGlRwSzSuxTmfWItjTS0pj4DjCiyhePvyA0JNukwbuRLJk916smS3FoQ9ObLAwnOw7Gr9Lf6teR19G73CnKJDUPaSP354MBLtijzF8LeL8Y2MIU4CiwxodItyCNAiRTm+tldLSWCxV8/Yrl8079iOrWHNxJpYiyMgriUa1+JYU0vKI+C4Akv8xzRv/q8ClmUbjbSLjmEWSywt9XJogYVtERr/fRVseeaBdJmTI+jpC7hn9kbA0wBUGHYPU/tFn2kmlYa2HAkslvGi0gojQIsUhTncDs0lgcUOnWLjLtG8Y2PAOtUTa2ItjoC4lmhci2NNLSmPgOMKLLbxlWMLLOdwcPYDRKbRTfqbFDlLV8e32eQcWk0Ci21GGdXqVARokeJU7nRIY0hgcUi3JajTNO8kCJ9FNxNri3AlqDCxThA+i24m1hbhosJEwCICDi+whIXirzMncfutCq6pc6J26VwWbQkyhOXIAospx6vDg/Hs6hbsXPwClRf1pS1CFj0dVJgISCBAixQJkKiITQmQwGJTvHZZOc074txCrIm1OALiWqJxLY41taQ8Ao4ssIT964/qLWbj9Oe0SOuhhvrjGwQlK4bpflPR+jv9o5uletYZBJbgd9dwbs1KbFi/Apf+DoS7V36U9OmN/tPbIL1UEDrlaIuQDGh0i3II0CJFOb62V0tJYLFXz9iuXzTv2I6t0S9vu3eDktyK4U3jWgxn3gqxFseaWlIeAccVWF5hev2GOP7zOqzvnAnaDTChuLGwN2rsr4aLW+rIEhMcWWCJVO3CH5lr40CQN36q2Rq/tvHFzyXzI2XsKdayBjgJLLKw0U1KIUCLFKV42n7tJIHFfn1jq57RvGMrssb1EmtiLY6AuJZoXItjTS0pj4DjCiw8ye1xdHs0AlWh0nFcXJ9L860jCyz8FKH7h2dj3eS5OHTzE3IWbY3fuvnilzL54ZFUmv2mSpHAIp8d3akAArRIUYCT7dxEEljs3EE26B7NOzaAGkeVxJpYiyMgriUa1+JYU0vKI+C4AstN9CoyB/m2L0CHLLHbgcLuL0ehRqFYe7kzCshwpyMLLLrmRude2bF0GratvwL3H4dhxunRyCmDCQksMqDRLcohQIsU5fjaXi0lgcVePWO7ftG8Yzu2hjUTa2ItjoC4lmhci2NNLSmPgOMKLMDfc1ui+CwVWvZvjUreakQGnMGYyYeQpcc6HOyeSZYznUFg4ZEsb67vhf/cqdi95wxCU5dFpabD0GVgNXjJoCJJYJFRL91CBIgAESACViKQtaKPlWqSXw3/Y0EXESACRIAIEAEiQASUTsClaNqvjiDy0mvULORtcT8eHl6JvlN24GIg4MaSuXbt2wN9q6a2uJ7oGxxZYFGrzmFl3Q7wO3sDngWbo17rXqheqxhSi8jB4lPn6y/uZXudbiQCCSCwbfs20PhPAEC6NcEE+Bi0F4GFnoUEu1NSBTTvSMJklULE2ioYJVVCrCVhskohYm0VjFQJETBJgD9fjimwhOLtyw8sra2pKwm806eMSnxrmeMdW2C5g40d28CPRa18TpYfhWo0RtWatVFWRA4WWlRbNtCotPMQoEWK8/jSUS0hgcVRPSe/3zTvyGdn6Z3E2lJi8ssTa/nsLL2TWFtKjMoTAekEHFdg4clsR2E3Io2MdUclbDFKfiuNiSMLLLoWfvrvPE7t3ICtUUc1p07TDVPvs5w1Mk6vlrRFiAQWaQOMSjkfAVqkOJ9PHc0iElgczWMJ7y/NOwlnKLUGYi2VVMLLEeuEM5RaA7GWSorKEQHLCTiuwGLK1lBcnNYdI5P9id3s6GY5l7MILLq2RwYH4M7pe0hftbjtcrCQwCJnuNE9zkCAFinO4EXHtoEEFsf2n5ze07wjh5q8e4i1PG5y7iLWcqjJu4dYy+NGdxEBKQScS2AB1OH7Uf/bvzHofl8U1zu+WQoNwBkFFmmWx12KIlgSSpDud2oCtEhxavc6hHEksDiEm6zaSZp3rIoz3sqINbEWR0BcSzSuxbGmlpRHwNkElrB/F6LgLwGY9WgQqpLAYpUBTQKLVTBSJc5KgBYpzupZx7GLBBbH8ZW1ekrzjrVImq+HWJtnZK0SxNpaJM3XQ6zNM6ISREAuAccVWM6gc4lp2KPSSSoS8RkvXn1G/uazcXlcAVlIKILFGBsJLLKGEt2kFAK0SFGKp+3XThJY7Nc3tuoZzTu2ImtcL7Em1uIIiGuJxrU41tSS8gg4rsASxylCrp7IlCaxbEc6usASGf4U5xYux/9SV0OdBsWQwu0JHt9Mg2w/uMtmQgKLbHR0oxII0CJFCV62bxtJYLFv/9iidzTv2IKq6TqJNbEWR0BcS442rtOnTy8ODrXkkARevnxpN/12XIHFNggdWWBRIxg7WyfD1LNFkcvjEpL+egNzxj7AwHS14T7yKUZ3ySgLGgkssrDRTUoh4GiLFKX4RUl2ksCiJG9rbaV5R5zPiTWxFkdAXEuONq65wHKnRxd9QBERiHz21BiaW2K4ZMig97k6OBipxk7EqvC6RuVdkAiequx6n0cgFB/UT4zKuiE5Uqj06w7Fe3xWvzEqm1TlDXeD80U+q1/zmo3KplBlhBuS6X3+Qf0YEfhiVDaVKgfLguGq93mg+r4Ju9yYXdn0Pg9HCD6qjZklZnYlT5Bdr5hdHxNoV05ml4tOHWoEqv9nVKcrI5XSwK72mfxAAovxoxB56TVqFvIWN7HE0ZIjCyyRqk3o47kItR8cRMWU/uiX/xx63JqCTI8noEOlN/jz3hTklEGYBBYZ0OgW5RBwtEWKcjyjHEtJYFGOr6MtpXlHnM+JNbEWR0BcS442ro0EFgvFFfWb1/BauAw7I/pFvbTr5Jhg2F3YS7unKiv7L1WME7RixDP2b/2yWpGFR9TEltWKLG+NympFllR6ZS0TWZ4wkSVUgsjCxYgHRu1rxQhpdmlFloTYZVpk8VBlYhJWUj0b4haPTIkspuxKzOzKEsOVBBbTcwcJLMZcrr7cjqwVfSRPtmrVEQzLMBKVLp9Alcx3MKfoEJS95I+C4MLLBvi+90ch/SlCUt0ksEjCRIWUSsDRFilK9ZMz200CizN717RtNO+I8zmxJtbiCIhrydHGtZ7AIlVcUauhDgkBF1f4FS2wcMHkHRMj2Ld6wOMSI4KYyGJY1jpiRJCRIKKNZOFiRKx4Iz2SJS679MUIbjQXj0zb5cFElrQSxaPUTDzyNBCPuMhibFdCRBY1IvFe/dCEv2LtSqjAcutxAI7+/QR3nwTi4fN3yJExFfJm8UKVglnxXWYvix9M2iKkj8yRI1i4JVfHfY8p/4zAxIkZ4FdzCkrtHodPsztj0akGWHGij0GcmrThQgKLNE5USqEEHG2RolA3ObXZJLA4tXtNGkfzjjifE2tiLY6AuJYcbVzHCCwyxRV9gYX/i4sR/KU90kBkSQwPVWa9rSpxixGmIz6CWSSLoSBjOpLFtBiREJFFK0Y8kmhXMBNZnpsQj4xFlhC8Q4g6wIRdxiLLJ/UrtrEpLpGFJwWVIh7pR7KoWRzPe/V/cdrVIdMaWVuEwiMiMWD5Kezcf80wUEkzLlQqFerW+AkTWpdl/y39+SSBxXkEFr5FqLdnY5w2EGS9s9dEn3W78OsP0seFbkkSWORxo7sUQsDRFikKcYuizCSBRVHu1hhL8444nxNrYi2OgLiWHG1cawSWrh2l5VxhkSsIDUXk61d6QGMjWLQfczHiAxMjIk2KLJn08pyEs0SXQeoXRi/4TI5BMlUaPUGGbxcyLbJIj/hImMgSwez6Lw67DMUj03YlYXYlNbBLvMiin2uGiyym7UqCPpmPWiyw8GHScOxOXPvrodkHr2SJPPDrX91suegCJLA4j8DCk9x+CU6KJPq73CSPhbgKksCSYIRUgTMTcLRFijP7Qqm2kcCiPM/TvCPO58SaWIsjIK4lRxvXXGD5x6emMSDDhLZxiCs8asJr4VLsiOitJ5xoX9qfMDEiXK9uV/BIFmOR5RMTWQwFmbjFiEAjQSapSrrIot1WIzXiw5QYYcou1lu2DUk3SW4YPuOT+qVRX03bFcgiWbhd+turuMiUBCkZw9gwj4RHsqiQiiUf1u1rXCJL/8xnLBZYJm6+hCXrzkp+6Pp3qISO1fJJKk8CixMJLKpzWN1xNu6Y8LyLugxaL+pKSW4lPRVUiAhYQMDRFikWmEZFHYQACSwO4igrdpPmHSvCNFMVsSbW4giIa8nRxrVJgcUCcUWVPBlSTZutOUWIn6zDk9pGX3GLLKbFiM9MjLCFyMK31RgKF9IjWVSaJL3Wtysli2RJrRehEwIusrwzEmRsIbKoWMs8Sa+uXZEI0yQf1hXFLBVYXr0PRvmOyxHBtpzpXrnyZsD+8Q1Rfehm3PuXJziOvdyTJ8HJeb5Ixf7f3EUCi5MLLKoXuLHtGtJXG4WBK0lgMfc80PdEwGICjrZIsdhAusHuCZDAYvcusnoHad6xOtI4KyTWxFocAXEtOdq4NhJYLBRXVN6p4TlsZNQxzXGJEU/ZS3uYnhNcWVyGqYgPfhKQYdSLNuKDixGxRyhrt9VIi2ThER9hCRBZ4hYjnpuwy53ZlcEoksW0XVxk8TawyzKRxZRdUiN0+NHN/MQgY5El1i5LBZbRG85j1aYLRg9c+sze+LNdefy5/CSeP+anQulfAzpWQodfzEexkMDiPAJLXLPy54u90GViISz2b83i3Sy/aIuQ5czoDgURcLRFioJcoxhTSWBRjKtjDKV5R5zPiTWxFkdAXEuONq71BBYZ4gonGyuw8I0sKiYwZGFSSOyrERdXeNLXCCORxZ0dy5xO7wWfb6uxhhjBc7hwASH6skxkMT7COS4xwpRdfPtRciO7PjG73pgQj+xTZIm2y1KBpcawLbj7z1OLHzipuVhIYHF+gYUnv6Vjmi1+hOgGIiCNgKMtUqRZRaUciQAJLI7kLev0leYd63CUUguxlkLJOmWItXU4SqnF0VjHCCwyxRVDgYX/m4sR/MQgY5HlBRNZvuhhdGVihGmRhYsR+lEvPBeJqYiPULatxnBrEd9WYwuRxbRdxuKRZSKLJ7PLyyiSJaF2SY1kcWH+SmHgL+4nnhenT+bjFuVgKdXdD29evDN6VMxFsGTKlgbHpzU1+4iRwOI8AgtPcvvueYDeUx4Z8gRnp7fF/EPVsezWFGQxOyKMC1AEiwxodItyCDjaIkU5nlGOpSSwKMfX0ZbSvCPO58SaWIsjIK4lRxvXGoGlYV24ZMgQCymehLY85wrfFhRzRUbCc/ioqC1CsR9rX9ozMZElNq+GNpLFWGSJW4x4a3ciiym7tGLESyPxKBGSskiWtAYROjySxZRdIkUW4wgdF5b2NwXb2qTrrwiEolOmjRYJLGV6rsarZ4FGD1x8OVh44bQZU+HM7JZmH1QSWJxHYIlU7cLo7zvivEo/sbOrexG0muWHhmW8zI4HUwVIYJGFjW5SCgFHW6QoxS9KspMEFiV5W2srzTvifE6sibU4AuJacrRxrTmmuUcX2eKK+lMQUk2chjXhTZnAEKIH2jIxIq5tNeLECNOJb5+asMu0GMG3IRlG6NiPyKJ7Fq6anfDE7Qo18JexXe0z+VkksNQdtR03rv9nscCSv0B2bBle2+yDSgKL8wgsZp0tswAJLDLB0W3KIOBoixRleEVZVpLAoix/k8Ai1t80x4vjTayJdVwE9AQWFrmiDgmB+s1rg+Iss4qJyBUurqjfvWPHNC/Dzoh+7ASap+xQZkORxZQYEXfEB9/ao7u1KAyfEMwiPgzztySBbSI+tCJLMh37uRjxLMEiiym7xEeyGIospuxyY5Es6WMiWSwVWCaxI5oXmzii2VwES5cWZdHHp5DZB5UEFucSWPg2oXu7J2Pp7NW4/vgjUmYtjcq+k9C6aW5ZCW45HRJYzD5GVEDJBGhBqGTv24ftJLDYhx9E9oLmHXG0iTWxFkdAXEuONq51BRZ1cLDF4gonGy2wgB0wzI/5NSWyJGcv7XwrUPTFoyc+sRODDKMoeMSHJSKLu8pTbwsOP+o4oblLTIkspu1y0ySzNbbLOJLFjdmVVKB4xI+m5v7QvaTa5cokJu4vvl3IUoHlReBnVOq2EuFfwvXajk9gSeyeGCcX+MI7Rez4iOuJJYHFuQSWvyZ9jx7zU+DXzl1QJLs7Pv23Caunb0Omdhcxd0xRWRM3CSyysNFNSiHgaIsUpfhFSXaSwKIkb2ttpXlHnM+JNbEWR0BcS442rqMFFrniir7Awv/FRZbnTGQJ1oPOjwI2LUYYiyxaMSK1Xj6Q+CJZEiKyfGbbekIlixHGdnExIplJkSUuu/QjdLgQEqIOsEmEjhSRRc2y3PC8OIb+irarc6ZNFm0R4k6fvOUKFq09Lfmh69mmPHrULCipPAksziOw8NOCBnpORqXrF1AjW6xdoY8noF3+m+j73g+F9DVCSWOEBBZJmKiQUgk42iJFqX5yZrtJYHFm75q2jeYdcT53NtaBn0Kx9/JD/PM4AHfZ/9Rsu8U32VLju6zeqFEkB1Ilj032KY4yCYfEOn4CXGD5t31rWZEr0TXHRrBEf6LWHMscJllkeWO0BcceRRZzYoSUCB2+/YifhKSbTDY+kcUS8YifssTPcIq+eE4YaSJLBPPXSxMiS2J2itAxiwUWniO53mjTuVgMR2PxYrmxZmANyY8pCSzOI7CoVUfwR5p5qP3cH8UTxdoVEeGHvmlPoGvAYnwjeWTEFiSBRQY0ukU5BJxt8a0czzmPpSSwOI8vpVpC845UUgkv50yslx+6hakrTyI0WP8I2mhK7sndMbhdeTQr/23CwcmowZlYyzBf6C2OxjrmmGY9SvHnXNEr6uIKr/mLsSWiC49RifmKixH8mF9DkSXuiA9pIotWjAg0SibLc7JYIkYYHuEsNZJFzVrmJwYZ25WYRbKk1dsuxLdK8Twrhsl/v77IotKcGKSbayYuu/pnPmOxwMIHQXhEJHovPoZ9h26afP5UKhXq1vgJ41uXgQv7b6kXCSzOI7BwS84OYQJb5DwM6pUvKufKZ1ybXQf+n6dj9MB8UcYmQ6qMXpJzsthYYAnB3Qu3kK5wYXjqqEJSB3BsOWvVY3nLdIeyCTjaIkXZ3nJO60lgcU6/xmcVzTvifO4srEetPw8//wuSwHVrVQ6/1/5JUllrFnIW1tZkYqu6HI21scDCxJVkyaFK7R2LiB3FHJ3Q1lBcUXl4INWkaZpjmrUv7YYiCxcjPuvdphVZuBgRm3Q1bjHCeLuQtUQWw4gP0yILFyPSG9gVn8iSRqJdcUWyJFw8sqZdcgWWaIdf/d9rLNp7DQ+fvY8ZAz/kTIt21fLhBxbdZ+lFAovzCCx8i1Bvz8Y4bZAryHBMJEN9zHzvL3m7UIIEli/3JqJUmWl4EtULlVtGlG0yAvMm1EU6JqhEhm5Eg6xDUGz7PQwuFffw5fWULvkvpr1ZhvImilmrHksfICpPBBxtkUIecz4CJLBofXpxQmHUmVIQ698s1/ydiHh3ChM7tcXMY++hcvXGb4O2YE7P76Ey+LsUPSJcI2po7i0X/gxrejbEoM332II7MYq0XIR1E6ob/QjwbGsLFO90FyNPn0f7vGLHFc074niLYv339JKoOuGBnmEtFr3E1DrA8yN9Ua/DavyP5YNMnLYYesxcjQFVUkmG4H+GrbGm7ZVcnkfvzx/mg6oFs0q/xwolRbG2QlcdvgpHY80FFrqIQHwEXr58aTeASGBxHoHFVoMq4QJL6S3oErUA/fTiIGZ06Ai/8D9wcm9bpJXYa3MCi8RqYK16pLZH5ZyfgKMtUpzfI8qzkAQWIPT2KJSuOBfPo0SS8izkeXHjTFiUbCkOLa6LRG82oX3pPsg4/T6m1UlsNEjuLa4Gn4OtcXljU1wb+SOaHWmBvQcGI3f4JYyoWR1/1bqEnf2zx9wX8W4jWhTugaNBOTCGBBanfuhEzfFcIBzwYRmOjtOPHIkIWomGuUYj+4LLmF7PE1zYK9cxEjMerMVvKcyj/8C2A5XtshLBQfrH0vI7V4ypz8LeXdBq6CajirzTpcSp2S3h5upivhErlRDF2lx3DX8cjC4fLcKW0RFvmeSF3BX+xKq1bZGH/XB4eXFttJl2F2HqNGi56DCGlDeeb8y1L+J7e2EtwlZqgwiIJkACCwks5sacVQUW3lhk+AF0zt4OmVY9xogq29Es7ThUOaP9BfDB1g5o1mMH/hfG/mSlqYxJm9Yh355CqDr5WUw/+S86o1Qt8ONoN9TIcgbbTpbGujc+WKBTT+jtRWjWfBROPQ0Dj5r5bcA6dP7SDDUM6uG/DNFFBBJCgBYpCaFH91qDgNIFFnX4DYyt0gCvfBrizNinmkjHctiONuxvQvHj59H1By1l/gLb8d5YXF1SXQ+7mokoAwq3R6Y1f+H3/PcxtkJJBPR8jWn1tcU+sRfagtOL4NiJ3sii+SQAG9uWxJr8nZBs3MaYv1/W8KXUOmjekUoq4eVEsd7YNhXW5/sLW/rk0Ou04Q9Daja2dddN5iycs/s6Zi4/brJYrzYV4ML0k+lLTX8/sV8N1CuZ21wTVvteFGs5HY4VYetilY546xFxAyN+qYQjRXfi1NSXaJfvLHr8NQE/3B2FKn2yYCv7MdF1T3v0vtkXK/t/L6dpm9xjz6xtYjBVSgQEEiCBRR/27qsBKJTePl66r77cjqwVfQSOBtNNWV1g4c3whcSqvOewc/C/MQsFX4+FqFlgGeocPoFu+dW4MdsHtRaVwKG//0Q2gy1Cn3a0QK4OZ1F3/C6MqJ4BXhlPaBbTXKhpl/MUOn/ji2RTrmh+7Qlnv1y2/KkPvlv7GIMzxb/V6KvTpg44HAFapDicy5yuw0oXWPjWik43R2D/oOuoFLWVlAss/CW0nI7AwoWSAuOL4PiFaKFEOxTerm2IUosq4/SxLpvBDFMAACAASURBVEiD+xhTshQC+7+KEVh4dEyZcg9jtqgGsJelyhN+xM4TuTBAR9gXObBo3hFHWwzrZ5hdowBm/pcGH18Hara01ey9HNP7l0TyoB1oV6A3vKLWNDyCpUKfNNh4dwYKSchd12DMTlz766EsYD9X/gHzulaRda+cm8Swtrxn+iKsscD195RCaHljHK6u+GIksPhvSoMhFfei1bH5qCgh4sjy3sm7w15Zy7OG7iIC9kWABBYSWMyNSJsJLOMi12n+GEX/EtMmozYMNt2EnZjZ8nskVoUg8HUwkrOMvHzPvG4OFi6wFBgTu1DW/UWn6d32yD88Dw5cGoQ8BtbRFiFz7qbvLSVAixRLiVF5axNQssDC5/RKNf/BmHPLUeat7t8J/S1Cyd+dxpD6PtiiHqITiQKWsuwGBhT4FcmnP8HIqPfIC7pbhJjgMs+3CsYdrs7ys8xHGfay277oZJTechLtf7AsksCafqd5x5o0469LDOsQnFn0B86l74euNT3x8sRoNGm6CtXYD0N8XAYebI+SLXbiHeuqi8s3GLL9EHoUl3accuX+6/H4wWuTRpqLYMn7XWbsGVNPGGwxrC03R1eENd7aHoDFDfLi5M+3sKpTev0tQos3Ia9fLVypcwbja9rXViF7ZW25d+gOImB/BEhgcT6B5fX1WVg1JxHqLeqKnMy8iKBrOLPrf0hfvjq+yeRu8SC0mcBiGMHCtwh9vOuP4b0mYftfj+Cetwb6T5iONqVSGeVOiVdgua0vvuhaTAKLxf6nG8wQoEUKDZGvTUCpAouaiR9jK/yMt72uaqIVDef3iHcH0KdWG6y/G67Zctqq8gvs/jgAf62I3SIUwMT6YkNzYz+LlIwW5PmWo7nN62P0sXdwcfsGrVrnwtYDP+HIhS442/FbrMy5H7sGf8fEGRJYvvbYF9H+15rjD/ZOi2GRO3Gyx3FUKLcLzfccQvdCSfD+6ij8WuMCel/YhUYSctD+OmQT7t95YRJVfDlY+A258mbA/vENRWDWtPG1WMdnoCkRVrf8xSkl0XRHY+w70luTg0X34tFuDbfUxx62LVGaHCYMdZysDfPPJM9UA9N2LIePhLFm695HfnqFv3YvxoxlEei+bziKswZNffbvypbozNIQJM3bDasXNIRrwHt4envaunvC6395aDiaD96ONxEpUK7bKsxulxuvzo5B656b8FydAc3H+6Pfzx5QCg/hDoinQRJYnEtgebunMRo1O4k8NYdh0JquyPrOH30LNcTfSbzx8YUKTVbcQ18f6YnnOR2rCyxx5WBplzUQL4OSIkMargKF4H9rO6BizxRYzX41LEkRLPY0b1BfdAjY44KQHKQsAkoVWD6xl5dcbXaadHb06SuxX2ojWk5Wvq35lVl7PcPkygXxoN1TzGse96/LPKKlR+BSnOx9HOVLTIP+OS/amor3u6CXBNfWI5DmHVsTjq1fBOuwFwtRK9959HuxDD9HvaRHCyxLcvyO5hcH4uLaulEv6c8w5eeCuNHkHla0M//S2HbGAZw89a9JYCvGNGRJbmEyyS2/oXy5b7G01y/CYItgbakxpkTY6Dq027XcsOjKclTy0q85gkW7dWBbg5ptrYedTXrgADv91TP3APhvbxuVy8nSnli3fFysNQJL1OEU7XIGYnW77zExeLomAbitRCK+xcpnYyuj7Zv6Fv+H2Q2b4KAqNd7+8y2mX5/CBBZTnwG7+9XFx+6z8Lr3TBRZWRrrhybCuNm1YUc7tBLsTDUuYnDp9ojodQqj887Eb61fYeC5ljhUtT1cB57CsHST8XOfRJh1ajieD3R+HgkGauUKSGDRB+rIOVjUqidYUe0bBHQOZCKKdha8MpwdovBlBxZMKIqnm+ug0/gSWHppCCw568yqAovhKUJpdH4BbBk6BEUrXUf/M5vRKm8SBLJjCUs1+oxF0QJLqQsYdGczGrA/YvFFsBjmYPn0YhUL6f4TBTbdR9+0LIRcpx4rP09UnQIJ2OOCUIFuULTJShVYDJ0eV4RiZNBz7JnSFF1W/oQdOnkrPh/phh/auWFrHLks1CGBuLKuI5oPCcYoE9ECFMGijMdOzByvzcFyuNwpbGDRUa5RueMyzmVRWukHI1/9hxh7bC2asLXRhxujUK3KStTedh+DS5n3weqj/+DPuQfjEFjiPkWI3/Bnz1/QrPy35huxUgkxrC3pbNwi7DMW/Vahl2lxhf9IuKljWc3WoGZ3ymNmyv1YwsQwP98M+F+7FxjBz5H/ypclAsvYV+NwfFMBzK1XBwuvhSNlnjZYsWsCUi4thFr+3sjxKAhNd43F7c7NsP4/FbzzD8LOfb2R/fkq+Fbvj8Nsh1q2CuOxjp20dKVjKoy+XwRf7t7AZ496WLzpe0yrMRbXwhLj2xYrcWJq5TjJqCOAsMcL0LD2PQzVCCxsm6eJz6IjNtzztkSzNOfg1m4xmvCYfqe6/sOsurXwuMlprcDS9h3+2JwHU+sdQtNt/micbReLeFuBctv9UeiENqLHuXnYl3NJYHEegSVStQl9PDfA9z17ltRszlGdw/hvWuOHnf/A5xsWRWfwvdSRmHCBpcw0PIlqjZ/oU7bJCMybUBfp2K80hgtUw1OEhi6Zj85sixAPBZ/6c3lMvh6OtsteYlhE3DlY+FYj3VOENCHes/wxsV56o3rG15SKgcoRAdME7G9BSJ5SGgESWLQeNyWw8ITqPfelRv5q/TBhWhcUifmVWftCe+rXW9jQM53RkOG/qFad/AbZizTHnwsnoLqJ8HgSWJTxpIma43W3tOkmuU3JMF/xa4lugw9oTljUXdNI8UBoeARKdl6BoHefjYrHt0UopXcKnJvvq8hjmqNBxSXCPmfibPUunzHx9HJUS2PsBZ4zp/Gu9jgwsyR4Em6HE1h01u3RJ3rm3vgjmh9rjyOHfLGtYV4cKH0F41Q+qLG4JJbvGwfV4qLocXMozmwugLGFa+L9wLsotiMHFnqtwak5HhiQrz7cJr5Eie2pMMdrHw5MDI/5rPVdKREsUfP8Q32BRTP3m/iMfx56fRK6bPkZy0YWkvKoOFyZ9yeH47fuO/ABbijfez3LX/kA3Yv1Q6oRJzGq0k60K7sFvzKBJVpccnYe9uRAElicS2AZ6LkIdZ4cRFkWBvf5Yi808XXDvFtTNNGIoY8noN1P9zH87WIwvUXylSCBRXIrVJAIOCgBUYtvB8VD3RZAgAQWAZDtrAmad8Q5xBlY7778EL+PN72dziRJtm1o/jAfVC0oNvGGfbE2LcLyH/z4SWNzHjBIOpdKnQNjTp8H/5GPX2omhqncWCJEnguqZk+H3CIUbQu3J1qs9vJ2Q2hAIFL+sgJ++YbEbO05w8Rsv++vxWyVjOY090lqeKVSa07HKsS2Ura8XVBTbkf/cA3Hd4NfwTYCy3+Y034BUlb9jA2L/0JE5nZYvqolMoqbOmzakjriJIaUGwTPscfQJ9t8NKx7FR0PL0e2Q+3QbfIlhHp5wfV1AYw+OwtVkvOuODcPm8KWUTkJLM4jsKgRjPWNkuF4tn0Y0i0Ca1oxAbn+c4z/3RNvru/F/J718azkRc12IUsuElgsoUVlFUfAvhaEisNPBjMCJLAobxjQvCPO587CeuzGC1ix8bwkcN1blUOv2j9JKmvNQs7C2ppMbFWXlC1CugILz0XVZE9L7D8xCOnvHsLdLFWRmG0Ris6d8mBYbnT62ziCZV6SpTi2rC5Czp7Bx1KlNVuEjASW/5VEnTU+Jk//NLTfVLSKqc9e7OiKKUGjUOlKB3zstgGJp/tCNXgd6jqJwhLxaQu6lJ6KXDOOoW+epWhW8xDqR0WrqENfYeuwBlgcORrbp1YAzzDm7Dxs9ZzIrZcEFucRWLgl4Syp7ZAyDXHkKZC77FxM2dYVmd02obdnO4Q0WoTx85rA2yDJubmxQwKLOUL0vaIJ0IJQ0e63C+NJYLELNwjtBM074nA7E+vlh25h6qpTCP0cahJg0hTuGN6xEhqUjj5TSxxn3pIzsRZLzvLWLBVYdE9Xc/Mqi8lbNiPfnliBJSOP1Pm5hSYHS9aS47F+c1vkDIo9yS1Z1jZYfXACnvY1FljG/zgLVcuPxQcWFaN7ypspq6QKLJ8ePEZozqwIOzQQbcefd7oIFs7m73Vd0Xvaac0pQgXqTcG8YaWQmG+XqueH5JV/x7ixDZEjKjOxEnhY/hTY7g4SWJxLYIm2JvjdU3wMZlt13VMjjZflRzPrUiGBxXbPH9XsBARoQegETnRwE0hgcXAHyug+zTsyoMm8xdlYBwSFYMWh2zj+1yN8CWMZQtmVxM0V1UvmQfOK3yGFu4U/w8nkauo2Z2NtRTRWr4pYWx0pVUgEYgiQwOJcAkv4u6NY0KoJVpx4FWNYrnJj8Oeqofje4AQ5qY8BCSxSSVE5RRKgRYoi3W5XRpPAYlfuENIZmneEYNY0QqyJtTgC4lqicS2ONbWkPAIksDiPwBKdg2Wf+zqMZluBsrFEtxFB17Ct+29Yx7YhrvVvrdmGZ+lFAoulxKi8ogjQIkVR7rZLY0lgsUu32LRTNO/YFK9e5cSaWIsjIK4lGtfiWFNLyiNAAovzCCz8GOZB7JjmBm/8UVwnwDMiwg99Ux9gxzf7aY5vtvQigcVSYlReUQRokaIod9ulsSSw2KVbbNopmndsipcEFnF4iTWx/koEqFkiYDsCJLA4j8CiVh3BsPTjUf2e9pjm6Cvs/Qx0z3kTfQMsO545+n4SWGz3/FHNTkCAXnScwIkObgIJLA7uQBndp3lHBjSZtxBrmeBk3EasZUCTeQuxlgmObiMCEgiQwOI8Agu35HjPpBhzqj6GrpiEH9KqEf76GGa0bYHXJU9g+ZxyEkaEcRESWGRho5uUQoAWKUrxtP3aSQKL/frGVj2jecdWZI3rJdbEWhwBcS3RuBbHmlpSHgESWJxLYFGHB2DvqFqYufgs3rJThFzdM6Jsh3kYOcIHHjLzwpPAorx5gSy2gAAtUiyARUVtQoAEFptgtetKad4R5x5iTazFERDXUkLG9f/WtkTT6YHwTnYPqqLzsH5qZaS0Ydf/WVQH7TeEIDl7kUmStQUWLmmJjDrtvTo7Bj1GnEfBnssxpFYa8PKTI+dhaefM+HJ/Idr8kQhj/dohh6sNOymo6hc7uqLusiLYsq1dDANTnwHvcWhsJ8y9nxYebz6iyuhFaFXwBHrk34dWf09Bcfb97n7NcbnaOgz/2UNQ75XTDAksziWw2GLkksBiC6pUp9MQSMgixWkgkCFflQAJLF8V/1dpnOYdcdiJNbEWR0BcS3LHddiTWWjQKy38NjfViConhxXBtmKXMbWO/L5/2tECTf4di539s5us5OQoXzxtuRJNchp/Hf5iLbqPc8Pk6Q3hESWgRAssi5rdRu8W+9DUbwpKecrvn73cGfFhF/oN2YSXT8pjapTAYuoz3t8vDxegx9KCWDi6FMJeLEe7UamxeF4y9I0SWNwXNcLcyPFY2Dm3vZjnVP0ggcW5BBZ+ktC93ZMxb8I8/BuggptXGTQZNAH1a+WRdYIQp0MCi1M98mSMtQnIXaRYux9Un3IJkMCiPN/TvCPO58SaWIsjIK4lueP63uJqGBW5Cqs6pdfrbMS7A+hbZxjuJvdAaKrmWLCqLYJnFMKKvFc14svGtsXwYfBFlNheB6PueCHsyT08+tIcW1ZnwfIOQ7E24Ed0GzIDvWvq18sb2dKnMObcyQw1C82vOWgt+ulEXDxa1xItV0Xg24xqvFBXxewl7RCytA4mhndB4aMTENH/GH4vLo6r7VoKxZ7h3fG+bROc+/0hBmkEFlOfGfeAiy1tZn+P1VPDNBEsFaaHYemqsli7qiG8bddhRddMAotzCSy3pn2HLgs9UK9HH3ybhuVgeXsS62YvQIb29zC1nzyRkgQWRU8RZLw5AnIXKebqpe+JgFQCJLBIJeU85WjeEedLYk2sxREQ15Lccf33lFjRRLe3B3sXxaVGlzC4FHBvdgWMSrwR/T/+akJgKYTlOa9iWv1Y0aXp7fgjWNShoQhLkgRuEScxrP4ltNnWG3miGr8wxQenS21D7zLAxek1cPinPfC5WwdNFryBe6pSmLh1Cio4QfRKyMU/MOhCa0zv9gC/+zzSCCxeJj7T3TqlRfQKK9r3gvvQdWic8xC6F+yHiykSIV+zDVjWTd6LobhR6rgtkcDiPAKL5hShjINQ5twF1MgWa1fo4wlo99N9DH9Lpwg57pNKPbdbAnIXKXZrEHXM4QiQwOJwLktwh2neSTBCyRUQa8moElyQWCcYoeQK5LI2HcHyDFMqDUXxo8tRnvUg9MYodNvri14qH5MCi2FUizmBJdao/zC77iyUYKJJdFDKyVF1cbvOVnQsCHw+1As97g1Af5euGB4wEkuqbEHTFcWwYW5t6JyuKpmRvRRU4yJGVByGZ6UKI63rM1w6EoTCPZoiycLFep8V6T4aE5r9oNft6wvbY3eu6RjMon7UOIQeBTahxqnReNWjHb702anhRpf1CZDA4jwCS6RqE/p4boDve38UUsfaFdfnUkcTRbBIJUXlFElA7iJFkbDIaJsQIIHFJljtulKad8S5h1gTa3EExLUkd1zHlYPl12PxR7D4+RZD6DC+Rch421B8AosafzPRYDdq+w3CDzCOYAnc3QUjA8ZgZsvUmuS22/Ju10SwRCe5vTClBtZmWoUZzdKIg2vDlrhIEh3BEh2tYuoz3oWXhwZiwr2OmB6VZ0UjsETlYCnyYQu61bmBHoeG40cnSP5rQ+SyqiaBxXkEFrXqCVbWyI9XTW/h9xYZNTlXeE6Wh2uboM+Kalh2oCu8ZIwSElhkQKNblENA7iJFOYTIUlsTIIHF1oTtr36ad8T5hFgTa3EExLWUkHF9eXFDdJ55A59cEyNv1enwY6cIJY/JwZIYQSnaYunatsj2cBZ+qTUfrz3SIOnbL+i8/7xJgcXXYxXqlv4T6fodxrKuOYwg8FOCes18yV5iHiJXu7Xo+/NVDC17DA1PDcdPEXewqlcf7HvjgbDU9TB7bkO81zlFSM2+n9ZkMDJP2mwySa444tZpyZzAErqyESap52NWzf3oUGczUlb+BslZ0yp1IfiO9casmFOEmACzrxd6nayLVWMryk7UaR2rnK8WElicR2DhloQ+XoxBP59Aq3/9NFEsPHplUN5FqLztIH7VDxqTPJhJYJGMigoqkUBCFilK5EU2W58ACSzWZ2rvNdK8I85DxJpYiyMgriUa1+JYU0vKI0ACi3MJLLYYwSSw2IIq1ek0BGiR4jSudFhDSGBxWNfJ7jjNO7LRWXwjsbYYmewbiLVsdBbfSKwtRkY3EAHJBEhgcR6BhUer9PZsjNNsY5DhlQz1Mf1DY6xP2QTZVkegRy3JQ4SOaZaOikoqkQAtUpTodfuymQQW+/KHiN7QvCOCsrYNYk2sxREQ1xKNa3GsqSXlESCBxXkEFp5v5d3zAISZHMbJkCqjFyJeB8DVyxuJE0kf6xTBIp0VlVQgAVqkKNDpdmYyCSx25hAB3aF5RwDkqCaINbEWR0BcSzSuxbGmlpRHgAQW5xFYoi2JDA7Av6f34dEbIEWuiiheOJNFgorhU0ACi/LmBbLYAgK0SLEAFhW1CQESWGyC1a4rpXlHnHuINbEWR0BcSzSuxbGmlpRHgAQW5xJYQm7PQueavXAH3vgSEIBU3kBEopoYcWgXKmaTN75JYJHHje5SCAFapCjE0XZsJgksduwcG3WN5h0bgTVRLbEm1uIIiGuJxrU41tSS8giQwOI8Ags/pnlFtay4XvYGJvxxCwM9N8D3vT/Sra+DXuyY5sV76Zhm5T3hZLHNCdAixeaIqQEzBEhgUd4QoXlHnM+JNbEWR0BcSzSuxbGmlpRHgAQW5xFYeJLbPlGiSkGY/m9+dLOlF0WwWEqMyiuKAC1SFOVuuzSWBBa7dItNO0Xzjk3x6lVOrIm1OALiWqJxLY41taQ8AiSwOI/AolYdwbD041H93kGU9ogVWHKc6YR27Tww69YUZJExxElgkQGNblEOAVqkKMfX9mopCSz26hnb9YvmHduxNayZWBNrcQTEtUTjWhxrakl5BEhgcR6BhVtya9p3mHR7JhYu+YAB7MjmWxmS4/2LNGjrfxWdq6aSNcBJYJGFjW5SCgFapCjF0/ZrJwks9usbW/WM5h1bkTWul1gTa3EExLVE41oca2pJeQRIYHEugYUf1RwalBRJPJ7g6roTCEiTHyXK5EeiIHY8c1p2PLOMIS5JYJFRL91CBIgAESACViKQtaKPlWqSXw3/Y0EXESACRIAIEAEiQASUTsClaNqvjiDy0mvULMSOvPnK1+6rASiUvs5X7oW2+asvt8Maa2a16g7mFB2Cspf8YbMcLDVr1rQLaNQJIiCawO7du0HjXzR1ak+XAB+D1vhjkVCqXGChZyGhFKXdT/OONE7WKEWsrUFRWh3EWhona5Qi1tagSHUQAdME+PNFAkssG0cXWK4t/BV/zrqGEAN3Bz19AffMGZAkoj7G/zsH+SxIdispgoUW1TTFKJUALVKU6nn7sZsEFvvxhaie0LwjijRArIm1OALiWqJxLY41taQ8AiSw6PvckQUWforQQM8/kGPNJjQsrBsNdBdLa05Bqd0L8QOSIVVGL4u2CpHAorx5gSy2gAAtUiyARUVtQoAEFptgtetKad4R5x5iTazFERDXEo1rcaypJeURIIHFeQQWvhXI//dDKDq9K3LqmKVWPcG+kdvx3Yhuep9LHe0ksEglReUUSYAWKYp0u10ZTQKLXblDSGdo3hGCWdMIsSbW4giIa4nGtTjW1JLyCJDA4tgCi1p1Dms6XEGZRfqiSrRVn/47j21LBmPngswY+NqPcrAo7xEni21NgBYptiZM9ZsjQAKLOULO9z3NO+J8SqyJtTgC4lqicS2ONbWkPAIksDi6wHIEwzK1Q+6N/6BtmSQaY4LfXcOxRROxceU6/P3UA7lK1kbt1oPg0yQfUsgY4hTBIgMa3aIcArRIUY6v7dVSEljs1TO26xfNO7Zja1gzsSbW4giIa4nGtTjW1JLyCJDA4tgCC+/9y7O90LvhcrzPWRDpPl7F3w9dkK9SR/zWzRe/sCOaPZImbFyTwJIwfnS3kxOgRYqTO9gBzCOBxQGcZOUu0rxjZaDxVEesibU4AuJaonEtjjW1pDwCJLA4vsDCLVAjGM8ubsGOJfOwbccZRKYvi0pNu6J+07r4Npt7ggY2CSwJwkc3OzsBWqQ4u4ft3z4SWOzfR9buIc071iYad33EmliLIyCuJUcb11kyZxEHh1pySAJPnj6xm36TwOIcAouuFdFiy/a547F5/018ds2BYjWGY+iiNkgvY+SRwCIDGt2iHAKOtkhRjmeUYykJLMrxdbSlNO+I8zmxJtbiCIhrydHGNRdY7vToog8oIgKRz54aQ3NLDJcMGfQ+VwcHI9XYiVgVXteovAsSwVOVXe/zCITig9r4hd0NyZFCpV93KN7js/qNUb1JVd5wh5fe55/Vr3nNRmVTqDLCjR31qnt9UD9GBL4YlU2lygEVXPU+D1TfN2GXG7Mrm97n4QjBR7Uxs8TMruQJsusVs+tjAu3Kyexy0alDjUD1/4zqdGWkUhrY1T6TH0hgMX4UIi+9Rs1CukcLi5tjdFty5GOaTRGLiWyZ8w/KrRqNfGrLuZLAYjkzukNBBBxtkaIg1yjGVBJYFOPqGENp3hHnc2JNrMURENeSo41rI4HFQnFF/eY1vBYuw86IflEv7fpvRC7spd1TlZU5QBXjBK0Y8Yz9W7+sVmThv1nHltWKLG+NympFllR6ZS0TWZ4wkSVUgsjCxYgHRu1rxQhpdmlFloTYZVpk8VBlYhKWfsKKuMUjUyKLKbsSM7t4VJPWBySwmJ47SGAx5nL15XZkregjbrKNoyUSWL66C6gD9kzA0RYp9syS+iaPAAks8rg58l0074jzHrEm1uIIiGvJ0ca1nsAiVVxRq6EOCQEXV/gVLbBwweQdEyPYt3rA4xIjgpjIYljWOmJEkJEgoo1k4WJErHgjPZIlLrv0xQhuNBePTNvlwUSWtHrtxy0epWbikaeBeMRFFmO7EiKyqBGJ9+qHJvwVaxcJLCSwSJ09SWCRSorKEYGvSMDRFilfERU1bSMCJLDYCKwdV0vzjjjnEGtiLY6AuJYcbVzHCCwyxRV9gYX/i4sR/KU90kBkSQwPVWa9rSpxixGmIz6CWSSLoSBjOpLFtBiREJFFK0Y8kmhXMBNZnpsQj4xFlhC8Q4g6wIRdxiLLJ/UrtrEpLpGFJwaVIh7pR7KoWRzPe/V/cdrVIdOaBG0RUrNhcPfFe9x49Bb/Y/+fO6Mn8mVLjTwZPKHS3bUk8RGlHCz6oJxti5DEYRBvMYpgsQZFqsNpCTjaIsVpHaFgw0hgUZ7zad4R53NiTazFERDXkqONa43A0rWjtJwrLHIFoaGIfP1KD2hsBIv2Yy5GfGBiRKRJkSWTXp6TcHaaSJD6hdELPpNjkEyVRk+Q4REfpkUW6REfCRNZIphd/8Vhl6F4ZNquJMyupAZ2iRdZ9HPNcJHFtF1J0CfzUdkCy/EbzzBs8XG8ffne6AFMl8kLk7tWQrE86Sx6OElgIYHF3IAhgcUcIfpe0QQcbZGiaGc5qfEksDipY+Mxi+YdcT4n1sRaHAFxLTnauOYCyz8+NY0BGSa0jUNc4VETXguXYkdEbz3hRPvS/oSJEeF6dbuCR7IYiyyfmMhiKMjELUYEGgkySVXSRRbtthqpER+mxAhTdrHesm1Iuklyw/AZn9Qvjfpq2q5AFsnC7dLfXsVFpiRIyRjGRqckPJJFhVQs+bBuX+MSWfpnPiNLYJm4+QpWbroQ74OnUqnQq3U5dKz2g+QHlAQWEljMDRYSWMwRou8VTcDRFimKdpaTGk8Ci5M6lgQWu3AszfHi3ECsiXVcBEwKTKjIKwAAIABJREFULBaIK6rkyZBq2mzNKUL8ZB2e1Db6iltkMS1GfGZihC1EFr6txlC4kB7JotIk6bW+XSlZJEtqvQidEHCR5Z2RIGMLkUXFWuZJenXtikSYJvmwrigmR2A5fP0peozbKemhc3FxwbrxDZA/u7QTeUhgIYHF3MAigcUcIfpe0QRoQaho99uF8SSw2IUbhHaC5h1xuIk1sRZHQFxLjjaujQQWC8UVlXdqeA4bGXVMc1xixFP20h6m5wRXFpdhKuKDnwRkGPWijfjgYkTsEcrabTXSIll4xEdYAkSWuMWI5ybscmd2ZTCKZDFtFxdZvA3sskxkMWWX1AgdfnQzPzHIWGSJtctSgSU4NByVeq/HhwCeKyb2ypozLfaPr49qgzfj8QNtcuToK2PW1Dg8uaGkh5QEFhJYzA0UEljMEaLvFU3A0RYpinaWkxpPAouTOjYes2jeEedzYk2sxREQ15KjjWs9gUWGuMLJxgosfCOLigkMWZgUkjgGOhdXeNLXCCORxZ0dy5xO7wWfb6uxhhjBc7hwASH6skxkMT7COS4xwpRdfPtRciO7PjG73pgQj+xTZIm2y1KBZfv5Bxg8fb/RA5ciVTL8VuF77Dx+G0HvPht9v3Z8Q/yUM7XZB5UEFhJYzA0SEljMEaLvFU3A0RYpinaWkxpPAouTOpYEFrtwLM3x4txArIl1XARiBBaZ4oqhwML/zcUIfmKQscjygoksX/S64srECNMiCxcj9KNeeC4SUxEfoWxbjeHWIr6txhYii2m7jMUjy0QWT2aXl1EkS0LtkhrJ4sL8lcLAX9xPPC9On8zHLcrBMnz1efjvumo03NySuCF79tR4xE4TCgvV9ysv3KNVOXSp8aPZB5UEFhJYzA0SEljMEaLvFU2AFoSKdr9dGE8Ci124QWgnaN4Rh5tYE2txBMS15GjjWiOwNKwLlwwZYiHFk9CW51zh24JirshIeA4fFbVFKPZj7Ut7JiayJIktqolkMRZZ4hYj3tqdyGLKLq0Y8dJIPEqEpCySJa1BhA6PZDFll0iRxThCx4Wl/U3Btjbp+isCoeiUaaNFAkvfJSex99BNowcuS440ODChAX4Z5I8nD98YfV/71wKY0Lq02QeVBBYSWMwNEhJYzBGi7xVNwNEWKYp2lpMaTwKLkzo2HrNo3hHnc2JNrMURENeSo41rzTHNPbrIFlfUn4KQauI0rAlvygSGED3QlokRcW2rESdGmE58+9SEXabFCL4NyTBCx35ElqQ6vlGzE564XaEG/jK2q30mP4sEljEbLmHt1ktxCywDmcDyyFhgadWgGAY1KGL2QSWBhQQWc4OEBBZzhOh7RRNwtEWKop3lpMaTwOKkjiWBxS4cS3O8ODcQa2IdFwE9gYVFrqhDQqB+o5+EVJNZxUTkChdX1O/esWOal2FnRD92As1TdiizochiSoyIO+KDb+3R3VoUhk8IZhEfhvlbksA2ER9akSWZgRjxLMEiiym7xEeyGIospuxyY5Es6WMiWSwVWPZe/g99J++xWGCZM+Q3VC6Q2eyDSgILCSzmBgkJLOYI0feKJkALQkW73y6MJ4HFLtwgtBM074jDTayJtTgC4lpytHGtK7Cog4MtFlc42WiBBeyAYX7MrymRJTl7aedbgaIvHj3xiZ0YZBhFwSM+LBFZ3FWeeltw+FHHCc1dYkpkMW2XmyaZrbFdxpEsbsyupALFI340NfeH7iXVLlcmMXF/8e1ClgosYeGRKNtjDT4GftJrO75ThLzSeuDkzGZwcVGZfVBJYCGBxdwgIYHFHCH6XtEEHG2RomhnOanxJLA4qWPjMYvmHXE+J9bEWhwBcS052riOFljkiiv6Agv/FxdZnjORJVgPOj8K2LQYYSyyaMWI1Hr5QOKLZEmIyPKZbesJlSxGGNvFxYhkJkWWuOzSj9DhQkiIOsAmETpSRBY1y3LD8+IY+ivars6ZNlm0RYg7ff2Juxg177Dkh25872qoUyKnpPIksJDAYm6gkMBijhB9r2gCjrZIUbSznNR4Elic1LEksNiFY51tjg8M+oJ9Vx7hzpNA3HsaCDXbbpE3ize+yeKF6oWzI1WK2GNrRTvA2ViL5mdJe47Gmgss/7ZvLStyJZpLbARL9CdqzbHMYZJFljdGW3DsUWQxJ0ZIidDh24/4SUi6yWTjE1ksEY/4KUt8O1f0xXPCSBNZIpi/XpoQWRKzU4SOWSyw8PYnbr6Clf4XDINo9B4llUqFbi3LoGuNfJIfMRJYSGAxN1hIYDFHiL5XNAFHW6Qo2llOajwJLE7qWBJY7MKxzjTHrzz8D2asPoPQYP0jaKNBuyd3xwDfMmhSPu9XYe9MrL8KQAsadTTWMcc067/6xptzRa+oiyu85i/GloguPEYl5isuRvBjfg1FlrgjPqSJLFoxItAomSzPyWKJGGF4hLPUSBY1a5mfGGRsV2IWyZJWb7sQ3yrF86wYJv/9+iKLSnNikG6umbjs6p/5jCyBhQ+Ek7eeY9D8Iwh8/dHoCUqf2QtTulZGkdxpLXi6ABJYSGAxN2BIYDFHiL5XNAFHW6Qo2llOajwJLE7qWBJY7MKxzjLHj914CWu2GJ+aYQpylxal0aNWAeH8nYW1cHAyGnQ01sYCC0tomyw5VKm9Y61nRzFHJ7Q1FFdUHh5INWma5phm7Uu7ocjCxYjPerdpRRYuRsQmXY1bjDDeLmQtkcUw4sO0yMLFiPQGdsUnsqSRaFdckSwJF4+saVdCBBbu9IgINXZffohr92NPDir5Q0ZUzZ8FKhfLHzASWEhgMTdqvorA8nlnaxQaVxhHzvaE+VzN5kzQfq/GTrTKNAGVj59Bm7z6CZWk1UCliIAxAUdbpJAPnY8ACSzO51NzFtG8Y46Q9b4XxfrmzLKoNumhXsebzXuOSXUi8OLoADTsvBYPWD5It7RF0X3aSvSt7CnZyM1n7+OPmQcll+fR+3MGSzstQ3ql5kuKYm2+J85fwtFYc4GFLiIQH4EnT5/YDSASWEhgMTcYEyywvDw1DT17z8bpZ2FQuaZAgd8mYsUMH6R1i1vkIIHFnFvoe3sh4GiLFHvhRv2wHgESWIxZRgT6o3Wh3xHU4wy29s2mKaD7kuqaPC+6LNiGQTEvqSF4fGktFkxZhcOeg3FuYbWYSl+em4qenafh9GsVEqephFFrlqJFvq+Xp4J3jOYd6z0/5moSxfrypOIY9GEJDo7RjxyJDPJDk2/GIfucc5hczxPPtrVG5S6RmHrHDzU9zP9Y9PFzGCr2XIPgIP1jabndS0b6wJXlF2gzYqsRBn5ixrHpTeGWSMbPt+agxvG9KNbmuvfl3hSUqzADTw0KukZUx5oXi1Eq8AymdOuA2cffsxKJkav8CCxf5YvcbsDVpfXQfsY9hKlTo/n8/RhY7uvOFXHZai+szfmCvicCjkiABBYSWMyN2wQJLGGP5+LXEmvx8+ot6FOZHX0WdAWTmtbF3jybcHx68TjbJoHFnFvoe3shQIsUe/GEcvtBAouh7wOxpm1xDNwfjGJ9tAJL/C+pB9A1RyecylUFFdOdwdkU03BxiVZg0b8vCR5s6oIafRNhwc0lqCDh5dZWo5LmHVuRNa5XFGv/Dmmx8cfL2Pi7VhCMvvjLfvmydzDlxSKUZR9aGo07f89NzF510iSwHq3KgaWmwMzlpr8f1/sX+JTIJQy2KNZyDLq/tCYaHGqF8+vqwK9ZdixNtgj75vvAI+Im/qxRFceKbMPRyS/R8adz6H5xLL6/Pxa/9MsC/12+cN3bCf1u9cHSvt/Kadom99gza5sYTJUSAYEESGAhgcXccEuQwMKFkp/G/Ih95/sj+k90yKU/UKxWIOa/mIMyYbewwLcFJh1/xfY+8l8BBmH58k7IeNAXP43PjB7lTmLa6v8h3NUbtYdvwtz22j9Our8o8l8iO83YhiE1tOGy4Y83o0uLvth7Lxwqtwyo1W8NZnb/lu1LpC1C5pxN31tOgBYpljOjO6xLgAQWfZ7P2d+d36YVRqM8o3D2uysagcX4b9FNjCz5C8KHv8CYGp8Q8jEp3JlgcnNacbS+NTpGYPnMXox+GplH52+Y7n0R1nWkBbXRvGMBrAQWFcP6Oeb9VhizH6fBx9eBLNrXGzV6LcbkviWQImgXOhbuB68J52MiWKr2T411t6aiIIuYMHc1Gb8X1689MlfM5PdVKn6H2Z0ryrpXzk1iWFveM3X4FQwu1hGZ/K6gR77tRtvNo+eNC0u+GAksG9anxrAq+9Di0NyvKsoaWm2vrC33Dt1BBOyPAAks+j7ZfTUAhdLXsQtHXX25HVkr+nz1viRIYInULAw6436lsZg9sgnyZUyiZ9Dhvrnxx/tpml8BUiIAazoVwHzPzThQeR6+6XwOTaYfx7hG6fFmUxuU65EIKx4vRskXS9g55MtRYcMeFnrpiY83x6LGz3vQluVWaZ3zNLr90ALh/Y9hTodscH2zGa1L90fGKf9iYu19lIPlqw8n5+sALVKcz6eOZhEJLLEe0/zNKTkVZbYeg8ekNFjz3WWNwMLzW7T6qz8uL4/+A/8A48qUxbsBLzQ5LqIvI4HFxI8Ea9qmg/+Pl2K2Hn2N8ULzjjjqYliH4NySkTifrjc6V/fEi1Pj0KLFavy86iGGV4lE4MFOKNd6N94xs11c8mLQlv3oWkza1pNfBvnjycPYxI265MxFsOT5NhN2/FlbGGwxrC035+26pii3pBJOHO6INEa3B2Jp4+9xuup1LOuQzmCL0HrkWeODq7WPMyFXmr8s7528O+yVtTxr6C4iYF8ESGAhgcXciEyQwMIrV4c8wPoRvTBp4xW8VeeFT78JGNOpJDzcdqB9xgkofuQsOn0fqdcPwy1CuiGxxfeUQfPTPXBhY2MW86K9eGjtwvSHsb3MXOTvmxm7bw3Hd1Hf8QVz83N9cf7/7Z19XM13/8dfmXBNuWu4zMVsuPz224wQuoaZtvkZVigiJDbkJhTJEMtNJqFcTVLJTXMvRnFZub9Xwx7zu8zYmLlaa2PITbq7vqejOtXR91SnT9/O93X+PJ/v+bw/7+f7fT59zqv35/PZ9iI+5iG3cvFmeykJcJFSSmB83OgEKLDkIX2CneM7YnPrXdghleJr/i7kCyxFKlMAwwSWoluLUk74wnFIJJrMOFVsK4fRA1tCh5x3xNGuLNYJ0lpmXnYMDk08Brt34zDsqwNwt66B+xcXoV//8/A4uQeOzeXPYOk3NwY//pCiF1hJZ7BoPvBqq8aIXThAGOzKYl2yg5fhY90PLy67mSt2FX0lLe+G4XsHY99Bj9wzWHRfd6UKuCExA7EvrHf+elUYTBlDz2Nd9PyZ2k36IGBXOD4yINcq2rectFRcOhCB4HVZcI+dDRvNbww97/2w0Q0TN/2CWq3cERUyEC/8cR91repU9PCE9/9b/GcYOXcv/siyQDf3SKxwew2pp/0xxnMnfs1pjKELtmDa+5ZQCw/hAZD5G12tU+mudq6I8WcnpqKvtc5NWxVhxIA+WcFSHFK5BRbdLh9ciYW/zzTszZyNQ/sawPM5gkdJAkvDICt89iQ6v4Rb03/efx23WC/Fh5vsC90+lNdXwplXMUsSdHiLkAHfBD5iMAFlLggNHj4fNAECFFi0QdT8mHlnQUvEHPXO/aFTSGApYwWLpt/cw3HdpBtcMoBm74xFx9RQvDgppVDli+g04rwjjrgI1pnJUmWu9Tl43gqD3bMf6XkCy5oWnhiROANnNto/+5GejBV9OuK7wVcQ4Sb/o3Fc8CEcP3VVL7CI+QNQTboxSN8ht5oPdO/2d6yZ1EsYbBGsS+vMXamKzXbua4i76Ju/1T2vD82Bw+/NMMfqc9KZTPULi12aarpx0tYg5x0OiBs+DV9L5+HWfW06tuxyNdrtmKX1Rff5EgWWHjEYr7lxs4W2snzZ42XS2TMF/9Qsj119n9Ws4QduHy5zc+gtfOE8HPFmDXDn+zYI+GaJJLDoew/YP3MwHrgvx+/T/4kOkV2wzdccfiv7wcLYA6/U/hIxp8d4ZE4+gs9arYLDmFRMP+6Cw33G4YXpRzCrYSD6eFfHisOzkTxbDTwqNRjFjLOCpTASCizF87NcAotmgeCTFonzOjcyPL2yCD163sTSlP5Y/1fjVLDsm9IUQZb79VawXA+xw6CjY1nBoqy5x2RGo8QFocnApSMGEaDAosH0E/x7vY2Q74vfeFK7uTe+8r2M/oXOUkmCz5v2qL40WSrdf/4WoaIByK1oab0TQ77Zg0FN5KsHDApgGR7ivFMGaGX8iBjW2jNYErodweaZbbTbmztJ25uDv4dfo9loP+QmFiRsgFOrmtpt0R9sRP8dV+FtW7yioqib0UeuYlHoIb3ey1Ww+E6wg3OP1mUkV/qPiWFdmnElY/n7HXHD7SaChxUuT9Gc9WTnqV9cATTVdO/mbg0a+kMvrKoTh1BJDIse3Qw/ud3GnO7ycSvNKMvybGkEliW/LUT8lrYIdRqItd9mok5LV0TsWYw662xgv7M+Xvk5Dc57/PDvCSOx7ZYZGrzpjZh9Hmj+6yaM6e+DQ6lA8x6LsFG6aenChIZYfL0Dnl67jEeWDgj98nWstPfHtxk18PdhkTgU0PP57mSaIeN2GJwHXIdPrsAivfS8V1Cx4QJnq7MwHx0KpxaVN1+XJT7yn7mFECcH3Bp8VCuwfHIPs7e1xAqnBDjv3ArHZrGYarMB3XZtRfvjo55V9JgyD3liIp+gwEKBRS7fyiWwaA607TngJJzWb8Zk6RYh8yfJiPNzwJS4vjgo/TfgJ50zWCyz/oN1Ezpjg9VOxPX4AtaLO+Sr2bpbhIbXWsszWOSixnZhBJS3IBTmOg0phAAFFv2B0K1g0XeLkJ2HFaKuB6KLzu+momew6Pb88FYCFo4egVNv7i7xFjwRacF5RwRlrQ1RrLPuxmOGw8fYpjmgX+eQW02NysVNbpg85+vcKqpq5q0xfMUWLB7Q2CAI6RlZ0hl20Uj781Gx50sSWOo0sMDx4GGqvKY5D9Tjwx54a6w5dhQ5UPhX6f1+kx5j8ZFwfNCw+A93zZk5LnFjECfdlqk5/6nKCSw6V1RrrqZfsiUar21vi5HHxuDg/hH4aujr+Nr2HBaaOaJ/RGeExy6EWbgtpvy/D45vawt/m49wb8a/0WlfK4TX34DDQZaY1X4wzBclo7NUvb66Xixi/TPz33O93tGAChZtVDJuri0ssDznPc2z6d8GYvJuO4T5tjfou1LVHrp/4jMMmLIP96VrPLpP2YRAlxuYajsT9eYchm/PWIzrGYPeksCSJy6ZOg8lxY8CCwUWuXwsl8Ci6TzlzBfwnrkUCdKiAVKBa/MOQzEvZDF6S/s5c4rcItTOYQWiVjqg9gHX5wosbq1zeIuQXNTYLoyAqMW3MIdoqMoRoMCiP2S6AovmidytPuOlrT5pQPXanTBlw3pM66q9fS7vpU9g0Qr8E3DMohXsPaQzxCZ1kQ5lr9wX5x1x/E2B9f6kn+EVEGc4NGnb0D9n9Uevt5oa/hkjPKks1tqqopO9LyF6UiMd77TnN31xQ4Kk8zLDK/A7Im2rkdaoua8Mqd08BxrhzNuhim4RyvNFckczn077lxXqNzBH+p27qPNBBKL+d26+MHJa58wrLQAtp9W3pc/Uy8m9Hau95ym4XOn47GysrPyDxitGYLmF0HFhsOz1GNsjLyHzZTdErBsGw2RJIyRzBXeRk3UCc9+dg7p+X2NqM6mqx+kiPj4QjuaHx8IjMAnp9evjhdS2mHdsBXpZaHLStHlUMO5Sd0+BpTAybhEqnkLlFlhKnZX8AAlUIQLKWhBWIXAcqtEIUGAxGsoq0xHnHXGhMhXWS3YkYcOO8waBmzD8H5jU7y2DnjXmQ6bC2phMKqovg7YI6QgsiX7t4HLABXGHZqLRtXhca/oeakhbhPLOTrnh+z9w/25WsQqWNTXDEB/mgMdnTiOta9fcLULaw8d1BJYbthjwpT0OnJ1R7Jybov4bWsGSstcDKx7OwzsX3JHmvgnmQWNg5r0J9pW4tdOYscx+GINJPYLwaqAksLSKwkj7BAyUtgZpqlVy0lOxZ54zIrPnYefSHlJ9i/TPbhPnYUy2xuiLAgsFFrk8osAiR4jtqibABaGqw68I5ymwKCIMQgfBeUccblNivT7hClZGn0b6o3S9AP9iUQufjumOQbYtxQHWsWRKrCsFYCmMllZg0VacD8aio3/CvP7b+Hz7dryxv1O+wPJXzRa3Pq65Z7D8rcsiRG91RYu0gm1vf/mbKzYcWIzb3i8VE1gWvhGMPr38cV+qijkf3rtELwwVWB7duI0nLZoiM/5TjA04b3IVLBpIl7d6wGvlqdxbhNo6LEHwp11RU7OFyikatd+djAV+jnilpraiSg08SpH+Ff4oBRYKLHJJRoFFjhDbVU2AC0JVh18RzlNgUUQYhA6C84443KbG+s6DdGw8fAXHLt1CRoZm67a0edu8Ov6vS0sMlQ60rV2ruji4RSyZGutKA2mAYbI2ABIfIYEyEqDAQoFFLnUosMgRYruqCXCRourwK8J5CiyKCIPQQXDeEYebrMlaHAFxlpjX4ljTkvoIUGChwCKX9RRY5AixXdUEuEhRdfgV4TwFFkWEQeggOO+Iw03WZC2OgDhLzGtxrGlJfQQosFBgkct6CixyhNiuagJcpKg6/IpwngKLIsIgdBCcd8ThJmuyFkdAnCXmtTjWtKQ+AhRYKLDIZT0FFjlCbFc1AS5SVB1+RThPgUURYRA6CM474nCTNVmLIyDOEvNaHGtaUh8BCiwUWOSyngKLHCG2q5oAFymqDr8inKfAoogwCB0E5x1xuMmarMUREGeJeS2ONS2pjwAFFgoscllPgUWOENtVTYCLFFWHXxHOU2BRRBiEDoLzjjjcZE3W4giIs1SevP5xsxtGBN1Fg9rXYdZhFTYF9EQdQUNP2esBx6gO2LFzFBo/s1nw3oe4FBKM4ynahsxfvsHTDzYi0NlK0OhEmElHUugUBF7MRLUUSwwNWIm+rbRXMee9Uk/7Y6rfObSdFA6fvla4Gj4IgdmrsGbsy8i4Ho6P51fHgnWj0LzyLgwTAapSbVBgocAil4AUWOQIsV3VBMqzSFE1ODpvNAIUWIyGssp0xHlHXKjImqzFERBnqax5nXErBM5eL2HdtiG5ospJ3y7Y0zERS+2zyjz4R3tHweWqH2K8mpfYR9a9OPj47kLKL90Q8Exg0feetpN07J42DTVnrUafRoUFiDIPVAEfzPhlLUYvbYLI4H7A9RB8EtUWUQt65I8sM3krpi41x5KAQbCorvU7T2BZPeQKpo86iCFRn6NLXdNhooCwFBsCBRYKLHJ5SYFFjhDbVU2grIsUVUOj80YlQIHFqDirRGecd8SFiazJWhwBcZbKmtfXI/piUfY6RH7SqNBgs+7Gw3uQL67VtkR6vWEIiXTFk1Wdsb5lUq74suMTWzzwPoPOewdi4dX6yLh9DT8/HYZtUS9jvbsvttx5A+4+y+DxYV5dSlEW6Tgwfyruuw3GWc+b8M4VWPS9p/1cZvIGTPq8CVatfB/m4rAKtZQhCSwTo99GmG/7fLs/b3XDqI1ZaNMkB7/m2CEodBSeRA1CQOY4WB8JQKZXAjxssoWOU43GKLBQYJHLewoscoTYrmoCZV2kqBoanTcqAQosRsVZJTrjvCMuTGRN1uIIiLNU1ry+vLxANNEdbYJXVyQ5noO3bbZUWGGHRTU2w+tBPz0Ciw2iWiQhYGCB6DLkiqtsBcuTxPmYc94Vy9x/hNegW7kCS1097+XJM0lBjjhpswse/zBFMeE7fDk3HDFnq2H85hWwsyqoRklc7ohTXbV+JwV9hEPt9sH+2gC4hP2BWvW6YvH2z9Gd1SsV/kWjwEKBRS7JKLDIEWK7qgmUdZGiamh03qgEKLAYFWeV6IzzjrgwkTVZiyMgzlJZ81p/BUsyVrznC5v4tegmuZB+eRGmHBiByWaOegWWolUt8gJLIvzem4f/dLHGSy8kI+lIGjpMHIKaayMKvddxwnwsdH4dOVknMH9YEkZunYKW4pAKt5R2VapgCW+L9UsLtgidWOiE7/vvxJh22Xgc74WpP3rBq9pkzL8zF6G9dmPEhk6IlrYXWQgfrboMUmChwCKX8RRY5AixXdUEyrpIUTU0Om9UAhRYjIqzSnTGeUdcmMiarMUREGeprHn9vDNYeh+zKbGCJXq0LZ7O0mwRsikmusgLLLpcEvIrWAo2ExV+7884Dyy4Ow+BLqZ0uK2WgeYMFvfgNgiXRJXshzHwnJQD33UD0eAZIl3fNWev7GkVk1vBknfIbeLyj7D55XUmdvCvuO+NoZYosFBgkcsVCixyhNiuagJlXaSoGhqdNyoBCixGxVklOuO8Iy5MZE3W4giIs1SevL4QMRQTVl3Gw2o10NpuGdZJtwjVzj+DpQbSLNwQtsEVzW6G4EOHNfjd0gq1/niKcbGn9AosIyw2wumdhWjoeRBh40s+6BaQE1h+Q7ibP9qsWonuFqZ4kOs9HPKfiPCbDVHnz3S8PSsII9qdxdyeR+F4ZDbeyvoB0Z4z8K/fLZFhNQBBwQNxT+cWoRypPchlDpou2QanFqbIR9x3qCRLFFgosMhlIgUWOUJsVzWB8ixSVA2OzhuNAAUWo6GsMh1x3hEXKrIma3EExFliXotjTUvqI0CBhQKLXNZTYJEjxHZVE+AiRdXhV4TzFFgUEQahg+C8Iw43WZO1OALiLDGvxbGmJfURoMBCgUUu6ymwyBFiu6oJcJGi6vArwnkKLIoIg9BBcN4Rh5usyVocAXGWmNfiWNOS+ghQYKHAIpf1FFjkCLFd1QS4SFF1+BXhPAUWRYRB6CA474jDTdZkLY6AOEvMa3GsaUl9BCiwUGCRy3oKLHKE2K5qAlykqDr8inCeAosiwiB0EJx3xOEma7IWR0CcJea1ONa0pD7QRW2RAAACP0lEQVQCFFgosMhlPQUWOUJsVzUBLlJUHX5FOE+BRRFhEDoIzjvicJM1WYsjIM4S81oca1pSHwEKLBRY5LKeAoscIbarmgAXKaoOvyKcp8CiiDAIHQTnHXG4yZqsxREQZ4l5LY41LamPAAUWCixyWU+BRY4Q21VNgIsUVYdfEc5TYFFEGIQOgvOOONxkTdbiCIizxLwWx5qW1EeAAgsFFrmsp8AiR4jtqibARYqqw68I5ymwKCIMQgfBeUccbrIma3EExFliXotjTUvqI0CBhQKLXNZTYJEjxHZVE+AiRdXhV4TzFFgUEQahg+C8Iw43WZO1OALiLDGvxbGmJfURoMBCgUUu6ymwyBFiu6oJcJGi6vArwnkKLIoIg9BBcN4Rh5usyVocAXGWmNfiWNOS+ghQYKHAIpf1Bgkscp2wnQRIgARIoOIINOvpUHGdG9iz5o8FXyRAAiRAAiRAAiSgdgLVOjWsdATZianoa92g0scRe+EOrBvbV/o4NAO4kLIHSlkzO9hr1+5mOdKrKJ3de3Yj7wFFkOMgSEAgAea/QNg0pZeAJgeV9seCoapYApx3Kpavbu9kTdbiCIizxLwWx5qW1EdA8/2iwFIQdwosxb8DBlWwUGBR3+RBj7UEuEhhJlQ2AQoslR0B8fY574hjTtZkLY6AOEvMa3GsaUl9BCiwFI45BRYKLOqbBehxuQhwkVIufPywEQhQYDECxCrWBecdcQEja7IWR0CcJea1ONa0pD4CFFgosMhlvW4Fy38BNtZAKz5yTFoAAAAASUVORK5CYII="/>
          <p:cNvSpPr>
            <a:spLocks noChangeAspect="1" noChangeArrowheads="1"/>
          </p:cNvSpPr>
          <p:nvPr/>
        </p:nvSpPr>
        <p:spPr bwMode="auto">
          <a:xfrm>
            <a:off x="0" y="0"/>
            <a:ext cx="836295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99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94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Updates</vt:lpstr>
      <vt:lpstr>Updates Cont.</vt:lpstr>
    </vt:vector>
  </TitlesOfParts>
  <Company>Seminole State College of Florida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Margaret Thomas</dc:creator>
  <cp:lastModifiedBy>Jan Lloyd-Lesley</cp:lastModifiedBy>
  <cp:revision>12</cp:revision>
  <dcterms:created xsi:type="dcterms:W3CDTF">2025-05-28T13:03:47Z</dcterms:created>
  <dcterms:modified xsi:type="dcterms:W3CDTF">2025-06-02T17:31:47Z</dcterms:modified>
</cp:coreProperties>
</file>