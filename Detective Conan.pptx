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rgbClr val="0097A7"/>
                </a:solidFill>
                <a:hlinkClick r:id="rId2">
                  <a:extLst>
                    <a:ext uri="{A12FA001-AC4F-418D-AE19-62706E023703}">
                      <ahyp:hlinkClr val="tx"/>
                    </a:ext>
                  </a:extLst>
                </a:hlinkClick>
              </a:rPr>
              <a:t>https://youtu.be/p90V7QNJuX8</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tiếng việt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anime</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tu lung danh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moi nhat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vietsub</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tron bo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thuyết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 tieng viet full</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lồng tiếng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coi phim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vietsub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hoạt hình conan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tập phim</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tư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tham tư lưng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conan thuyet minh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tham tu lung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trọn bộ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hoat hinh conan tron bo</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thám tử lừng danh trọn bộ</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conan tham tu lung danh</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phim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hoat hinh conan tieng viet</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xem hoạt hình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tập</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phim thám tử lừng danh conan</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conan tham tu lung danh long tieng</a:t>
            </a:r>
            <a:endParaRPr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sz="1000">
                <a:solidFill>
                  <a:schemeClr val="dk1"/>
                </a:solidFill>
              </a:rPr>
              <a:t>thám tử lừng danh conan thuyết minh tiếng việt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 conan NOTES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famous detective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on famous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watching</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famous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watching conan famous detective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connoisseur</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visit famous conan tuan thuyet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watching conan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movies conan voiced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 overs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 tron bo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voiced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 movies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take tu renowned NOTES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anime conan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film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watching anime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drama involved tu famous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 comic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 NOTES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famous detective full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movie conan famous detective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watching cartoons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detective film l famous conan</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vi">
                <a:solidFill>
                  <a:schemeClr val="dk1"/>
                </a:solidFill>
              </a:rPr>
              <a:t>conan tu lung famous long tieng</a:t>
            </a:r>
            <a:endParaRPr>
              <a:solidFill>
                <a:schemeClr val="dk1"/>
              </a:solidFill>
            </a:endParaRPr>
          </a:p>
          <a:p>
            <a:pPr indent="0" lvl="0" marL="0" rtl="0" algn="l">
              <a:lnSpc>
                <a:spcPct val="115000"/>
              </a:lnSpc>
              <a:spcBef>
                <a:spcPts val="0"/>
              </a:spcBef>
              <a:spcAft>
                <a:spcPts val="0"/>
              </a:spcAft>
              <a:buNone/>
            </a:pPr>
            <a:r>
              <a:rPr lang="vi">
                <a:solidFill>
                  <a:schemeClr val="dk1"/>
                </a:solidFill>
              </a:rPr>
              <a:t>famous detective conan Vietnamese voiceover</a:t>
            </a:r>
            <a:endParaRPr sz="1150">
              <a:solidFill>
                <a:schemeClr val="dk1"/>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famous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on 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famous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 famous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movies conan voiced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voiced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renowned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involved tu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famous long tieng</a:t>
            </a:r>
            <a:endParaRPr>
              <a:solidFill>
                <a:schemeClr val="dk1"/>
              </a:solidFill>
            </a:endParaRPr>
          </a:p>
          <a:p>
            <a:pPr indent="0" lvl="0" marL="0" rtl="0" algn="l">
              <a:spcBef>
                <a:spcPts val="0"/>
              </a:spcBef>
              <a:spcAft>
                <a:spcPts val="0"/>
              </a:spcAft>
              <a:buNone/>
            </a:pPr>
            <a:r>
              <a:rPr lang="vi">
                <a:solidFill>
                  <a:schemeClr val="dk1"/>
                </a:solidFill>
              </a:rPr>
              <a:t>famous detective conan Vietnamese voiceover</a:t>
            </a:r>
            <a:endParaRPr sz="1150">
              <a:solidFill>
                <a:schemeClr val="dk1"/>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famous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on 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famous 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connoisseur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 famous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movies conan voiced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voiced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renowned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anime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drama involved tu famous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famous detective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watching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film l famous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 famous long tieng</a:t>
            </a:r>
            <a:endParaRPr>
              <a:solidFill>
                <a:schemeClr val="dk1"/>
              </a:solidFill>
            </a:endParaRPr>
          </a:p>
          <a:p>
            <a:pPr indent="0" lvl="0" marL="0" rtl="0" algn="l">
              <a:spcBef>
                <a:spcPts val="0"/>
              </a:spcBef>
              <a:spcAft>
                <a:spcPts val="0"/>
              </a:spcAft>
              <a:buNone/>
            </a:pPr>
            <a:r>
              <a:rPr lang="vi">
                <a:solidFill>
                  <a:schemeClr val="dk1"/>
                </a:solidFill>
              </a:rPr>
              <a:t>famous detective conan Vietnamese voiceover</a:t>
            </a:r>
            <a:endParaRPr sz="1150">
              <a:solidFill>
                <a:schemeClr val="dk1"/>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hyperlink" Target="https://sites.google.com/view/pops-app-vn/series/tham-tu-lung-danh-conan-5e857135574ebb00334427a2" TargetMode="External"/><Relationship Id="rId5" Type="http://schemas.openxmlformats.org/officeDocument/2006/relationships/hyperlink" Target="https://sites.google.com/view/pops-app-vn/series/tham-tu-lung-danh-conan-5e857135574ebb00334427a2" TargetMode="External"/><Relationship Id="rId6"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a:t>
            </a:r>
            <a:r>
              <a:rPr lang="vi" u="sng">
                <a:solidFill>
                  <a:schemeClr val="hlink"/>
                </a:solidFill>
                <a:hlinkClick r:id="rId4"/>
              </a:rPr>
              <a:t>etective</a:t>
            </a:r>
            <a:r>
              <a:rPr lang="vi" u="sng">
                <a:solidFill>
                  <a:schemeClr val="hlink"/>
                </a:solidFill>
                <a:hlinkClick r:id="rId5"/>
              </a:rPr>
              <a:t>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6">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Do you need to pay for watching  detective Conan dubbed full?</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One thing that a lot of people who love the famous detective Conan want to know is whether it costs fee to watch? To know whether “</a:t>
            </a:r>
            <a:r>
              <a:rPr i="1" lang="vi" sz="1700">
                <a:solidFill>
                  <a:schemeClr val="dk1"/>
                </a:solidFill>
                <a:latin typeface="Times New Roman"/>
                <a:ea typeface="Times New Roman"/>
                <a:cs typeface="Times New Roman"/>
                <a:sym typeface="Times New Roman"/>
              </a:rPr>
              <a:t>watching detective Conan dubbing film” </a:t>
            </a:r>
            <a:r>
              <a:rPr i="1" lang="vi" sz="1700">
                <a:solidFill>
                  <a:schemeClr val="dk1"/>
                </a:solidFill>
                <a:latin typeface="Times New Roman"/>
                <a:ea typeface="Times New Roman"/>
                <a:cs typeface="Times New Roman"/>
                <a:sym typeface="Times New Roman"/>
              </a:rPr>
              <a:t>cost fee or not and which platform provide the high quality services, stay tuned!</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is an extremely popular Japanese detective animation. As a result, there are no online movie sites that upload the dubbing version of the series. Specifically, if you pay a fee to watch Conan movies online, it's up to you to watch it on which website. Currently, there are many websites that allow users to watch Detective Conan vietsub  for free. But there are also some websites that require payment to view.</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Which to choose between Detective Conan vietsub and dubbing version?</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This is depends on your favorites. Some people like to watch the vietsub version but there are also people who are lazy to read the sub and prefer to watch the dubbed version. In conclusion, just choose a reputable online movie website, then the quality of detective Conan subbed or dubbed is no different.</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High quality website that provides Detective Conan dubbed</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So which websites that provide high quality Detective Conan dubbed movie? Although there are many websites that have uploaded this series but one of the best is pops.vn. Popsvn’s commitment:</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Fastest update on new Conan episodes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High quality full HD movies, vivid sound</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Fast connection, no lagging </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Completely free</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Adapted to all e-devices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Variety of differently entertainment</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So if you want to watch</a:t>
            </a:r>
            <a:r>
              <a:rPr b="1" lang="vi" sz="1600">
                <a:solidFill>
                  <a:schemeClr val="dk1"/>
                </a:solidFill>
                <a:latin typeface="Times New Roman"/>
                <a:ea typeface="Times New Roman"/>
                <a:cs typeface="Times New Roman"/>
                <a:sym typeface="Times New Roman"/>
              </a:rPr>
              <a:t> full Detective Conan dubbed, </a:t>
            </a:r>
            <a:r>
              <a:rPr lang="vi" sz="1600">
                <a:solidFill>
                  <a:schemeClr val="dk1"/>
                </a:solidFill>
                <a:latin typeface="Times New Roman"/>
                <a:ea typeface="Times New Roman"/>
                <a:cs typeface="Times New Roman"/>
                <a:sym typeface="Times New Roman"/>
              </a:rPr>
              <a:t>please access to Pops.vn website. We will not fail you!</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