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фильм 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известный детектив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Детектив 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фильм 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часы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Дело закрыто кадр</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полных</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конана известного детектива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мультфильма конана 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Дело закрыто известный Вьетнаме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известного детектива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смотреть мультфильмы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мультфильм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кино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кинотеатр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аниме конана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вьетнамцев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аниме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фильм известного детектив 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на знаменитом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смотреть</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знаменитые Конана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смотреть конана знаменитый детектив конаны</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кино знатока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те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посетить известные конан туан thuat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смотреть Conan известных детективных</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фильмы Conan звонкого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Moi Ната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мультфильмы 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Дело закрыта vietsub трон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бо 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знаменитый детектив оверс</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знаменитый детектив трон бо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см. 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фильм конан т Его собственная кровь комикс полная</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анимация 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дело закрыто озвучено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смотреть фильмы 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знаменитый детективный эпизод</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смотреть 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take tu Известные ЗАМЕТКИ</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мультфильм 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Ним Конан известный детектив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фильм Конан трон бо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фильм известный детектив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смотрит аниме 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знаменитая детективная</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драма с участием Ту знаменитый</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мультфильм Конан комикс</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знаменитый детективный эпизод</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фильм Конан комикс</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фильм Конан ЗАМЕТКИ</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мультфильм</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Хоат</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Хин Конан Хоат Хин 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Модульный 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аниме конан трон бо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знаменитый детектив полный</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фильм конан известный детектив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смотрит мультфильмы 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хоат хин конан комиксы</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мультфильмы 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дело закрытый эпизод</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дело закрытое дело закрытый</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детектив фильм l знаменитый 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ту лунг знаменитый длинный тянг</a:t>
            </a:r>
            <a:endParaRPr>
              <a:solidFill>
                <a:schemeClr val="dk1"/>
              </a:solidFill>
            </a:endParaRPr>
          </a:p>
          <a:p>
            <a:pPr indent="0" lvl="0" marL="0" rtl="0" algn="l">
              <a:spcBef>
                <a:spcPts val="0"/>
              </a:spcBef>
              <a:spcAft>
                <a:spcPts val="0"/>
              </a:spcAft>
              <a:buNone/>
            </a:pPr>
            <a:r>
              <a:rPr lang="vi">
                <a:solidFill>
                  <a:schemeClr val="dk1"/>
                </a:solidFill>
              </a:rPr>
              <a:t>знаменитый детектив конан вьетнамский закадровый голос</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a108337f6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a108337f6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a108337f6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a108337f6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фильм 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известный детектив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Детектив 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фильм 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часы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Дело закрыто кадр</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полных</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конана известного детектива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мультфильма конана 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Дело закрыто известный Вьетнаме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известного детектива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смотреть мультфильмы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мультфильм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кино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кинотеатр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аниме конана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вьетнамцев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аниме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фильм известного детектив 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на знаменитом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смотреть</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знаменитые Конана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смотреть конана знаменитый детектив конаны</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кино знатока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те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посетить известные конан туан thuat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смотреть Conan известных детективных</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фильмы Conan звонкого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Moi Ната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мультфильмы 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Дело закрыта vietsub трон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бо 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знаменитый детектив оверс</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знаменитый детектив трон бо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см. 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фильм конан т Его собственная кровь комикс полная</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анимация 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дело закрыто озвучено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смотреть фильмы 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знаменитый детективный эпизод</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смотреть 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take tu Известные ЗАМЕТКИ</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мультфильм 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Ним Конан известный детектив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фильм Конан трон бо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фильм известный детектив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смотрит аниме 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знаменитая детективная</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драма с участием Ту знаменитый</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мультфильм Конан комикс</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знаменитый детективный эпизод</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фильм Конан комикс</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фильм Конан ЗАМЕТКИ</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мультфильм</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Хоат</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Хин Конан Хоат Хин 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Модульный 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аниме конан трон бо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знаменитый детектив полный</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фильм конан известный детектив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смотрит мультфильмы 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хоат хин конан комиксы</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мультфильмы 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дело закрытый эпизод</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дело закрытое дело закрытый</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детектив фильм l знаменитый 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ту лунг знаменитый длинный тянг</a:t>
            </a:r>
            <a:endParaRPr>
              <a:solidFill>
                <a:schemeClr val="dk1"/>
              </a:solidFill>
            </a:endParaRPr>
          </a:p>
          <a:p>
            <a:pPr indent="0" lvl="0" marL="0" rtl="0" algn="l">
              <a:spcBef>
                <a:spcPts val="0"/>
              </a:spcBef>
              <a:spcAft>
                <a:spcPts val="0"/>
              </a:spcAft>
              <a:buNone/>
            </a:pPr>
            <a:r>
              <a:rPr lang="vi">
                <a:solidFill>
                  <a:schemeClr val="dk1"/>
                </a:solidFill>
              </a:rPr>
              <a:t>знаменитый детектив конан вьетнамский закадровый голос</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a108337f6a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a108337f6a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фильм 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известный детектив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Детектив 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фильм 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часы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Дело закрыто кадр</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полных</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конана известного детектива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мультфильма конана 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Дело закрыто известный Вьетнаме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известного детектива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смотреть мультфильмы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мультфильм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кино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кинотеатр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аниме конана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вьетнамцев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аниме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фильм известного детектив 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на знаменитом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смотреть</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знаменитые Конана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смотреть конана знаменитый детектив конаны</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кино знатока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те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посетить известные конан туан thuat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смотреть Conan известных детективных</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фильмы Conan звонкого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Moi Ната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мультфильмы 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Дело закрыта vietsub трон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бо 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знаменитый детектив оверс</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знаменитый детектив трон бо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см. 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фильм конан т Его собственная кровь комикс полная</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анимация 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дело закрыто озвучено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смотреть фильмы 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знаменитый детективный эпизод</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смотреть 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take tu Известные ЗАМЕТКИ</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мультфильм 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Ним Конан известный детектив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фильм Конан трон бо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фильм известный детектив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смотрит аниме 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знаменитая детективная</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драма с участием Ту знаменитый</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мультфильм Конан комикс</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знаменитый детективный эпизод</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фильм Конан комикс</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фильм Конан ЗАМЕТКИ</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мультфильм</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Хоат</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Хин Конан Хоат Хин 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Модульный 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аниме конан трон бо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знаменитый детектив полный</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фильм конан известный детектив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смотрит мультфильмы 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хоат хин конан комиксы</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мультфильмы 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дело закрытый эпизод</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дело закрытое дело закрытый</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детектив фильм l знаменитый 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ту лунг знаменитый длинный тянг</a:t>
            </a:r>
            <a:endParaRPr>
              <a:solidFill>
                <a:schemeClr val="dk1"/>
              </a:solidFill>
            </a:endParaRPr>
          </a:p>
          <a:p>
            <a:pPr indent="0" lvl="0" marL="0" rtl="0" algn="l">
              <a:spcBef>
                <a:spcPts val="0"/>
              </a:spcBef>
              <a:spcAft>
                <a:spcPts val="0"/>
              </a:spcAft>
              <a:buNone/>
            </a:pPr>
            <a:r>
              <a:rPr lang="vi">
                <a:solidFill>
                  <a:schemeClr val="dk1"/>
                </a:solidFill>
              </a:rPr>
              <a:t>знаменитый детектив конан вьетнамский закадровый голос</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a108337f6a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a108337f6a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фильм 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известный детектив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Детектив 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фильм 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часы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Дело закрыто кадр</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полных</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конана известного детектива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мультфильма конана 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Дело закрыто известный Вьетнаме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известного детектива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смотреть мультфильмы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мультфильм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кино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кинотеатр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аниме конана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вьетнамцев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аниме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фильм известного детектив 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на знаменитом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смотреть</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знаменитые Конана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смотреть конана знаменитый детектив конаны</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кино знатока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те</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посетить известные конан туан thuat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смотреть Conan известных детективных</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фильмы Conan звонкого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Moi Ната</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мультфильмы 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Дело закрыта vietsub трон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бо 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знаменитый детектив оверс</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знаменитый детектив трон бо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см. 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фильм конан т Его собственная кровь комикс полная</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анимация 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дело закрыто озвучено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смотреть фильмы 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знаменитый детективный эпизод</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смотреть 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take tu Известные ЗАМЕТКИ</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мультфильм 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Ним Конан известный детектив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фильм Конан трон бо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фильм известный детектив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смотрит аниме 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знаменитая детективная</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драма с участием Ту знаменитый</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мультфильм Конан комикс</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знаменитый детективный эпизод</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фильм Конан комикс</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фильм Конан ЗАМЕТКИ</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мультфильм</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Хоат</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Хин Конан Хоат Хин Дело закрыто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Модульный 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аниме конан трон бо</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знаменитый детектив полный</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фильм конан известный детектив</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смотрит мультфильмы 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хоат хин конан комиксы</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мультфильмы 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дело закрытый эпизод</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дело закрытое дело закрытый</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детектив фильм l знаменитый конан</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конан ту лунг знаменитый длинный тянг</a:t>
            </a:r>
            <a:endParaRPr>
              <a:solidFill>
                <a:schemeClr val="dk1"/>
              </a:solidFill>
            </a:endParaRPr>
          </a:p>
          <a:p>
            <a:pPr indent="0" lvl="0" marL="0" rtl="0" algn="l">
              <a:spcBef>
                <a:spcPts val="0"/>
              </a:spcBef>
              <a:spcAft>
                <a:spcPts val="0"/>
              </a:spcAft>
              <a:buNone/>
            </a:pPr>
            <a:r>
              <a:rPr lang="vi">
                <a:solidFill>
                  <a:schemeClr val="dk1"/>
                </a:solidFill>
              </a:rPr>
              <a:t>знаменитый детектив конан вьетнамский закадровый голос</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vi"/>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ites.google.com/view/pops-app-vn/series/tham-tu-lung-danh-conan-5e857135574ebb00334427a2" TargetMode="Externa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www.youtube.com/watch?v=p90V7QNJuX8" TargetMode="Externa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google.com/maps/d/u/3/edit?mid=1b0VTGCwRNsTr7fddpQ-3DNtgEkvwRg4e&amp;usp=sharin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docs.google.com/forms/d/1pm5NQeUnE96PpvTych5rV1rbAAAzCas1N_ihxN3OcC8/"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519150"/>
            <a:ext cx="8520600" cy="205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vi" u="sng">
                <a:solidFill>
                  <a:schemeClr val="hlink"/>
                </a:solidFill>
                <a:hlinkClick r:id="rId3"/>
              </a:rPr>
              <a:t>Детектив Конан</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56" name="Google Shape;56;p13"/>
          <p:cNvPicPr preferRelativeResize="0"/>
          <p:nvPr/>
        </p:nvPicPr>
        <p:blipFill>
          <a:blip r:embed="rId4">
            <a:alphaModFix/>
          </a:blip>
          <a:stretch>
            <a:fillRect/>
          </a:stretch>
        </p:blipFill>
        <p:spPr>
          <a:xfrm>
            <a:off x="762000" y="1428750"/>
            <a:ext cx="7620000" cy="304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descr="▶️ Xem trọn bộ Conan trên ứng dụng POPS: https://bit.ly/Conan_PA &#10;▶️ Đăng ký ủng hộ POPS Anime nhé: https://goo.gl/TWfPrJ&#10;&#10;Thám Tử Lừng Danh Conan - Tập 1 - Vụ Án Mạng Trên Tàu Lượn Siêu Tốc - Conan Lồng Tiếng Mới Nhất&#10;&#10;Thám tử lừng danh Conan xoay quanh câu chuyện về chàng thám tử trung học Kudo Shinichi, trong một lần đang điều tra đã bị Tổ chức Áo Đen ép uống thuốc độc, khiến cho cơ thể của cậu bị teo nhỏ. Với thân hình của cậu học sinh lớp 1, Shinichi chuyển đến sống ở nhà của người bạn thuở niên thiếu Ran Mori cùng người bố Kogoro Mori. Tại đây, cậu dùng văn phòng thám tử của ông Kogoro để truy tìm tung tích của tổ chức Áo Đen đồng thời giúp ông phá nhiều vụ án dưới một thân phận mới là Conan Edogawa. &#10;&#10;------------------------&#10;Kênh POPS Anime&#10;Kênh hoạt hình trực tuyến phát sóng các bộ phim hoạt hình có bản quyền dành cho thiếu nhi. Kho phim gồm rất nhiều bộ Anime bom tấn với đủ các thể loại và liên tục cập nhật các bộ phim mới nhất mùa. &#10;Subscribe ngay để xem thêm nhiều hoạt hình hay: https://goo.gl/TWfPrJ&#10;&#10;Xem thêm các bộ phim chiếu trên POPS Anime nhé: &#10;&#10;1. Đảo Hải Tặc - One Piece - Trọn bộ lồng tiếng việt: https://goo.gl/wjLUM8 &#10;2. Phim Sailor Moon - Thủy Thủ Mặt Trăng trọn bồ lồng tiếng Việt hay nhất: https://bit.ly/2K884Mx&#10;3. Beyblade Burst - Vòng Xoáy Thần Tốc - Trọn Bộ Lồng Tiếng Việt: https://goo.gl/T721vj &#10;4. One Piece Siêu Clip Trọn bộ - Những Cuộc Phiêu Lưu Của Luffy Và Băng Mũ Rơm - Phim Hoạt Hình Nhật Bản: https://goo.gl/EWbpKz &#10;5. Phim Dragon Ball - Bảy Viên Ngọc Rồng trọn bộ lồng tiếng hay nhất: https://bit.ly/3b9vaOJ&#10;6. Superkar - Siêu Xe Biến Hình: https://goo.gl/hacGr1 &#10;7. Đảo Hải Tặc Bí Mật Vương Quốc Wano - One Piece Wano Land Arc: https://bit.ly/2XAkCEp&#10;8. GGO - Người Hùng Sân Cỏ - Trọn bộ 75 tập - Xem ngay: https://goo.gl/iZ88J9 &#10;9. Trọn Bộ Ben 10 Alien Force Mới Nhất 2020 Thuyết Minh Tiếng Việt: https://bit.ly/3cjZ2YU&#10;10. Trọn bộ Ben 10 (2016) Season 1&amp;2: https://bit.ly/2K4STE7&#10;&#10;▶️ Đăng ký kênh YouTube Learning For Kidz: https://www.youtube.com/c/learningforkidz&#10;▶️ Đăng ký kênh YouTube POPS Anime: https://www.youtube.com/c/popsanime&#10;▶️ Đăng ký kênh YouTube POPS Kids Junior: https://www.youtube.com/c/popskidsjunior&#10;▶️ Đăng ký kênh YouTube POPS Kids Music: https://www.youtube.com/c/popskidsmusic&#10;▶️ Đăng ký kênh YouTube POPS Kids: https://www.youtube.com/c/popskids&#10;▶️ Đăng ký kênh YouTube POPS Up: https://www.youtube.com/c/popsupchannel&#10;▶️ Đăng ký kênh YouTube Babyccino: https://www.youtube.com/c/babyccinotv&#10;▶️ Tham gia cộng đồng FB POPS Kids: https://www.facebook.com/pops.kids&#10;▶️ Tham gia cộng đồng FB POPS Anime: https://www.facebook.com/pops.anime&#10;▶️ Tham gia cộng đồng FB Thích Hoạt Hình: https://www.facebook.com/thichoathinh&#10;▶️ Tham gia cộng đồng group Mẹ Đẹp Thông Thái: https://www.facebook.com/groups/338036913815334/&#10;▶️ Theo dõi Instagram: https://www.instagram.com/pops_kids/ &#10;#conan #thamtulungdanhconan #popsanime" id="63" name="Google Shape;63;p14" title="Thám Tử Lừng Danh Conan - Tập 1 - Vụ Án Mạng Trên Tàu Lượn Siêu Tốc - Conan Lồng Tiếng Mới Nhất">
            <a:hlinkClick r:id="rId3"/>
          </p:cNvPr>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
                                        </p:tgtEl>
                                        <p:attrNameLst>
                                          <p:attrName>style.visibility</p:attrName>
                                        </p:attrNameLst>
                                      </p:cBhvr>
                                      <p:to>
                                        <p:strVal val="visible"/>
                                      </p:to>
                                    </p:set>
                                    <p:animEffect filter="fade" transition="in">
                                      <p:cBhvr>
                                        <p:cTn dur="1000"/>
                                        <p:tgtEl>
                                          <p:spTgt spid="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1700">
                <a:latin typeface="Times New Roman"/>
                <a:ea typeface="Times New Roman"/>
                <a:cs typeface="Times New Roman"/>
                <a:sym typeface="Times New Roman"/>
              </a:rPr>
              <a:t>1. Нужно ли платить за просмотр детектива Конана в полном дублировании?</a:t>
            </a:r>
            <a:endParaRPr b="1" sz="17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69" name="Google Shape;69;p15"/>
          <p:cNvSpPr txBox="1"/>
          <p:nvPr>
            <p:ph idx="1" type="body"/>
          </p:nvPr>
        </p:nvSpPr>
        <p:spPr>
          <a:xfrm>
            <a:off x="311700" y="120442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i="1" lang="vi" sz="1700">
                <a:solidFill>
                  <a:schemeClr val="dk1"/>
                </a:solidFill>
                <a:latin typeface="Times New Roman"/>
                <a:ea typeface="Times New Roman"/>
                <a:cs typeface="Times New Roman"/>
                <a:sym typeface="Times New Roman"/>
              </a:rPr>
              <a:t>Одна вещь, которую хотят знать многие люди, любящие знаменитого детектива Конана, - это плата за просмотр? Следите за обновлениями, чтобы знать, стоит ли «смотреть дублированный фильм детектива Конана» плату или нет и на какой платформе предоставляются высококачественные услуги!</a:t>
            </a:r>
            <a:endParaRPr i="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i="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rPr i="1" lang="vi" sz="1700">
                <a:solidFill>
                  <a:schemeClr val="dk1"/>
                </a:solidFill>
                <a:latin typeface="Times New Roman"/>
                <a:ea typeface="Times New Roman"/>
                <a:cs typeface="Times New Roman"/>
                <a:sym typeface="Times New Roman"/>
              </a:rPr>
              <a:t>Детектив Конан - чрезвычайно популярный японский детективный мультфильм. В результате нет онлайн-сайтов с фильмами, которые загружают дублирующую версию сериала. В частности, если вы платите плату за просмотр фильмов о Конане онлайн, вам решать, на каком веб-сайте смотреть их. В настоящее время существует множество веб-сайтов, которые позволяют пользователям бесплатно смотреть виетсаб «Детектив Конан». Но есть также некоторые веб-сайты, просмотр которых требует оплаты.</a:t>
            </a:r>
            <a:endParaRPr i="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i="1" sz="1700">
              <a:solidFill>
                <a:schemeClr val="dk1"/>
              </a:solidFill>
              <a:latin typeface="Times New Roman"/>
              <a:ea typeface="Times New Roman"/>
              <a:cs typeface="Times New Roman"/>
              <a:sym typeface="Times New Roman"/>
            </a:endParaRPr>
          </a:p>
          <a:p>
            <a:pPr indent="0" lvl="0" marL="0" rtl="0" algn="l">
              <a:spcBef>
                <a:spcPts val="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135175"/>
            <a:ext cx="8520600" cy="10173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2000">
                <a:latin typeface="Times New Roman"/>
                <a:ea typeface="Times New Roman"/>
                <a:cs typeface="Times New Roman"/>
                <a:sym typeface="Times New Roman"/>
              </a:rPr>
              <a:t>2. Что выбрать между виетсабом Детектива Конана и версией дубляжа?</a:t>
            </a:r>
            <a:endParaRPr b="1" sz="20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vi" sz="2100">
                <a:solidFill>
                  <a:schemeClr val="dk1"/>
                </a:solidFill>
                <a:latin typeface="Times New Roman"/>
                <a:ea typeface="Times New Roman"/>
                <a:cs typeface="Times New Roman"/>
                <a:sym typeface="Times New Roman"/>
              </a:rPr>
              <a:t>Это зависит от ваших фаворитов. Некоторым нравится смотреть версию vietsub, но есть и люди, которым лень читать подписку и предпочитают смотреть дублированную версию. В заключение, просто выберите авторитетный веб-сайт с фильмами в Интернете, и тогда качество детектива Конана с субтитрами или дублированием ничем не отличается.</a:t>
            </a:r>
            <a:endParaRPr sz="21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21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rPr lang="vi" u="sng">
                <a:solidFill>
                  <a:schemeClr val="hlink"/>
                </a:solidFill>
                <a:latin typeface="Times New Roman"/>
                <a:ea typeface="Times New Roman"/>
                <a:cs typeface="Times New Roman"/>
                <a:sym typeface="Times New Roman"/>
                <a:hlinkClick r:id="rId3"/>
              </a:rPr>
              <a:t>https://www.google.com/maps/d/u/3/edit?mid=1b0VTGCwRNsTr7fddpQ-3DNtgEkvwRg4e&amp;usp=sharing</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231950"/>
            <a:ext cx="8520600" cy="5727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2000">
                <a:latin typeface="Times New Roman"/>
                <a:ea typeface="Times New Roman"/>
                <a:cs typeface="Times New Roman"/>
                <a:sym typeface="Times New Roman"/>
              </a:rPr>
              <a:t>3. Высококачественный веб-сайт, на котором детектив Конан дублирует</a:t>
            </a:r>
            <a:endParaRPr b="1" sz="20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81" name="Google Shape;81;p17"/>
          <p:cNvSpPr txBox="1"/>
          <p:nvPr>
            <p:ph idx="1" type="body"/>
          </p:nvPr>
        </p:nvSpPr>
        <p:spPr>
          <a:xfrm>
            <a:off x="311700" y="98782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vi" sz="1600">
                <a:solidFill>
                  <a:schemeClr val="dk1"/>
                </a:solidFill>
                <a:latin typeface="Times New Roman"/>
                <a:ea typeface="Times New Roman"/>
                <a:cs typeface="Times New Roman"/>
                <a:sym typeface="Times New Roman"/>
              </a:rPr>
              <a:t>Итак, какие веб-сайты предоставляют высококачественные дублированные фильмы Детектива Конана? Хотя есть много веб-сайтов, которые загрузили эту серию, но один из лучших - pops.vn. Обязательства Popsvn:</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Самое быстрое обновление новых эпизодов Конана</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Фильмы высокого качества в формате Full HD, яркий звук</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Быстрое подключение, без лагов</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Совершенно бесплатно</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Адаптирован ко всем электронным устройствам</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Разнообразие разнообразных развлечений</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vi" sz="1600">
                <a:solidFill>
                  <a:schemeClr val="dk1"/>
                </a:solidFill>
                <a:latin typeface="Times New Roman"/>
                <a:ea typeface="Times New Roman"/>
                <a:cs typeface="Times New Roman"/>
                <a:sym typeface="Times New Roman"/>
              </a:rPr>
              <a:t>Так что, если вы хотите посмотреть полный дубляж Детектива Конана, зайдите на сайт Pops.vn. Мы вас не подведем!</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vi" sz="1600" u="sng">
                <a:solidFill>
                  <a:schemeClr val="hlink"/>
                </a:solidFill>
                <a:latin typeface="Times New Roman"/>
                <a:ea typeface="Times New Roman"/>
                <a:cs typeface="Times New Roman"/>
                <a:sym typeface="Times New Roman"/>
                <a:hlinkClick r:id="rId3"/>
              </a:rPr>
              <a:t>https://docs.google.com/forms/d/1pm5NQeUnE96PpvTych5rV1rbAAAzCas1N_ihxN3OcC8/</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