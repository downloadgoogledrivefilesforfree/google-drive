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ee203e7bc5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ee203e7bc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ee203e7bc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ee203e7bc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jpg"/><Relationship Id="rId5" Type="http://schemas.openxmlformats.org/officeDocument/2006/relationships/hyperlink" Target="https://kienthuctieuhoc.com/" TargetMode="External"/><Relationship Id="rId6" Type="http://schemas.openxmlformats.org/officeDocument/2006/relationships/hyperlink" Target="https://kienthuctieuhoc.com/" TargetMode="External"/><Relationship Id="rId7" Type="http://schemas.openxmlformats.org/officeDocument/2006/relationships/hyperlink" Target="https://kienthuctieuhoc.com/" TargetMode="External"/></Relationships>
</file>

<file path=ppt/slides/_rels/slide2.xml.rels><?xml version="1.0" encoding="UTF-8" standalone="yes"?><Relationships xmlns="http://schemas.openxmlformats.org/package/2006/relationships"><Relationship Id="rId11" Type="http://schemas.openxmlformats.org/officeDocument/2006/relationships/hyperlink" Target="https://colab.research.google.com/drive/1oG5hihaNIq1pcjUFsLJE4heKKxBrSdjb?usp=sharing" TargetMode="External"/><Relationship Id="rId10" Type="http://schemas.openxmlformats.org/officeDocument/2006/relationships/hyperlink" Target="https://sites.google.com/view/kienthuctieuhoc/trang-ch%E1%BB%A7" TargetMode="External"/><Relationship Id="rId13" Type="http://schemas.openxmlformats.org/officeDocument/2006/relationships/hyperlink" Target="https://jamboard.google.com/d/1m_CFWX-8Jk8EuUJYqdCjMNZTuuo6B10mtKj7460i7tI/edit?usp=sharing" TargetMode="External"/><Relationship Id="rId12" Type="http://schemas.openxmlformats.org/officeDocument/2006/relationships/hyperlink" Target="https://earth.google.com/earth/d/1W7hKmXikiPM7WecRi47a2z5UymfnNXhP?usp=sharing" TargetMode="External"/><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drive.google.com/drive/folders/1pVZOspob9R61pHj9bXV9nv7nZrN_FP1q" TargetMode="External"/><Relationship Id="rId4" Type="http://schemas.openxmlformats.org/officeDocument/2006/relationships/hyperlink" Target="https://docs.google.com/document/d/1z1rhcB_O_8O_W3ddnIxNCGCvbLo7ECYiRVZPGiwzojo/edit?usp=sharing" TargetMode="External"/><Relationship Id="rId9" Type="http://schemas.openxmlformats.org/officeDocument/2006/relationships/hyperlink" Target="https://www.google.com/maps/d/edit?mid=1DuVRxrs0ixUzASI2R0Yd1TR5AxDsUV4&amp;usp=sharing" TargetMode="External"/><Relationship Id="rId15" Type="http://schemas.openxmlformats.org/officeDocument/2006/relationships/hyperlink" Target="https://groups.google.com/g/kienthuctieuhoc1/c/z9khyqfPN84" TargetMode="External"/><Relationship Id="rId14" Type="http://schemas.openxmlformats.org/officeDocument/2006/relationships/hyperlink" Target="https://drive.google.com/file/d/1zHvN6du-QfuK3h-_Wt5kGf8G2X52vcnC/view?usp=sharing" TargetMode="External"/><Relationship Id="rId5" Type="http://schemas.openxmlformats.org/officeDocument/2006/relationships/hyperlink" Target="https://docs.google.com/spreadsheets/d/1CC2dO1GHjleH4byW_4m8iFS_81VK3fe4nfyHNAvCB00/edit?usp=sharing" TargetMode="External"/><Relationship Id="rId6" Type="http://schemas.openxmlformats.org/officeDocument/2006/relationships/hyperlink" Target="https://docs.google.com/presentation/d/1vnGFex1wBYOQJwqdYDXJybsWOncd6Cn0wvuYdwLbMbM/edit?usp=sharing" TargetMode="External"/><Relationship Id="rId7" Type="http://schemas.openxmlformats.org/officeDocument/2006/relationships/hyperlink" Target="https://docs.google.com/forms/d/e/1FAIpQLSdVaNLyKQ7-7ZM5uBbXlupZTnPvRk_8v42qIA6Pfe7GgYu_Yw/viewform?usp=sf_link" TargetMode="External"/><Relationship Id="rId8" Type="http://schemas.openxmlformats.org/officeDocument/2006/relationships/hyperlink" Target="https://docs.google.com/drawings/d/1g0Slc0IkQUWQGAyxarNeqD5vvOaPJInbPhqdDmc396g/edit?usp=sharing" TargetMode="External"/></Relationships>
</file>

<file path=ppt/slides/_rels/slide3.xml.rels><?xml version="1.0" encoding="UTF-8" standalone="yes"?><Relationships xmlns="http://schemas.openxmlformats.org/package/2006/relationships"><Relationship Id="rId40" Type="http://schemas.openxmlformats.org/officeDocument/2006/relationships/hyperlink" Target="https://www.gta5-mods.com/users/kienthuctieuhoc" TargetMode="External"/><Relationship Id="rId190" Type="http://schemas.openxmlformats.org/officeDocument/2006/relationships/hyperlink" Target="https://vws.vektor-inc.co.jp/forums/users/130788" TargetMode="External"/><Relationship Id="rId42" Type="http://schemas.openxmlformats.org/officeDocument/2006/relationships/hyperlink" Target="https://www.chordie.com/forum/profile.php?id=2006507" TargetMode="External"/><Relationship Id="rId41" Type="http://schemas.openxmlformats.org/officeDocument/2006/relationships/hyperlink" Target="https://www.rctech.net/forum/members/kienthuctieuhoc-387046.html" TargetMode="External"/><Relationship Id="rId44" Type="http://schemas.openxmlformats.org/officeDocument/2006/relationships/hyperlink" Target="https://pxhere.com/en/photographer-me/4315942" TargetMode="External"/><Relationship Id="rId194" Type="http://schemas.openxmlformats.org/officeDocument/2006/relationships/hyperlink" Target="https://because-gus.com/forums/participants/kienthuctieuhoc/" TargetMode="External"/><Relationship Id="rId43" Type="http://schemas.openxmlformats.org/officeDocument/2006/relationships/hyperlink" Target="https://hashnode.com/@kienthuctieuhoc" TargetMode="External"/><Relationship Id="rId193" Type="http://schemas.openxmlformats.org/officeDocument/2006/relationships/hyperlink" Target="https://www.telix.pl/profile/kienthuctieuhoc/" TargetMode="External"/><Relationship Id="rId46" Type="http://schemas.openxmlformats.org/officeDocument/2006/relationships/hyperlink" Target="https://babelcube.com/user/kien-thuc-tieu-hoc" TargetMode="External"/><Relationship Id="rId192" Type="http://schemas.openxmlformats.org/officeDocument/2006/relationships/hyperlink" Target="https://metaldevastationradio.com/kienthuctieuhoc" TargetMode="External"/><Relationship Id="rId45" Type="http://schemas.openxmlformats.org/officeDocument/2006/relationships/hyperlink" Target="http://hawkee.com/profile/7350274/" TargetMode="External"/><Relationship Id="rId191" Type="http://schemas.openxmlformats.org/officeDocument/2006/relationships/hyperlink" Target="https://nhadatdothi.net.vn/members/kienthuctieuhoc.12679/" TargetMode="External"/><Relationship Id="rId48" Type="http://schemas.openxmlformats.org/officeDocument/2006/relationships/hyperlink" Target="https://velog.io/@kienthuctieuhoc/about" TargetMode="External"/><Relationship Id="rId187" Type="http://schemas.openxmlformats.org/officeDocument/2006/relationships/hyperlink" Target="http://www.rohitab.com/discuss/user/2253211-kienthuctieuhoc/" TargetMode="External"/><Relationship Id="rId47" Type="http://schemas.openxmlformats.org/officeDocument/2006/relationships/hyperlink" Target="https://www.renderosity.com/users/id:1530013" TargetMode="External"/><Relationship Id="rId186" Type="http://schemas.openxmlformats.org/officeDocument/2006/relationships/hyperlink" Target="https://os.mbed.com/users/kienthuctieuhoc/" TargetMode="External"/><Relationship Id="rId185" Type="http://schemas.openxmlformats.org/officeDocument/2006/relationships/hyperlink" Target="https://www.bitchute.com/channel/hSdpDwqVp7wp" TargetMode="External"/><Relationship Id="rId49" Type="http://schemas.openxmlformats.org/officeDocument/2006/relationships/hyperlink" Target="https://doodleordie.com/profile/kienthuctieuhoc" TargetMode="External"/><Relationship Id="rId184" Type="http://schemas.openxmlformats.org/officeDocument/2006/relationships/hyperlink" Target="https://www.jqwidgets.com/community/users/kienthuctieuhoc/" TargetMode="External"/><Relationship Id="rId189" Type="http://schemas.openxmlformats.org/officeDocument/2006/relationships/hyperlink" Target="https://postheaven.net/srm012n4q0" TargetMode="External"/><Relationship Id="rId188" Type="http://schemas.openxmlformats.org/officeDocument/2006/relationships/hyperlink" Target="https://www.hebergementweb.org/members/kienthuctieuhoc.669566/" TargetMode="External"/><Relationship Id="rId31" Type="http://schemas.openxmlformats.org/officeDocument/2006/relationships/hyperlink" Target="https://public.tableau.com/app/profile/ki.n.th.c.ti.u.h.c/vizzes" TargetMode="External"/><Relationship Id="rId30" Type="http://schemas.openxmlformats.org/officeDocument/2006/relationships/hyperlink" Target="https://www.metal-archives.com/users/kienthuctieuhoc" TargetMode="External"/><Relationship Id="rId33" Type="http://schemas.openxmlformats.org/officeDocument/2006/relationships/hyperlink" Target="https://www.beatstars.com/kienthuctieuhoc/about" TargetMode="External"/><Relationship Id="rId183" Type="http://schemas.openxmlformats.org/officeDocument/2006/relationships/hyperlink" Target="http://maisoncarlos.com/UserProfile/tabid/42/userId/2088895/Default.aspx" TargetMode="External"/><Relationship Id="rId32" Type="http://schemas.openxmlformats.org/officeDocument/2006/relationships/hyperlink" Target="https://link.space/@kienthuctieuhoc" TargetMode="External"/><Relationship Id="rId182" Type="http://schemas.openxmlformats.org/officeDocument/2006/relationships/hyperlink" Target="https://starity.hu/profil/467113-kienthuctieuhoc/" TargetMode="External"/><Relationship Id="rId35" Type="http://schemas.openxmlformats.org/officeDocument/2006/relationships/hyperlink" Target="https://files.fm/kienthuctieuhoc/info" TargetMode="External"/><Relationship Id="rId181" Type="http://schemas.openxmlformats.org/officeDocument/2006/relationships/hyperlink" Target="https://www.dotafire.com/profile/kienthuctieuhoc-122622?profilepage" TargetMode="External"/><Relationship Id="rId34" Type="http://schemas.openxmlformats.org/officeDocument/2006/relationships/hyperlink" Target="https://coub.com/kienthuctieuhoc" TargetMode="External"/><Relationship Id="rId180" Type="http://schemas.openxmlformats.org/officeDocument/2006/relationships/hyperlink" Target="https://advego.com/profile/kienthuctieuhoc/" TargetMode="External"/><Relationship Id="rId37" Type="http://schemas.openxmlformats.org/officeDocument/2006/relationships/hyperlink" Target="https://www.credly.com/users/kienthuctieuhoc" TargetMode="External"/><Relationship Id="rId176" Type="http://schemas.openxmlformats.org/officeDocument/2006/relationships/hyperlink" Target="https://ww3.lectulandia.co/foros/users/kienthuctieuhoc/" TargetMode="External"/><Relationship Id="rId297" Type="http://schemas.openxmlformats.org/officeDocument/2006/relationships/hyperlink" Target="https://www.sakaseru.jp/mina/user/profile/186211" TargetMode="External"/><Relationship Id="rId36" Type="http://schemas.openxmlformats.org/officeDocument/2006/relationships/hyperlink" Target="https://hub.docker.com/u/kienthuctieuhoc" TargetMode="External"/><Relationship Id="rId175" Type="http://schemas.openxmlformats.org/officeDocument/2006/relationships/hyperlink" Target="https://hackaday.io/kienthuctieuhoc" TargetMode="External"/><Relationship Id="rId296" Type="http://schemas.openxmlformats.org/officeDocument/2006/relationships/hyperlink" Target="https://gifmagazine.net/users/158060/profile?locale=vi" TargetMode="External"/><Relationship Id="rId39" Type="http://schemas.openxmlformats.org/officeDocument/2006/relationships/hyperlink" Target="https://gifyu.com/kienthuctieuhoc" TargetMode="External"/><Relationship Id="rId174" Type="http://schemas.openxmlformats.org/officeDocument/2006/relationships/hyperlink" Target="https://medibang.com/author/26593476/" TargetMode="External"/><Relationship Id="rId295" Type="http://schemas.openxmlformats.org/officeDocument/2006/relationships/hyperlink" Target="https://community.goldposter.com/members/kienthuctieuhoc/profile/" TargetMode="External"/><Relationship Id="rId38" Type="http://schemas.openxmlformats.org/officeDocument/2006/relationships/hyperlink" Target="https://devpost.com/kienthuctieuhoc" TargetMode="External"/><Relationship Id="rId173" Type="http://schemas.openxmlformats.org/officeDocument/2006/relationships/hyperlink" Target="https://memes.tw/user/321886" TargetMode="External"/><Relationship Id="rId294" Type="http://schemas.openxmlformats.org/officeDocument/2006/relationships/hyperlink" Target="https://www.goldposter.com/members/kienthuctieuhoc/profile/" TargetMode="External"/><Relationship Id="rId179" Type="http://schemas.openxmlformats.org/officeDocument/2006/relationships/hyperlink" Target="https://kienthuctieuhoc.stck.me/profile" TargetMode="External"/><Relationship Id="rId178" Type="http://schemas.openxmlformats.org/officeDocument/2006/relationships/hyperlink" Target="https://forum.lexulous.com/user/kienthuctieuhoc" TargetMode="External"/><Relationship Id="rId299" Type="http://schemas.openxmlformats.org/officeDocument/2006/relationships/hyperlink" Target="https://www.stylevore.com/user/kienthuctieuhoc" TargetMode="External"/><Relationship Id="rId177" Type="http://schemas.openxmlformats.org/officeDocument/2006/relationships/hyperlink" Target="https://www.mikocon.com/home.php?mod=space&amp;uid=216021" TargetMode="External"/><Relationship Id="rId298" Type="http://schemas.openxmlformats.org/officeDocument/2006/relationships/hyperlink" Target="https://illust.daysneo.com/illustrator/kienthuctieuhoc/" TargetMode="External"/><Relationship Id="rId20" Type="http://schemas.openxmlformats.org/officeDocument/2006/relationships/hyperlink" Target="https://www.producthunt.com/@kienthuctieuhoc" TargetMode="External"/><Relationship Id="rId22" Type="http://schemas.openxmlformats.org/officeDocument/2006/relationships/hyperlink" Target="https://ko-fi.com/kienthuctieuhoc" TargetMode="External"/><Relationship Id="rId21" Type="http://schemas.openxmlformats.org/officeDocument/2006/relationships/hyperlink" Target="https://wakelet.com/@kienthuctieuhoc" TargetMode="External"/><Relationship Id="rId24" Type="http://schemas.openxmlformats.org/officeDocument/2006/relationships/hyperlink" Target="https://forum.dmec.vn/index.php?members/kienthuctieuhoc.67089/" TargetMode="External"/><Relationship Id="rId23" Type="http://schemas.openxmlformats.org/officeDocument/2006/relationships/hyperlink" Target="https://www.multichain.com/qa/user/kienthuctieuhoc" TargetMode="External"/><Relationship Id="rId26" Type="http://schemas.openxmlformats.org/officeDocument/2006/relationships/hyperlink" Target="https://jsfiddle.net/kienthuctieuhoc/rohjgfpb/" TargetMode="External"/><Relationship Id="rId25" Type="http://schemas.openxmlformats.org/officeDocument/2006/relationships/hyperlink" Target="https://www.twitch.tv/kienthuctieuhoc/about" TargetMode="External"/><Relationship Id="rId28" Type="http://schemas.openxmlformats.org/officeDocument/2006/relationships/hyperlink" Target="https://www.myminifactory.com/users/kienthuctieuhoc" TargetMode="External"/><Relationship Id="rId27" Type="http://schemas.openxmlformats.org/officeDocument/2006/relationships/hyperlink" Target="https://kienthuctieuhoc.gitbook.io/kienthuctieuhoc" TargetMode="External"/><Relationship Id="rId29" Type="http://schemas.openxmlformats.org/officeDocument/2006/relationships/hyperlink" Target="https://roomstyler.com/users/kienthuctieuhoc" TargetMode="External"/><Relationship Id="rId11" Type="http://schemas.openxmlformats.org/officeDocument/2006/relationships/hyperlink" Target="https://500px.com/p/kienthuctieuhoc" TargetMode="External"/><Relationship Id="rId10" Type="http://schemas.openxmlformats.org/officeDocument/2006/relationships/hyperlink" Target="https://glose.com/u/kienthuctieuhoc" TargetMode="External"/><Relationship Id="rId13" Type="http://schemas.openxmlformats.org/officeDocument/2006/relationships/hyperlink" Target="https://profile.hatena.ne.jp/kienthuctieuhoc/profile" TargetMode="External"/><Relationship Id="rId12" Type="http://schemas.openxmlformats.org/officeDocument/2006/relationships/hyperlink" Target="https://issuu.com/kienthuctieuhoc" TargetMode="External"/><Relationship Id="rId15" Type="http://schemas.openxmlformats.org/officeDocument/2006/relationships/hyperlink" Target="https://www.instapaper.com/p/kienthuctieuhoc" TargetMode="External"/><Relationship Id="rId198" Type="http://schemas.openxmlformats.org/officeDocument/2006/relationships/hyperlink" Target="https://agoracom.com/members/kienthuctieuhoc" TargetMode="External"/><Relationship Id="rId14" Type="http://schemas.openxmlformats.org/officeDocument/2006/relationships/hyperlink" Target="https://www.reverbnation.com/kienthuctieuhoc" TargetMode="External"/><Relationship Id="rId197" Type="http://schemas.openxmlformats.org/officeDocument/2006/relationships/hyperlink" Target="https://www.fundable.com/user-929706" TargetMode="External"/><Relationship Id="rId17" Type="http://schemas.openxmlformats.org/officeDocument/2006/relationships/hyperlink" Target="https://www.blogger.com/profile/07442379056403483311" TargetMode="External"/><Relationship Id="rId196" Type="http://schemas.openxmlformats.org/officeDocument/2006/relationships/hyperlink" Target="https://forums.worldwarriors.net/profile/kienthuctieuhoc" TargetMode="External"/><Relationship Id="rId16" Type="http://schemas.openxmlformats.org/officeDocument/2006/relationships/hyperlink" Target="https://kienthuctieuhoc2.blogspot.com/2024/07/kien-thuc-tieu-hoc.html" TargetMode="External"/><Relationship Id="rId195" Type="http://schemas.openxmlformats.org/officeDocument/2006/relationships/hyperlink" Target="https://www.algebra.com/tutors/aboutme.mpl?userid=kienthuctieuhoc" TargetMode="External"/><Relationship Id="rId19" Type="http://schemas.openxmlformats.org/officeDocument/2006/relationships/hyperlink" Target="https://telegra.ph/kienthuctieuhoc-07-23" TargetMode="External"/><Relationship Id="rId18" Type="http://schemas.openxmlformats.org/officeDocument/2006/relationships/hyperlink" Target="https://about.me/kienthuctieuhoc" TargetMode="External"/><Relationship Id="rId199" Type="http://schemas.openxmlformats.org/officeDocument/2006/relationships/hyperlink" Target="https://ekonty.com/-kienthuctieuhoc#info" TargetMode="External"/><Relationship Id="rId84" Type="http://schemas.openxmlformats.org/officeDocument/2006/relationships/hyperlink" Target="https://www.anobii.com/fr/016c1f3a970b7da4e4/profile/activity" TargetMode="External"/><Relationship Id="rId83" Type="http://schemas.openxmlformats.org/officeDocument/2006/relationships/hyperlink" Target="http://bbs.zhizhuyx.com/home.php?mod=space&amp;uid=10973836" TargetMode="External"/><Relationship Id="rId86" Type="http://schemas.openxmlformats.org/officeDocument/2006/relationships/hyperlink" Target="https://www.facer.io/u/kienthuctieuhoc" TargetMode="External"/><Relationship Id="rId85" Type="http://schemas.openxmlformats.org/officeDocument/2006/relationships/hyperlink" Target="http://molbiol.ru/forums/index.php?showuser=1366299" TargetMode="External"/><Relationship Id="rId88" Type="http://schemas.openxmlformats.org/officeDocument/2006/relationships/hyperlink" Target="https://www.iniuria.us/forum/member.php?453211-kienthuctieuhoc" TargetMode="External"/><Relationship Id="rId150" Type="http://schemas.openxmlformats.org/officeDocument/2006/relationships/hyperlink" Target="https://www.clickasnap.com/profile/kienthuctieuhoc" TargetMode="External"/><Relationship Id="rId271" Type="http://schemas.openxmlformats.org/officeDocument/2006/relationships/hyperlink" Target="https://es.gta5-mods.com/users/kienthuctieuhoc" TargetMode="External"/><Relationship Id="rId87" Type="http://schemas.openxmlformats.org/officeDocument/2006/relationships/hyperlink" Target="http://aldenfamilydentistry.com/UserProfile/tabid/57/userId/850565/Default.aspx" TargetMode="External"/><Relationship Id="rId270" Type="http://schemas.openxmlformats.org/officeDocument/2006/relationships/hyperlink" Target="https://fr.gta5-mods.com/users/kienthuctieuhoc" TargetMode="External"/><Relationship Id="rId89" Type="http://schemas.openxmlformats.org/officeDocument/2006/relationships/hyperlink" Target="https://jszst.com.cn/home.php?mod=space&amp;uid=3866937" TargetMode="External"/><Relationship Id="rId80" Type="http://schemas.openxmlformats.org/officeDocument/2006/relationships/hyperlink" Target="https://kitsu.io/users/1508087" TargetMode="External"/><Relationship Id="rId82" Type="http://schemas.openxmlformats.org/officeDocument/2006/relationships/hyperlink" Target="https://boersen.oeh-salzburg.at/author/kienthuctieuhoc/" TargetMode="External"/><Relationship Id="rId81" Type="http://schemas.openxmlformats.org/officeDocument/2006/relationships/hyperlink" Target="https://expathealthseoul.com/profile/kienthuctieuhoc/" TargetMode="External"/><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facebook.com/kienthuctieuhoc1/" TargetMode="External"/><Relationship Id="rId149" Type="http://schemas.openxmlformats.org/officeDocument/2006/relationships/hyperlink" Target="https://www.equinenow.com/farm/kienthuctieuhoc.htm" TargetMode="External"/><Relationship Id="rId4" Type="http://schemas.openxmlformats.org/officeDocument/2006/relationships/hyperlink" Target="https://www.youtube.com/@kienthuctieuhoc1" TargetMode="External"/><Relationship Id="rId148" Type="http://schemas.openxmlformats.org/officeDocument/2006/relationships/hyperlink" Target="https://app.talkshoe.com/user/kienthuctieuhoc" TargetMode="External"/><Relationship Id="rId269" Type="http://schemas.openxmlformats.org/officeDocument/2006/relationships/hyperlink" Target="https://hi.gta5-mods.com/users/kienthuctieuhoc" TargetMode="External"/><Relationship Id="rId9" Type="http://schemas.openxmlformats.org/officeDocument/2006/relationships/hyperlink" Target="https://www.reddit.com/user/kienthuctieuhoc/" TargetMode="External"/><Relationship Id="rId143" Type="http://schemas.openxmlformats.org/officeDocument/2006/relationships/hyperlink" Target="https://research.openhumans.org/member/kienthuctieuhoc/" TargetMode="External"/><Relationship Id="rId264" Type="http://schemas.openxmlformats.org/officeDocument/2006/relationships/hyperlink" Target="https://ms.gta5-mods.com/users/kienthuctieuhoc" TargetMode="External"/><Relationship Id="rId142" Type="http://schemas.openxmlformats.org/officeDocument/2006/relationships/hyperlink" Target="https://scrapbox.io/kienthuctieuhoc/kienthuctieuhoc" TargetMode="External"/><Relationship Id="rId263" Type="http://schemas.openxmlformats.org/officeDocument/2006/relationships/hyperlink" Target="https://nl.gta5-mods.com/users/kienthuctieuhoc" TargetMode="External"/><Relationship Id="rId141" Type="http://schemas.openxmlformats.org/officeDocument/2006/relationships/hyperlink" Target="https://www.mountainproject.com/user/201878525/kien-thuc-tieu-hoc" TargetMode="External"/><Relationship Id="rId262" Type="http://schemas.openxmlformats.org/officeDocument/2006/relationships/hyperlink" Target="https://no.gta5-mods.com/users/kienthuctieuhoc" TargetMode="External"/><Relationship Id="rId140" Type="http://schemas.openxmlformats.org/officeDocument/2006/relationships/hyperlink" Target="https://hangoutshelp.net/user/kienthuctieuhoc" TargetMode="External"/><Relationship Id="rId261" Type="http://schemas.openxmlformats.org/officeDocument/2006/relationships/hyperlink" Target="https://pl.gta5-mods.com/users/kienthuctieuhoc" TargetMode="External"/><Relationship Id="rId5" Type="http://schemas.openxmlformats.org/officeDocument/2006/relationships/hyperlink" Target="https://x.com/kienthuctieuhoc" TargetMode="External"/><Relationship Id="rId147" Type="http://schemas.openxmlformats.org/officeDocument/2006/relationships/hyperlink" Target="https://community.arlo.com/t5/user/viewprofilepage/user-id/983059" TargetMode="External"/><Relationship Id="rId268" Type="http://schemas.openxmlformats.org/officeDocument/2006/relationships/hyperlink" Target="https://hu.gta5-mods.com/users/kienthuctieuhoc" TargetMode="External"/><Relationship Id="rId6" Type="http://schemas.openxmlformats.org/officeDocument/2006/relationships/hyperlink" Target="https://www.pinterest.com/kienthuctieuhoc/" TargetMode="External"/><Relationship Id="rId146" Type="http://schemas.openxmlformats.org/officeDocument/2006/relationships/hyperlink" Target="https://community.plus.net/t5/user/viewprofilepage/user-id/140293" TargetMode="External"/><Relationship Id="rId267" Type="http://schemas.openxmlformats.org/officeDocument/2006/relationships/hyperlink" Target="https://id.gta5-mods.com/users/kienthuctieuhoc" TargetMode="External"/><Relationship Id="rId7" Type="http://schemas.openxmlformats.org/officeDocument/2006/relationships/hyperlink" Target="https://www.tumblr.com/kienthuctieuhoc" TargetMode="External"/><Relationship Id="rId145" Type="http://schemas.openxmlformats.org/officeDocument/2006/relationships/hyperlink" Target="https://booklog.jp/users/kienthuctieuhoc/profile" TargetMode="External"/><Relationship Id="rId266" Type="http://schemas.openxmlformats.org/officeDocument/2006/relationships/hyperlink" Target="https://it.gta5-mods.com/users/kienthuctieuhoc" TargetMode="External"/><Relationship Id="rId8" Type="http://schemas.openxmlformats.org/officeDocument/2006/relationships/hyperlink" Target="https://vimeo.com/kienthuctieuhoc" TargetMode="External"/><Relationship Id="rId144" Type="http://schemas.openxmlformats.org/officeDocument/2006/relationships/hyperlink" Target="https://community.cisco.com/t5/user/viewprofilepage/user-id/1759300" TargetMode="External"/><Relationship Id="rId265" Type="http://schemas.openxmlformats.org/officeDocument/2006/relationships/hyperlink" Target="https://mk.gta5-mods.com/users/kienthuctieuhoc" TargetMode="External"/><Relationship Id="rId73" Type="http://schemas.openxmlformats.org/officeDocument/2006/relationships/hyperlink" Target="https://offcourse.co/users/profile/kienthuctieuhoc" TargetMode="External"/><Relationship Id="rId72" Type="http://schemas.openxmlformats.org/officeDocument/2006/relationships/hyperlink" Target="https://notabug.org/kienthuctieuhoc" TargetMode="External"/><Relationship Id="rId75" Type="http://schemas.openxmlformats.org/officeDocument/2006/relationships/hyperlink" Target="https://www.adsoftheworld.com/users/ff610148-f1cc-4746-b002-e90f8916d332" TargetMode="External"/><Relationship Id="rId74" Type="http://schemas.openxmlformats.org/officeDocument/2006/relationships/hyperlink" Target="https://portfolium.com.au/kienthuctieuhoc" TargetMode="External"/><Relationship Id="rId77" Type="http://schemas.openxmlformats.org/officeDocument/2006/relationships/hyperlink" Target="https://datcang.vn/viewtopic.php?f=4&amp;t=762943" TargetMode="External"/><Relationship Id="rId260" Type="http://schemas.openxmlformats.org/officeDocument/2006/relationships/hyperlink" Target="https://pt.gta5-mods.com/users/kienthuctieuhoc" TargetMode="External"/><Relationship Id="rId76" Type="http://schemas.openxmlformats.org/officeDocument/2006/relationships/hyperlink" Target="https://www.nintendo-master.com/profil/kienthuctieuhoc" TargetMode="External"/><Relationship Id="rId79" Type="http://schemas.openxmlformats.org/officeDocument/2006/relationships/hyperlink" Target="https://batotoo.com/u/2114577-kienthuctieuhoc" TargetMode="External"/><Relationship Id="rId78" Type="http://schemas.openxmlformats.org/officeDocument/2006/relationships/hyperlink" Target="https://www.linqto.me/about/kienthuctieuhoc" TargetMode="External"/><Relationship Id="rId71" Type="http://schemas.openxmlformats.org/officeDocument/2006/relationships/hyperlink" Target="https://jali.me/kienthuctieuhoc" TargetMode="External"/><Relationship Id="rId70" Type="http://schemas.openxmlformats.org/officeDocument/2006/relationships/hyperlink" Target="https://hackmd.io/@kienthuctieuhoc/kienthuctieuhoc" TargetMode="External"/><Relationship Id="rId139" Type="http://schemas.openxmlformats.org/officeDocument/2006/relationships/hyperlink" Target="https://hukukevi.net/user/kienthuctieuhoc" TargetMode="External"/><Relationship Id="rId138" Type="http://schemas.openxmlformats.org/officeDocument/2006/relationships/hyperlink" Target="https://www.recepti.com/profile/view/97409" TargetMode="External"/><Relationship Id="rId259" Type="http://schemas.openxmlformats.org/officeDocument/2006/relationships/hyperlink" Target="https://ro.gta5-mods.com/users/kienthuctieuhoc" TargetMode="External"/><Relationship Id="rId137" Type="http://schemas.openxmlformats.org/officeDocument/2006/relationships/hyperlink" Target="https://www.homepokergames.com/vbforum/member.php?u=104291" TargetMode="External"/><Relationship Id="rId258" Type="http://schemas.openxmlformats.org/officeDocument/2006/relationships/hyperlink" Target="https://ru.gta5-mods.com/users/kienthuctieuhoc" TargetMode="External"/><Relationship Id="rId132" Type="http://schemas.openxmlformats.org/officeDocument/2006/relationships/hyperlink" Target="https://www.chaloke.com/forums/users/kienthuctieuhoc/" TargetMode="External"/><Relationship Id="rId253" Type="http://schemas.openxmlformats.org/officeDocument/2006/relationships/hyperlink" Target="https://zh.gta5-mods.com/users/kienthuctieuhoc" TargetMode="External"/><Relationship Id="rId131" Type="http://schemas.openxmlformats.org/officeDocument/2006/relationships/hyperlink" Target="https://www.webwiki.com/kienthuctieuhoc.com" TargetMode="External"/><Relationship Id="rId252" Type="http://schemas.openxmlformats.org/officeDocument/2006/relationships/hyperlink" Target="https://cvt.vn/members/kienthuctieuhoc.1418436/#about" TargetMode="External"/><Relationship Id="rId130" Type="http://schemas.openxmlformats.org/officeDocument/2006/relationships/hyperlink" Target="https://www.akaqa.com/account/profile/19191651860" TargetMode="External"/><Relationship Id="rId251" Type="http://schemas.openxmlformats.org/officeDocument/2006/relationships/hyperlink" Target="https://comiko.org/u/2114577-kienthuctieuhoc" TargetMode="External"/><Relationship Id="rId250" Type="http://schemas.openxmlformats.org/officeDocument/2006/relationships/hyperlink" Target="https://batotwo.com/u/2114577-kienthuctieuhoc" TargetMode="External"/><Relationship Id="rId136" Type="http://schemas.openxmlformats.org/officeDocument/2006/relationships/hyperlink" Target="https://gitlab.vuhdo.io/kienthuctieuhoc" TargetMode="External"/><Relationship Id="rId257" Type="http://schemas.openxmlformats.org/officeDocument/2006/relationships/hyperlink" Target="https://sv.gta5-mods.com/users/kienthuctieuhoc" TargetMode="External"/><Relationship Id="rId135" Type="http://schemas.openxmlformats.org/officeDocument/2006/relationships/hyperlink" Target="https://chimcanhviet.vn/forum/members/kienthuctieuhoc.175606/" TargetMode="External"/><Relationship Id="rId256" Type="http://schemas.openxmlformats.org/officeDocument/2006/relationships/hyperlink" Target="https://tr.gta5-mods.com/users/kienthuctieuhoc" TargetMode="External"/><Relationship Id="rId134" Type="http://schemas.openxmlformats.org/officeDocument/2006/relationships/hyperlink" Target="https://glamorouslengths.com/author/kienthuctieuhoc/" TargetMode="External"/><Relationship Id="rId255" Type="http://schemas.openxmlformats.org/officeDocument/2006/relationships/hyperlink" Target="https://uk.gta5-mods.com/users/kienthuctieuhoc" TargetMode="External"/><Relationship Id="rId133" Type="http://schemas.openxmlformats.org/officeDocument/2006/relationships/hyperlink" Target="https://www.tadalive.com/kienthuctieuhoc" TargetMode="External"/><Relationship Id="rId254" Type="http://schemas.openxmlformats.org/officeDocument/2006/relationships/hyperlink" Target="https://vi.gta5-mods.com/users/kienthuctieuhoc" TargetMode="External"/><Relationship Id="rId62" Type="http://schemas.openxmlformats.org/officeDocument/2006/relationships/hyperlink" Target="https://teletype.in/@kienthuctieuhoc" TargetMode="External"/><Relationship Id="rId61" Type="http://schemas.openxmlformats.org/officeDocument/2006/relationships/hyperlink" Target="https://www.fitday.com/fitness/forums/members/kienthuctieuhoc.html" TargetMode="External"/><Relationship Id="rId64" Type="http://schemas.openxmlformats.org/officeDocument/2006/relationships/hyperlink" Target="https://myapple.pl/users/457954-ki-n-th-c-ti-u-h-c" TargetMode="External"/><Relationship Id="rId63" Type="http://schemas.openxmlformats.org/officeDocument/2006/relationships/hyperlink" Target="https://start.me/p/80mKL0/trang-b-t-d-u" TargetMode="External"/><Relationship Id="rId66" Type="http://schemas.openxmlformats.org/officeDocument/2006/relationships/hyperlink" Target="https://allmyfaves.com/kienthuctieuhoc" TargetMode="External"/><Relationship Id="rId172" Type="http://schemas.openxmlformats.org/officeDocument/2006/relationships/hyperlink" Target="https://chomikuj.pl/kienthuctieuhoc" TargetMode="External"/><Relationship Id="rId293" Type="http://schemas.openxmlformats.org/officeDocument/2006/relationships/hyperlink" Target="https://tatoeba.org/vi/user/profile/kienthuctieuhoc" TargetMode="External"/><Relationship Id="rId65" Type="http://schemas.openxmlformats.org/officeDocument/2006/relationships/hyperlink" Target="https://heylink.me/kienthuctieuhoc/" TargetMode="External"/><Relationship Id="rId171" Type="http://schemas.openxmlformats.org/officeDocument/2006/relationships/hyperlink" Target="https://pixabay.com/users/45068605/" TargetMode="External"/><Relationship Id="rId292" Type="http://schemas.openxmlformats.org/officeDocument/2006/relationships/hyperlink" Target="https://my.djtechtools.com/users/1424729" TargetMode="External"/><Relationship Id="rId68" Type="http://schemas.openxmlformats.org/officeDocument/2006/relationships/hyperlink" Target="https://bikeindex.org/users/kienthuctieuhoc" TargetMode="External"/><Relationship Id="rId170" Type="http://schemas.openxmlformats.org/officeDocument/2006/relationships/hyperlink" Target="https://www.outlived.co.uk/author/kienthuctieuhoc/" TargetMode="External"/><Relationship Id="rId291" Type="http://schemas.openxmlformats.org/officeDocument/2006/relationships/hyperlink" Target="https://slatestarcodex.com/author/kienthuctieuhoc/" TargetMode="External"/><Relationship Id="rId67" Type="http://schemas.openxmlformats.org/officeDocument/2006/relationships/hyperlink" Target="https://allods.my.games/forum/index.php?page=User&amp;userID=152441" TargetMode="External"/><Relationship Id="rId290" Type="http://schemas.openxmlformats.org/officeDocument/2006/relationships/hyperlink" Target="https://rpgplayground.com/members/kienthuctieuhoc/profile/" TargetMode="External"/><Relationship Id="rId60" Type="http://schemas.openxmlformats.org/officeDocument/2006/relationships/hyperlink" Target="https://kienthuctieuhoc.gallery.ru/" TargetMode="External"/><Relationship Id="rId165" Type="http://schemas.openxmlformats.org/officeDocument/2006/relationships/hyperlink" Target="https://community.m5stack.com/user/kienthuctieuhoc" TargetMode="External"/><Relationship Id="rId286" Type="http://schemas.openxmlformats.org/officeDocument/2006/relationships/hyperlink" Target="https://activepages.com.au/profile/kienthuctieuhoc" TargetMode="External"/><Relationship Id="rId69" Type="http://schemas.openxmlformats.org/officeDocument/2006/relationships/hyperlink" Target="https://chart-studio.plotly.com/~kienthuctieuhoc" TargetMode="External"/><Relationship Id="rId164" Type="http://schemas.openxmlformats.org/officeDocument/2006/relationships/hyperlink" Target="https://wefunder.com/kienthuctieuhoc" TargetMode="External"/><Relationship Id="rId285" Type="http://schemas.openxmlformats.org/officeDocument/2006/relationships/hyperlink" Target="https://moodlejapan.org/user/profile.php?id=14611" TargetMode="External"/><Relationship Id="rId163" Type="http://schemas.openxmlformats.org/officeDocument/2006/relationships/hyperlink" Target="https://kienthuctieuhoc.hashnode.dev/kienthuctieuhoc" TargetMode="External"/><Relationship Id="rId284" Type="http://schemas.openxmlformats.org/officeDocument/2006/relationships/hyperlink" Target="https://participa.favb.cat/profiles/kienthuctieuhoc/activity" TargetMode="External"/><Relationship Id="rId162" Type="http://schemas.openxmlformats.org/officeDocument/2006/relationships/hyperlink" Target="https://derpyshare.mn.co/members/26800518" TargetMode="External"/><Relationship Id="rId283" Type="http://schemas.openxmlformats.org/officeDocument/2006/relationships/hyperlink" Target="https://goli.breezio.com/user/kienthuctieuhoc" TargetMode="External"/><Relationship Id="rId169" Type="http://schemas.openxmlformats.org/officeDocument/2006/relationships/hyperlink" Target="https://www.metooo.it/u/kienthuctieuhoc" TargetMode="External"/><Relationship Id="rId168" Type="http://schemas.openxmlformats.org/officeDocument/2006/relationships/hyperlink" Target="https://allmylinks.com/kienthuctieuhoc" TargetMode="External"/><Relationship Id="rId289" Type="http://schemas.openxmlformats.org/officeDocument/2006/relationships/hyperlink" Target="https://www.canadavideocompanies.ca/author/kienthuctieuhoc/" TargetMode="External"/><Relationship Id="rId167" Type="http://schemas.openxmlformats.org/officeDocument/2006/relationships/hyperlink" Target="https://www.naucmese.cz/kien-thuc-tieu-hoc?_fid=6h4j" TargetMode="External"/><Relationship Id="rId288" Type="http://schemas.openxmlformats.org/officeDocument/2006/relationships/hyperlink" Target="https://theafricavoice.com/profile/kienthuctieuhoc" TargetMode="External"/><Relationship Id="rId166" Type="http://schemas.openxmlformats.org/officeDocument/2006/relationships/hyperlink" Target="http://choigo88bz.crowdfundhq.com/users/kienthuctieuhoc" TargetMode="External"/><Relationship Id="rId287" Type="http://schemas.openxmlformats.org/officeDocument/2006/relationships/hyperlink" Target="https://construim.fedaia.org/profiles/kienthuctieuhoc/activity" TargetMode="External"/><Relationship Id="rId51" Type="http://schemas.openxmlformats.org/officeDocument/2006/relationships/hyperlink" Target="https://www.diggerslist.com/kienthuctieuhoc/about" TargetMode="External"/><Relationship Id="rId50" Type="http://schemas.openxmlformats.org/officeDocument/2006/relationships/hyperlink" Target="https://app.roll20.net/users/13611756/kien-thuc-tieu-hoc" TargetMode="External"/><Relationship Id="rId53" Type="http://schemas.openxmlformats.org/officeDocument/2006/relationships/hyperlink" Target="https://leetcode.com/u/kienthuctieuhoc/" TargetMode="External"/><Relationship Id="rId52" Type="http://schemas.openxmlformats.org/officeDocument/2006/relationships/hyperlink" Target="https://www.bitsdujour.com/profiles/FIFtRR" TargetMode="External"/><Relationship Id="rId55" Type="http://schemas.openxmlformats.org/officeDocument/2006/relationships/hyperlink" Target="https://www.funddreamer.com/users/kienthuctieuhoc" TargetMode="External"/><Relationship Id="rId161" Type="http://schemas.openxmlformats.org/officeDocument/2006/relationships/hyperlink" Target="https://ru.pinterest.com/kienthuctieuhoc/" TargetMode="External"/><Relationship Id="rId282" Type="http://schemas.openxmlformats.org/officeDocument/2006/relationships/hyperlink" Target="https://bwinglive.lighthouseapp.com/users/1943661" TargetMode="External"/><Relationship Id="rId54" Type="http://schemas.openxmlformats.org/officeDocument/2006/relationships/hyperlink" Target="https://qooh.me/kienthuctieuhoc" TargetMode="External"/><Relationship Id="rId160" Type="http://schemas.openxmlformats.org/officeDocument/2006/relationships/hyperlink" Target="https://www.pinterest.de/kienthuctieuhoc/" TargetMode="External"/><Relationship Id="rId281" Type="http://schemas.openxmlformats.org/officeDocument/2006/relationships/hyperlink" Target="https://forums.huntedcow.com/index.php?showuser=116635" TargetMode="External"/><Relationship Id="rId57" Type="http://schemas.openxmlformats.org/officeDocument/2006/relationships/hyperlink" Target="https://www.longisland.com/profile/kienthuctieuhoc" TargetMode="External"/><Relationship Id="rId280" Type="http://schemas.openxmlformats.org/officeDocument/2006/relationships/hyperlink" Target="https://www.penname.me/@kienthuctieuhoc" TargetMode="External"/><Relationship Id="rId56" Type="http://schemas.openxmlformats.org/officeDocument/2006/relationships/hyperlink" Target="https://artistecard.com/kienthuctieuhoc" TargetMode="External"/><Relationship Id="rId159" Type="http://schemas.openxmlformats.org/officeDocument/2006/relationships/hyperlink" Target="https://it.pinterest.com/kienthuctieuhoc/" TargetMode="External"/><Relationship Id="rId59" Type="http://schemas.openxmlformats.org/officeDocument/2006/relationships/hyperlink" Target="https://www.showmethesite.us/lazychicken/ActivityFeed/MyProfile/tabid/2622/UserId/535582/Default.aspx" TargetMode="External"/><Relationship Id="rId154" Type="http://schemas.openxmlformats.org/officeDocument/2006/relationships/hyperlink" Target="https://getinkspired.com/en/u/kienthuctieuhoc/" TargetMode="External"/><Relationship Id="rId275" Type="http://schemas.openxmlformats.org/officeDocument/2006/relationships/hyperlink" Target="https://cs.gta5-mods.com/users/kienthuctieuhoc" TargetMode="External"/><Relationship Id="rId58" Type="http://schemas.openxmlformats.org/officeDocument/2006/relationships/hyperlink" Target="https://www.walkscore.com/people/502064799654/kienthuctieuhoc" TargetMode="External"/><Relationship Id="rId153" Type="http://schemas.openxmlformats.org/officeDocument/2006/relationships/hyperlink" Target="https://blender.community/kienthuctieuhoc/" TargetMode="External"/><Relationship Id="rId274" Type="http://schemas.openxmlformats.org/officeDocument/2006/relationships/hyperlink" Target="https://da.gta5-mods.com/users/kienthuctieuhoc" TargetMode="External"/><Relationship Id="rId152" Type="http://schemas.openxmlformats.org/officeDocument/2006/relationships/hyperlink" Target="https://dreevoo.com/profile.php?pid=660926" TargetMode="External"/><Relationship Id="rId273" Type="http://schemas.openxmlformats.org/officeDocument/2006/relationships/hyperlink" Target="https://de.gta5-mods.com/users/kienthuctieuhoc" TargetMode="External"/><Relationship Id="rId151" Type="http://schemas.openxmlformats.org/officeDocument/2006/relationships/hyperlink" Target="https://www.allsquaregolf.com/golf-users/kien-thuc-tieu-hoc" TargetMode="External"/><Relationship Id="rId272" Type="http://schemas.openxmlformats.org/officeDocument/2006/relationships/hyperlink" Target="https://el.gta5-mods.com/users/kienthuctieuhoc" TargetMode="External"/><Relationship Id="rId158" Type="http://schemas.openxmlformats.org/officeDocument/2006/relationships/hyperlink" Target="https://gravatar.com/kienthuctieuhoc" TargetMode="External"/><Relationship Id="rId279" Type="http://schemas.openxmlformats.org/officeDocument/2006/relationships/hyperlink" Target="https://www.kenpoguy.com/phasickombatives/profile.php?id=2134259" TargetMode="External"/><Relationship Id="rId157" Type="http://schemas.openxmlformats.org/officeDocument/2006/relationships/hyperlink" Target="https://hanson.net/users/kienthuctieuhoc" TargetMode="External"/><Relationship Id="rId278" Type="http://schemas.openxmlformats.org/officeDocument/2006/relationships/hyperlink" Target="https://forum.sinsoftheprophets.com/user/kienthuctieuhoc" TargetMode="External"/><Relationship Id="rId156" Type="http://schemas.openxmlformats.org/officeDocument/2006/relationships/hyperlink" Target="https://kr.pinterest.com/kienthuctieuhoc/" TargetMode="External"/><Relationship Id="rId277" Type="http://schemas.openxmlformats.org/officeDocument/2006/relationships/hyperlink" Target="https://fic.decidim.barcelona/profiles/kienthuctieuhoc/activity" TargetMode="External"/><Relationship Id="rId155" Type="http://schemas.openxmlformats.org/officeDocument/2006/relationships/hyperlink" Target="https://www.fullhires.com/author/kienthuctieuhoc/" TargetMode="External"/><Relationship Id="rId276" Type="http://schemas.openxmlformats.org/officeDocument/2006/relationships/hyperlink" Target="https://fitinline.com/profile/kienthuctieuhoc/about/" TargetMode="External"/><Relationship Id="rId107" Type="http://schemas.openxmlformats.org/officeDocument/2006/relationships/hyperlink" Target="https://lazi.vn/user/tieu-hoc.kien-thuc" TargetMode="External"/><Relationship Id="rId228" Type="http://schemas.openxmlformats.org/officeDocument/2006/relationships/hyperlink" Target="https://spiderum.com/nguoi-dung/kienthuctieuhoc" TargetMode="External"/><Relationship Id="rId106" Type="http://schemas.openxmlformats.org/officeDocument/2006/relationships/hyperlink" Target="https://stocktwits.com/kienthuctieuhoc" TargetMode="External"/><Relationship Id="rId227" Type="http://schemas.openxmlformats.org/officeDocument/2006/relationships/hyperlink" Target="https://eternagame.org/players/390797" TargetMode="External"/><Relationship Id="rId105" Type="http://schemas.openxmlformats.org/officeDocument/2006/relationships/hyperlink" Target="https://play.eslgaming.com/player/myinfos/20251903/#description" TargetMode="External"/><Relationship Id="rId226" Type="http://schemas.openxmlformats.org/officeDocument/2006/relationships/hyperlink" Target="https://www.notebook.ai/users/862123" TargetMode="External"/><Relationship Id="rId104" Type="http://schemas.openxmlformats.org/officeDocument/2006/relationships/hyperlink" Target="https://www.balatarin.com/users/kienthuctieuhoc" TargetMode="External"/><Relationship Id="rId225" Type="http://schemas.openxmlformats.org/officeDocument/2006/relationships/hyperlink" Target="https://www.giveawayoftheday.com/forums/profile/203855" TargetMode="External"/><Relationship Id="rId109" Type="http://schemas.openxmlformats.org/officeDocument/2006/relationships/hyperlink" Target="https://vietfones.vn/forum/members/kienthuctieuhoc.251238/" TargetMode="External"/><Relationship Id="rId108" Type="http://schemas.openxmlformats.org/officeDocument/2006/relationships/hyperlink" Target="https://www.bigbasstabs.com/profile/106719.html" TargetMode="External"/><Relationship Id="rId229" Type="http://schemas.openxmlformats.org/officeDocument/2006/relationships/hyperlink" Target="https://www.fz.se/medlem/353942" TargetMode="External"/><Relationship Id="rId220" Type="http://schemas.openxmlformats.org/officeDocument/2006/relationships/hyperlink" Target="https://dongnairaovat.com/members/kienthuctieuhoc.17281.html" TargetMode="External"/><Relationship Id="rId103" Type="http://schemas.openxmlformats.org/officeDocument/2006/relationships/hyperlink" Target="https://www.fimfiction.net/user/774738/kienthuctieuhoc" TargetMode="External"/><Relationship Id="rId224" Type="http://schemas.openxmlformats.org/officeDocument/2006/relationships/hyperlink" Target="https://fontstruct.com/fontstructors/2469304/kienthuctieuhoc" TargetMode="External"/><Relationship Id="rId102" Type="http://schemas.openxmlformats.org/officeDocument/2006/relationships/hyperlink" Target="https://able2know.org/user/kienthuctieuhoc/" TargetMode="External"/><Relationship Id="rId223" Type="http://schemas.openxmlformats.org/officeDocument/2006/relationships/hyperlink" Target="https://alphacs.ro/member.php?79009-kienthuctieuhoc" TargetMode="External"/><Relationship Id="rId101" Type="http://schemas.openxmlformats.org/officeDocument/2006/relationships/hyperlink" Target="https://www.speedrun.com/users/kienthuctieuhoc" TargetMode="External"/><Relationship Id="rId222" Type="http://schemas.openxmlformats.org/officeDocument/2006/relationships/hyperlink" Target="https://www.fantasyplanet.cz/diskuzni-fora/users/kienthuctieuhoc/" TargetMode="External"/><Relationship Id="rId100" Type="http://schemas.openxmlformats.org/officeDocument/2006/relationships/hyperlink" Target="https://hypothes.is/users/kienthuctieuhoc" TargetMode="External"/><Relationship Id="rId221" Type="http://schemas.openxmlformats.org/officeDocument/2006/relationships/hyperlink" Target="https://wmart.kz/forum/user/171059/" TargetMode="External"/><Relationship Id="rId217" Type="http://schemas.openxmlformats.org/officeDocument/2006/relationships/hyperlink" Target="https://tudomuaban.com/chi-tiet-rao-vat/2152422/kienthuctieuhoc.html" TargetMode="External"/><Relationship Id="rId216" Type="http://schemas.openxmlformats.org/officeDocument/2006/relationships/hyperlink" Target="https://www.riptapparel.com/pages/member?kienthuctieuhoc" TargetMode="External"/><Relationship Id="rId215" Type="http://schemas.openxmlformats.org/officeDocument/2006/relationships/hyperlink" Target="https://gitlab.pavlovia.org/kienthuctieuhoc" TargetMode="External"/><Relationship Id="rId214" Type="http://schemas.openxmlformats.org/officeDocument/2006/relationships/hyperlink" Target="https://linklist.bio/kienthuctieuhoc" TargetMode="External"/><Relationship Id="rId219" Type="http://schemas.openxmlformats.org/officeDocument/2006/relationships/hyperlink" Target="https://www.blackhatprotools.info/member.php?193377-kienthuctieuhoc" TargetMode="External"/><Relationship Id="rId218" Type="http://schemas.openxmlformats.org/officeDocument/2006/relationships/hyperlink" Target="https://www.foroatletismo.com/foro/members/kienthuctieuhoc.html" TargetMode="External"/><Relationship Id="rId213" Type="http://schemas.openxmlformats.org/officeDocument/2006/relationships/hyperlink" Target="https://www.wpgmaps.com/forums/users/kienthuctieuhoc/" TargetMode="External"/><Relationship Id="rId212" Type="http://schemas.openxmlformats.org/officeDocument/2006/relationships/hyperlink" Target="https://wibki.com/kienthuctieuhoc" TargetMode="External"/><Relationship Id="rId211" Type="http://schemas.openxmlformats.org/officeDocument/2006/relationships/hyperlink" Target="https://ca.gta5-mods.com/users/kienthuctieuhoc" TargetMode="External"/><Relationship Id="rId210" Type="http://schemas.openxmlformats.org/officeDocument/2006/relationships/hyperlink" Target="https://bg.gta5-mods.com/users/kienthuctieuhoc" TargetMode="External"/><Relationship Id="rId129" Type="http://schemas.openxmlformats.org/officeDocument/2006/relationships/hyperlink" Target="https://sovren.media/u/kienthuctieuhoc/" TargetMode="External"/><Relationship Id="rId128" Type="http://schemas.openxmlformats.org/officeDocument/2006/relationships/hyperlink" Target="http://www.trainingpages.com/author/kienthuctieuhoc/" TargetMode="External"/><Relationship Id="rId249" Type="http://schemas.openxmlformats.org/officeDocument/2006/relationships/hyperlink" Target="https://rotorbuilds.com/profile/50286/" TargetMode="External"/><Relationship Id="rId127" Type="http://schemas.openxmlformats.org/officeDocument/2006/relationships/hyperlink" Target="https://allmy.bio/kienthuctieuhoc" TargetMode="External"/><Relationship Id="rId248" Type="http://schemas.openxmlformats.org/officeDocument/2006/relationships/hyperlink" Target="https://www.vnbadminton.com/members/kienthuctieuhoc.48348/" TargetMode="External"/><Relationship Id="rId126" Type="http://schemas.openxmlformats.org/officeDocument/2006/relationships/hyperlink" Target="https://www.furaffinity.net/user/kienthuctieuhoc" TargetMode="External"/><Relationship Id="rId247" Type="http://schemas.openxmlformats.org/officeDocument/2006/relationships/hyperlink" Target="https://dto.to/u/2114577-kienthuctieuhoc" TargetMode="External"/><Relationship Id="rId121" Type="http://schemas.openxmlformats.org/officeDocument/2006/relationships/hyperlink" Target="http://compcar.ru/forum/member.php?u=119136" TargetMode="External"/><Relationship Id="rId242" Type="http://schemas.openxmlformats.org/officeDocument/2006/relationships/hyperlink" Target="https://ms.gta5-mods.com/users/kienthuctieuhoc" TargetMode="External"/><Relationship Id="rId120" Type="http://schemas.openxmlformats.org/officeDocument/2006/relationships/hyperlink" Target="https://hub.safe.com/users/kienthuctieuhoc?page=1&amp;page_size=10" TargetMode="External"/><Relationship Id="rId241" Type="http://schemas.openxmlformats.org/officeDocument/2006/relationships/hyperlink" Target="https://www.kniterate.com/community/users/kienthuctieuhoc/" TargetMode="External"/><Relationship Id="rId240" Type="http://schemas.openxmlformats.org/officeDocument/2006/relationships/hyperlink" Target="https://www.rcuniverse.com/forum/members/kienthuctieuhoc.html" TargetMode="External"/><Relationship Id="rId125" Type="http://schemas.openxmlformats.org/officeDocument/2006/relationships/hyperlink" Target="https://goodjobdongguan.com/home.php?mod=space&amp;uid=4619032" TargetMode="External"/><Relationship Id="rId246" Type="http://schemas.openxmlformats.org/officeDocument/2006/relationships/hyperlink" Target="https://mangatoto.com/u/2114577-kienthuctieuhoc" TargetMode="External"/><Relationship Id="rId124" Type="http://schemas.openxmlformats.org/officeDocument/2006/relationships/hyperlink" Target="https://www.serialzone.cz/uzivatele/217160-kienthuctieuhoc/" TargetMode="External"/><Relationship Id="rId245" Type="http://schemas.openxmlformats.org/officeDocument/2006/relationships/hyperlink" Target="https://mangatoto.net/u/2114577-kienthuctieuhoc" TargetMode="External"/><Relationship Id="rId123" Type="http://schemas.openxmlformats.org/officeDocument/2006/relationships/hyperlink" Target="https://www.mtg-forum.de/user/85970-kienthuctieuhoc/" TargetMode="External"/><Relationship Id="rId244" Type="http://schemas.openxmlformats.org/officeDocument/2006/relationships/hyperlink" Target="https://emplois.fhpmco.fr/author/kienthuctieuhoc/" TargetMode="External"/><Relationship Id="rId122" Type="http://schemas.openxmlformats.org/officeDocument/2006/relationships/hyperlink" Target="https://cornucopia.se/author/kienthuctieuhoc/" TargetMode="External"/><Relationship Id="rId243" Type="http://schemas.openxmlformats.org/officeDocument/2006/relationships/hyperlink" Target="https://community.fyers.in/member/q1lcNxVgab" TargetMode="External"/><Relationship Id="rId95" Type="http://schemas.openxmlformats.org/officeDocument/2006/relationships/hyperlink" Target="https://fliphtml5.com/homepage/sexoi/ki%E1%BA%BFn-th%E1%BB%A9c-ti%E1%BB%83u-h%E1%BB%8Dc/" TargetMode="External"/><Relationship Id="rId94" Type="http://schemas.openxmlformats.org/officeDocument/2006/relationships/hyperlink" Target="https://forum.index.hu/User/UserDescription?u=2009509" TargetMode="External"/><Relationship Id="rId97" Type="http://schemas.openxmlformats.org/officeDocument/2006/relationships/hyperlink" Target="https://anyflip.com/homepage/ginbr" TargetMode="External"/><Relationship Id="rId96" Type="http://schemas.openxmlformats.org/officeDocument/2006/relationships/hyperlink" Target="https://qiita.com/kienthuctieuhoc" TargetMode="External"/><Relationship Id="rId99" Type="http://schemas.openxmlformats.org/officeDocument/2006/relationships/hyperlink" Target="https://www.designspiration.com/kienthuctieuhoc/saves/" TargetMode="External"/><Relationship Id="rId98" Type="http://schemas.openxmlformats.org/officeDocument/2006/relationships/hyperlink" Target="https://pubhtml5.com/homepage/qkuhg/" TargetMode="External"/><Relationship Id="rId91" Type="http://schemas.openxmlformats.org/officeDocument/2006/relationships/hyperlink" Target="https://m.jingdexian.com/home.php?mod=space&amp;uid=3261049" TargetMode="External"/><Relationship Id="rId90" Type="http://schemas.openxmlformats.org/officeDocument/2006/relationships/hyperlink" Target="http://www.so0912.com/home.php?mod=space&amp;uid=2287334" TargetMode="External"/><Relationship Id="rId93" Type="http://schemas.openxmlformats.org/officeDocument/2006/relationships/hyperlink" Target="http://www.fanart-central.net/user/kienthuctieuhoc/profile" TargetMode="External"/><Relationship Id="rId92" Type="http://schemas.openxmlformats.org/officeDocument/2006/relationships/hyperlink" Target="https://www.vid419.com/home.php?mod=space&amp;uid=3387870" TargetMode="External"/><Relationship Id="rId118" Type="http://schemas.openxmlformats.org/officeDocument/2006/relationships/hyperlink" Target="https://www.zotero.org/kienthuctieuhoc/cv" TargetMode="External"/><Relationship Id="rId239" Type="http://schemas.openxmlformats.org/officeDocument/2006/relationships/hyperlink" Target="https://mstdn.business/@kienthuctieuhoc" TargetMode="External"/><Relationship Id="rId117" Type="http://schemas.openxmlformats.org/officeDocument/2006/relationships/hyperlink" Target="http://buildolution.com/UserProfile/tabid/131/userId/412692/Default.aspx" TargetMode="External"/><Relationship Id="rId238" Type="http://schemas.openxmlformats.org/officeDocument/2006/relationships/hyperlink" Target="https://bato.to/u/2114577-kienthuctieuhoc" TargetMode="External"/><Relationship Id="rId116" Type="http://schemas.openxmlformats.org/officeDocument/2006/relationships/hyperlink" Target="https://www.vevioz.com/kienthuctieuhoc" TargetMode="External"/><Relationship Id="rId237" Type="http://schemas.openxmlformats.org/officeDocument/2006/relationships/hyperlink" Target="https://dlive.tv/kienthuctieuhoc" TargetMode="External"/><Relationship Id="rId115" Type="http://schemas.openxmlformats.org/officeDocument/2006/relationships/hyperlink" Target="https://answerpail.com/index.php/user/kienthuctieuhoc" TargetMode="External"/><Relationship Id="rId236" Type="http://schemas.openxmlformats.org/officeDocument/2006/relationships/hyperlink" Target="https://motion-gallery.net/users/624805" TargetMode="External"/><Relationship Id="rId119" Type="http://schemas.openxmlformats.org/officeDocument/2006/relationships/hyperlink" Target="https://justpaste.me/W6jW" TargetMode="External"/><Relationship Id="rId110" Type="http://schemas.openxmlformats.org/officeDocument/2006/relationships/hyperlink" Target="https://aboutme.style/kienthuctieuhoc" TargetMode="External"/><Relationship Id="rId231" Type="http://schemas.openxmlformats.org/officeDocument/2006/relationships/hyperlink" Target="https://schoolido.lu/user/kienthuctieuhoc/" TargetMode="External"/><Relationship Id="rId230" Type="http://schemas.openxmlformats.org/officeDocument/2006/relationships/hyperlink" Target="https://6giay.vn/members/kienthuctieuhoc.81160/" TargetMode="External"/><Relationship Id="rId114" Type="http://schemas.openxmlformats.org/officeDocument/2006/relationships/hyperlink" Target="https://electrodb.ro/forums/users/kienthuctieuhoc/" TargetMode="External"/><Relationship Id="rId235" Type="http://schemas.openxmlformats.org/officeDocument/2006/relationships/hyperlink" Target="https://bato.to/u/2114577-kienthuctieuhoc" TargetMode="External"/><Relationship Id="rId113" Type="http://schemas.openxmlformats.org/officeDocument/2006/relationships/hyperlink" Target="https://www.video-bookmark.com/bookmark/6326863/kienthuctieuhoc/" TargetMode="External"/><Relationship Id="rId234" Type="http://schemas.openxmlformats.org/officeDocument/2006/relationships/hyperlink" Target="https://wto.to/u/2114577-kienthuctieuhoc" TargetMode="External"/><Relationship Id="rId112" Type="http://schemas.openxmlformats.org/officeDocument/2006/relationships/hyperlink" Target="https://glints.com/vn/profile/public/c735b709-b807-439f-8172-401dc9ee5d69" TargetMode="External"/><Relationship Id="rId233" Type="http://schemas.openxmlformats.org/officeDocument/2006/relationships/hyperlink" Target="https://www.proarti.fr/account/kienthuctieuhoc" TargetMode="External"/><Relationship Id="rId111" Type="http://schemas.openxmlformats.org/officeDocument/2006/relationships/hyperlink" Target="https://vnvista.com/forums/member159577.html" TargetMode="External"/><Relationship Id="rId232" Type="http://schemas.openxmlformats.org/officeDocument/2006/relationships/hyperlink" Target="https://nguoiquangbinh.net/forum/diendan/member.php?u=141947" TargetMode="External"/><Relationship Id="rId305" Type="http://schemas.openxmlformats.org/officeDocument/2006/relationships/hyperlink" Target="https://www.zeldaspeedruns.com/profiles/kienthuctieuhoc" TargetMode="External"/><Relationship Id="rId304" Type="http://schemas.openxmlformats.org/officeDocument/2006/relationships/hyperlink" Target="https://secondstreet.ru/profile/kienthuctieuhoc/" TargetMode="External"/><Relationship Id="rId303" Type="http://schemas.openxmlformats.org/officeDocument/2006/relationships/hyperlink" Target="https://cadillacsociety.com/users/kienthuctieuhoc/" TargetMode="External"/><Relationship Id="rId302" Type="http://schemas.openxmlformats.org/officeDocument/2006/relationships/hyperlink" Target="https://triserver.com/forums/users/kienthuctieuhoc/" TargetMode="External"/><Relationship Id="rId309" Type="http://schemas.openxmlformats.org/officeDocument/2006/relationships/hyperlink" Target="https://forum.tomedo.de/index.php/user/kienthuctieuhoc" TargetMode="External"/><Relationship Id="rId308" Type="http://schemas.openxmlformats.org/officeDocument/2006/relationships/hyperlink" Target="https://redpah.com/profile/399609/kienthuctieuhoc" TargetMode="External"/><Relationship Id="rId307" Type="http://schemas.openxmlformats.org/officeDocument/2006/relationships/hyperlink" Target="https://savelist.co/profile/users/me" TargetMode="External"/><Relationship Id="rId306" Type="http://schemas.openxmlformats.org/officeDocument/2006/relationships/hyperlink" Target="https://www.haikudeck.com/presentations/kienthuctieuhoc" TargetMode="External"/><Relationship Id="rId301" Type="http://schemas.openxmlformats.org/officeDocument/2006/relationships/hyperlink" Target="https://www.tinami.com/profile/404309" TargetMode="External"/><Relationship Id="rId300" Type="http://schemas.openxmlformats.org/officeDocument/2006/relationships/hyperlink" Target="https://community.abp.io/members/kienthuctieuhoc" TargetMode="External"/><Relationship Id="rId206" Type="http://schemas.openxmlformats.org/officeDocument/2006/relationships/hyperlink" Target="http://www.invelos.com/UserProfile.aspx?alias=kienthuctieuhoc" TargetMode="External"/><Relationship Id="rId205" Type="http://schemas.openxmlformats.org/officeDocument/2006/relationships/hyperlink" Target="https://zumvu.com/kienthuctieuhoc/" TargetMode="External"/><Relationship Id="rId204" Type="http://schemas.openxmlformats.org/officeDocument/2006/relationships/hyperlink" Target="https://developer.tobii.com/community-forums/members/kienthuctieuhoc/" TargetMode="External"/><Relationship Id="rId203" Type="http://schemas.openxmlformats.org/officeDocument/2006/relationships/hyperlink" Target="https://chillspot1.com/user/kienthuctieuhoc" TargetMode="External"/><Relationship Id="rId209" Type="http://schemas.openxmlformats.org/officeDocument/2006/relationships/hyperlink" Target="https://www.sythe.org/members/kienthuctieuhoc.1763108/" TargetMode="External"/><Relationship Id="rId208" Type="http://schemas.openxmlformats.org/officeDocument/2006/relationships/hyperlink" Target="https://opentutorials.org/profile/172568" TargetMode="External"/><Relationship Id="rId207" Type="http://schemas.openxmlformats.org/officeDocument/2006/relationships/hyperlink" Target="https://nhattao.com/members/user6563865.6563865/" TargetMode="External"/><Relationship Id="rId202" Type="http://schemas.openxmlformats.org/officeDocument/2006/relationships/hyperlink" Target="https://samkey.org/forum/member.php?294410-kienthuctieuhoc" TargetMode="External"/><Relationship Id="rId201" Type="http://schemas.openxmlformats.org/officeDocument/2006/relationships/hyperlink" Target="https://drivehud.com/forums/users/nguyenkhanh3616/" TargetMode="External"/><Relationship Id="rId200" Type="http://schemas.openxmlformats.org/officeDocument/2006/relationships/hyperlink" Target="https://writexo.com/share/7fo34oe2" TargetMode="External"/><Relationship Id="rId312" Type="http://schemas.openxmlformats.org/officeDocument/2006/relationships/hyperlink" Target="https://hto.to/u/2114577-kienthuctieuhoc" TargetMode="External"/><Relationship Id="rId311" Type="http://schemas.openxmlformats.org/officeDocument/2006/relationships/hyperlink" Target="https://batocomic.org/u/2114577-kienthuctieuhoc" TargetMode="External"/><Relationship Id="rId310" Type="http://schemas.openxmlformats.org/officeDocument/2006/relationships/hyperlink" Target="https://mto.to/u/2114577-kienthuctieuhoc"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272250" y="-27350"/>
            <a:ext cx="1552876" cy="1552876"/>
          </a:xfrm>
          <a:prstGeom prst="rect">
            <a:avLst/>
          </a:prstGeom>
          <a:noFill/>
          <a:ln>
            <a:noFill/>
          </a:ln>
        </p:spPr>
      </p:pic>
      <p:pic>
        <p:nvPicPr>
          <p:cNvPr id="55" name="Google Shape;55;p13"/>
          <p:cNvPicPr preferRelativeResize="0"/>
          <p:nvPr/>
        </p:nvPicPr>
        <p:blipFill>
          <a:blip r:embed="rId4">
            <a:alphaModFix/>
          </a:blip>
          <a:stretch>
            <a:fillRect/>
          </a:stretch>
        </p:blipFill>
        <p:spPr>
          <a:xfrm>
            <a:off x="2654700" y="51000"/>
            <a:ext cx="6373749" cy="1474526"/>
          </a:xfrm>
          <a:prstGeom prst="rect">
            <a:avLst/>
          </a:prstGeom>
          <a:noFill/>
          <a:ln>
            <a:noFill/>
          </a:ln>
        </p:spPr>
      </p:pic>
      <p:sp>
        <p:nvSpPr>
          <p:cNvPr id="56" name="Google Shape;56;p13"/>
          <p:cNvSpPr txBox="1"/>
          <p:nvPr/>
        </p:nvSpPr>
        <p:spPr>
          <a:xfrm>
            <a:off x="470100" y="2451925"/>
            <a:ext cx="8111700" cy="1732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000"/>
              </a:spcBef>
              <a:spcAft>
                <a:spcPts val="0"/>
              </a:spcAft>
              <a:buClr>
                <a:schemeClr val="dk1"/>
              </a:buClr>
              <a:buSzPts val="1100"/>
              <a:buFont typeface="Arial"/>
              <a:buNone/>
            </a:pPr>
            <a:r>
              <a:rPr lang="vi" sz="2000">
                <a:solidFill>
                  <a:schemeClr val="dk1"/>
                </a:solidFill>
              </a:rPr>
              <a:t>Kiến Thức Tiểu Học - Share Tài Liệu Học Tập Cấp 1 Mới Nhất</a:t>
            </a:r>
            <a:endParaRPr sz="20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vi" sz="1100" u="sng">
                <a:solidFill>
                  <a:schemeClr val="hlink"/>
                </a:solidFill>
                <a:hlinkClick r:id="rId5"/>
              </a:rPr>
              <a:t>Kiến Thức Tiểu Học</a:t>
            </a:r>
            <a:r>
              <a:rPr lang="vi" sz="1100">
                <a:solidFill>
                  <a:schemeClr val="dk1"/>
                </a:solidFill>
              </a:rPr>
              <a:t> là website chuyên cung cấp tài liệu cấp bậc Tiểu học miễn phí cho thầy cô, phụ huynh và các em học sinh. Tổng hợp kiến thức của đầy đủ các môn Toán, Tiếng Việt, Tiếng Anh,... ôn luyện lớp 6 cực chuẩn.</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100">
                <a:solidFill>
                  <a:schemeClr val="dk1"/>
                </a:solidFill>
              </a:rPr>
              <a:t>Website:</a:t>
            </a:r>
            <a:r>
              <a:rPr lang="vi" sz="1100">
                <a:solidFill>
                  <a:schemeClr val="dk1"/>
                </a:solidFill>
                <a:uFill>
                  <a:noFill/>
                </a:uFill>
                <a:hlinkClick r:id="rId6">
                  <a:extLst>
                    <a:ext uri="{A12FA001-AC4F-418D-AE19-62706E023703}">
                      <ahyp:hlinkClr val="tx"/>
                    </a:ext>
                  </a:extLst>
                </a:hlinkClick>
              </a:rPr>
              <a:t> </a:t>
            </a:r>
            <a:r>
              <a:rPr lang="vi" sz="1100" u="sng">
                <a:solidFill>
                  <a:srgbClr val="1155CC"/>
                </a:solidFill>
                <a:hlinkClick r:id="rId7">
                  <a:extLst>
                    <a:ext uri="{A12FA001-AC4F-418D-AE19-62706E023703}">
                      <ahyp:hlinkClr val="tx"/>
                    </a:ext>
                  </a:extLst>
                </a:hlinkClick>
              </a:rPr>
              <a:t>https://kienthuctieuhoc.com/</a:t>
            </a:r>
            <a:endParaRPr sz="1100" u="sng">
              <a:solidFill>
                <a:srgbClr val="1155CC"/>
              </a:solidFill>
            </a:endParaRPr>
          </a:p>
          <a:p>
            <a:pPr indent="0" lvl="0" marL="0" rtl="0" algn="l">
              <a:lnSpc>
                <a:spcPct val="115000"/>
              </a:lnSpc>
              <a:spcBef>
                <a:spcPts val="0"/>
              </a:spcBef>
              <a:spcAft>
                <a:spcPts val="0"/>
              </a:spcAft>
              <a:buClr>
                <a:schemeClr val="dk1"/>
              </a:buClr>
              <a:buSzPts val="1100"/>
              <a:buFont typeface="Arial"/>
              <a:buNone/>
            </a:pPr>
            <a:r>
              <a:rPr lang="vi" sz="1100">
                <a:solidFill>
                  <a:schemeClr val="dk1"/>
                </a:solidFill>
              </a:rPr>
              <a:t>Email: kienthuctieuhoc12345@gmail.com</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100">
                <a:solidFill>
                  <a:schemeClr val="dk1"/>
                </a:solidFill>
              </a:rPr>
              <a:t>SĐT: 0778964637</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100">
                <a:solidFill>
                  <a:schemeClr val="dk1"/>
                </a:solidFill>
              </a:rPr>
              <a:t>Địa chỉ: Xuân Thới Thượng - Hóc Môn - Hồ Chí Minh - Việt Nam</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100">
                <a:solidFill>
                  <a:schemeClr val="dk1"/>
                </a:solidFill>
              </a:rPr>
              <a:t>Hastag: #kienthuctieuhoc #kien_thuc_tieu_hoc #kienthuccap1 #kiến_thức_tiểu_học</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nvSpPr>
        <p:spPr>
          <a:xfrm>
            <a:off x="0" y="0"/>
            <a:ext cx="7614000" cy="460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lang="vi" sz="1600">
                <a:solidFill>
                  <a:schemeClr val="dk1"/>
                </a:solidFill>
              </a:rPr>
              <a:t>Google Stacking:</a:t>
            </a:r>
            <a:endParaRPr sz="1600">
              <a:solidFill>
                <a:schemeClr val="dk1"/>
              </a:solidFill>
            </a:endParaRPr>
          </a:p>
          <a:p>
            <a:pPr indent="0" lvl="0" marL="0" rtl="0" algn="l">
              <a:lnSpc>
                <a:spcPct val="115000"/>
              </a:lnSpc>
              <a:spcBef>
                <a:spcPts val="600"/>
              </a:spcBef>
              <a:spcAft>
                <a:spcPts val="0"/>
              </a:spcAft>
              <a:buNone/>
            </a:pPr>
            <a:r>
              <a:rPr lang="vi" sz="1100">
                <a:solidFill>
                  <a:schemeClr val="dk1"/>
                </a:solidFill>
              </a:rPr>
              <a:t>Google Folder	</a:t>
            </a:r>
            <a:r>
              <a:rPr lang="vi" sz="1100" u="sng">
                <a:solidFill>
                  <a:srgbClr val="1155CC"/>
                </a:solidFill>
                <a:hlinkClick r:id="rId3">
                  <a:extLst>
                    <a:ext uri="{A12FA001-AC4F-418D-AE19-62706E023703}">
                      <ahyp:hlinkClr val="tx"/>
                    </a:ext>
                  </a:extLst>
                </a:hlinkClick>
              </a:rPr>
              <a:t>https://drive.google.com/drive/folders/1pVZOspob9R61pHj9bXV9nv7nZrN_FP1q</a:t>
            </a:r>
            <a:r>
              <a:rPr lang="vi" sz="1100">
                <a:solidFill>
                  <a:schemeClr val="dk1"/>
                </a:solidFill>
              </a:rPr>
              <a:t> </a:t>
            </a:r>
            <a:endParaRPr sz="1100">
              <a:solidFill>
                <a:schemeClr val="dk1"/>
              </a:solidFill>
            </a:endParaRPr>
          </a:p>
          <a:p>
            <a:pPr indent="0" lvl="0" marL="0" rtl="0" algn="l">
              <a:lnSpc>
                <a:spcPct val="115000"/>
              </a:lnSpc>
              <a:spcBef>
                <a:spcPts val="0"/>
              </a:spcBef>
              <a:spcAft>
                <a:spcPts val="0"/>
              </a:spcAft>
              <a:buNone/>
            </a:pPr>
            <a:r>
              <a:rPr lang="vi" sz="1100">
                <a:solidFill>
                  <a:schemeClr val="dk1"/>
                </a:solidFill>
              </a:rPr>
              <a:t>Google Docs	</a:t>
            </a:r>
            <a:r>
              <a:rPr lang="vi" sz="1100" u="sng">
                <a:solidFill>
                  <a:srgbClr val="1155CC"/>
                </a:solidFill>
                <a:hlinkClick r:id="rId4">
                  <a:extLst>
                    <a:ext uri="{A12FA001-AC4F-418D-AE19-62706E023703}">
                      <ahyp:hlinkClr val="tx"/>
                    </a:ext>
                  </a:extLst>
                </a:hlinkClick>
              </a:rPr>
              <a:t>https://docs.google.com/document/d/1z1rhcB_O_8O_W3ddnIxNCGCvbLo7ECYiRVZPGiwzojo/edit?usp=sharing</a:t>
            </a:r>
            <a:r>
              <a:rPr lang="vi" sz="1100">
                <a:solidFill>
                  <a:schemeClr val="dk1"/>
                </a:solidFill>
              </a:rPr>
              <a:t> </a:t>
            </a:r>
            <a:endParaRPr sz="1100">
              <a:solidFill>
                <a:schemeClr val="dk1"/>
              </a:solidFill>
            </a:endParaRPr>
          </a:p>
          <a:p>
            <a:pPr indent="0" lvl="0" marL="0" rtl="0" algn="l">
              <a:lnSpc>
                <a:spcPct val="115000"/>
              </a:lnSpc>
              <a:spcBef>
                <a:spcPts val="0"/>
              </a:spcBef>
              <a:spcAft>
                <a:spcPts val="0"/>
              </a:spcAft>
              <a:buNone/>
            </a:pPr>
            <a:r>
              <a:rPr lang="vi" sz="1100">
                <a:solidFill>
                  <a:schemeClr val="dk1"/>
                </a:solidFill>
              </a:rPr>
              <a:t>Google Sheets	</a:t>
            </a:r>
            <a:r>
              <a:rPr lang="vi" sz="1100" u="sng">
                <a:solidFill>
                  <a:srgbClr val="1155CC"/>
                </a:solidFill>
                <a:hlinkClick r:id="rId5">
                  <a:extLst>
                    <a:ext uri="{A12FA001-AC4F-418D-AE19-62706E023703}">
                      <ahyp:hlinkClr val="tx"/>
                    </a:ext>
                  </a:extLst>
                </a:hlinkClick>
              </a:rPr>
              <a:t>https://docs.google.com/spreadsheets/d/1CC2dO1GHjleH4byW_4m8iFS_81VK3fe4nfyHNAvCB00/edit?usp=sharing</a:t>
            </a:r>
            <a:r>
              <a:rPr lang="vi" sz="1100">
                <a:solidFill>
                  <a:schemeClr val="dk1"/>
                </a:solidFill>
              </a:rPr>
              <a:t> </a:t>
            </a:r>
            <a:endParaRPr sz="1100">
              <a:solidFill>
                <a:schemeClr val="dk1"/>
              </a:solidFill>
            </a:endParaRPr>
          </a:p>
          <a:p>
            <a:pPr indent="0" lvl="0" marL="0" rtl="0" algn="l">
              <a:lnSpc>
                <a:spcPct val="115000"/>
              </a:lnSpc>
              <a:spcBef>
                <a:spcPts val="0"/>
              </a:spcBef>
              <a:spcAft>
                <a:spcPts val="0"/>
              </a:spcAft>
              <a:buNone/>
            </a:pPr>
            <a:r>
              <a:rPr lang="vi" sz="1100">
                <a:solidFill>
                  <a:schemeClr val="dk1"/>
                </a:solidFill>
              </a:rPr>
              <a:t>Google Slides	 </a:t>
            </a:r>
            <a:r>
              <a:rPr lang="vi" sz="1100" u="sng">
                <a:solidFill>
                  <a:srgbClr val="1155CC"/>
                </a:solidFill>
                <a:hlinkClick r:id="rId6">
                  <a:extLst>
                    <a:ext uri="{A12FA001-AC4F-418D-AE19-62706E023703}">
                      <ahyp:hlinkClr val="tx"/>
                    </a:ext>
                  </a:extLst>
                </a:hlinkClick>
              </a:rPr>
              <a:t>https://docs.google.com/presentation/d/1vnGFex1wBYOQJwqdYDXJybsWOncd6Cn0wvuYdwLbMbM/edit?usp=sharing</a:t>
            </a:r>
            <a:r>
              <a:rPr lang="vi" sz="1100">
                <a:solidFill>
                  <a:schemeClr val="dk1"/>
                </a:solidFill>
              </a:rPr>
              <a:t> </a:t>
            </a:r>
            <a:endParaRPr sz="1100">
              <a:solidFill>
                <a:schemeClr val="dk1"/>
              </a:solidFill>
            </a:endParaRPr>
          </a:p>
          <a:p>
            <a:pPr indent="0" lvl="0" marL="0" rtl="0" algn="l">
              <a:lnSpc>
                <a:spcPct val="115000"/>
              </a:lnSpc>
              <a:spcBef>
                <a:spcPts val="0"/>
              </a:spcBef>
              <a:spcAft>
                <a:spcPts val="0"/>
              </a:spcAft>
              <a:buNone/>
            </a:pPr>
            <a:r>
              <a:rPr lang="vi" sz="1100">
                <a:solidFill>
                  <a:schemeClr val="dk1"/>
                </a:solidFill>
              </a:rPr>
              <a:t>Google Forms	</a:t>
            </a:r>
            <a:r>
              <a:rPr lang="vi" sz="1100" u="sng">
                <a:solidFill>
                  <a:srgbClr val="1155CC"/>
                </a:solidFill>
                <a:hlinkClick r:id="rId7">
                  <a:extLst>
                    <a:ext uri="{A12FA001-AC4F-418D-AE19-62706E023703}">
                      <ahyp:hlinkClr val="tx"/>
                    </a:ext>
                  </a:extLst>
                </a:hlinkClick>
              </a:rPr>
              <a:t>https://docs.google.com/forms/d/e/1FAIpQLSdVaNLyKQ7-7ZM5uBbXlupZTnPvRk_8v42qIA6Pfe7GgYu_Yw/viewform?usp=sf_link</a:t>
            </a:r>
            <a:r>
              <a:rPr lang="vi" sz="1100">
                <a:solidFill>
                  <a:schemeClr val="dk1"/>
                </a:solidFill>
              </a:rPr>
              <a:t> </a:t>
            </a:r>
            <a:endParaRPr sz="1100">
              <a:solidFill>
                <a:schemeClr val="dk1"/>
              </a:solidFill>
            </a:endParaRPr>
          </a:p>
          <a:p>
            <a:pPr indent="0" lvl="0" marL="0" rtl="0" algn="l">
              <a:lnSpc>
                <a:spcPct val="115000"/>
              </a:lnSpc>
              <a:spcBef>
                <a:spcPts val="0"/>
              </a:spcBef>
              <a:spcAft>
                <a:spcPts val="0"/>
              </a:spcAft>
              <a:buNone/>
            </a:pPr>
            <a:r>
              <a:rPr lang="vi" sz="1100">
                <a:solidFill>
                  <a:schemeClr val="dk1"/>
                </a:solidFill>
              </a:rPr>
              <a:t>Google Drawings	</a:t>
            </a:r>
            <a:r>
              <a:rPr lang="vi" sz="1100" u="sng">
                <a:solidFill>
                  <a:srgbClr val="1155CC"/>
                </a:solidFill>
                <a:hlinkClick r:id="rId8">
                  <a:extLst>
                    <a:ext uri="{A12FA001-AC4F-418D-AE19-62706E023703}">
                      <ahyp:hlinkClr val="tx"/>
                    </a:ext>
                  </a:extLst>
                </a:hlinkClick>
              </a:rPr>
              <a:t>https://docs.google.com/drawings/d/1g0Slc0IkQUWQGAyxarNeqD5vvOaPJInbPhqdDmc396g/edit?usp=sharing</a:t>
            </a:r>
            <a:r>
              <a:rPr lang="vi" sz="1100">
                <a:solidFill>
                  <a:schemeClr val="dk1"/>
                </a:solidFill>
              </a:rPr>
              <a:t> </a:t>
            </a:r>
            <a:endParaRPr sz="1100">
              <a:solidFill>
                <a:schemeClr val="dk1"/>
              </a:solidFill>
            </a:endParaRPr>
          </a:p>
          <a:p>
            <a:pPr indent="0" lvl="0" marL="0" rtl="0" algn="l">
              <a:lnSpc>
                <a:spcPct val="115000"/>
              </a:lnSpc>
              <a:spcBef>
                <a:spcPts val="0"/>
              </a:spcBef>
              <a:spcAft>
                <a:spcPts val="0"/>
              </a:spcAft>
              <a:buNone/>
            </a:pPr>
            <a:r>
              <a:rPr lang="vi" sz="1100">
                <a:solidFill>
                  <a:schemeClr val="dk1"/>
                </a:solidFill>
              </a:rPr>
              <a:t>Google My Maps	</a:t>
            </a:r>
            <a:r>
              <a:rPr lang="vi" sz="1100" u="sng">
                <a:solidFill>
                  <a:srgbClr val="1155CC"/>
                </a:solidFill>
                <a:hlinkClick r:id="rId9">
                  <a:extLst>
                    <a:ext uri="{A12FA001-AC4F-418D-AE19-62706E023703}">
                      <ahyp:hlinkClr val="tx"/>
                    </a:ext>
                  </a:extLst>
                </a:hlinkClick>
              </a:rPr>
              <a:t>https://www.google.com/maps/d/edit?mid=1DuVRxrs0ixUzASI2R0Yd1TR5AxDsUV4&amp;usp=sharing</a:t>
            </a:r>
            <a:r>
              <a:rPr lang="vi" sz="1100">
                <a:solidFill>
                  <a:schemeClr val="dk1"/>
                </a:solidFill>
              </a:rPr>
              <a:t> </a:t>
            </a:r>
            <a:endParaRPr sz="1100">
              <a:solidFill>
                <a:schemeClr val="dk1"/>
              </a:solidFill>
            </a:endParaRPr>
          </a:p>
          <a:p>
            <a:pPr indent="0" lvl="0" marL="0" rtl="0" algn="l">
              <a:lnSpc>
                <a:spcPct val="115000"/>
              </a:lnSpc>
              <a:spcBef>
                <a:spcPts val="0"/>
              </a:spcBef>
              <a:spcAft>
                <a:spcPts val="0"/>
              </a:spcAft>
              <a:buNone/>
            </a:pPr>
            <a:r>
              <a:rPr lang="vi" sz="1100">
                <a:solidFill>
                  <a:schemeClr val="dk1"/>
                </a:solidFill>
              </a:rPr>
              <a:t>Google Sites	</a:t>
            </a:r>
            <a:r>
              <a:rPr lang="vi" sz="1100" u="sng">
                <a:solidFill>
                  <a:srgbClr val="1155CC"/>
                </a:solidFill>
                <a:hlinkClick r:id="rId10">
                  <a:extLst>
                    <a:ext uri="{A12FA001-AC4F-418D-AE19-62706E023703}">
                      <ahyp:hlinkClr val="tx"/>
                    </a:ext>
                  </a:extLst>
                </a:hlinkClick>
              </a:rPr>
              <a:t>https://sites.google.com/view/kienthuctieuhoc/trang-ch%E1%BB%A7</a:t>
            </a:r>
            <a:r>
              <a:rPr lang="vi" sz="1100">
                <a:solidFill>
                  <a:schemeClr val="dk1"/>
                </a:solidFill>
              </a:rPr>
              <a:t> </a:t>
            </a:r>
            <a:endParaRPr sz="1100">
              <a:solidFill>
                <a:schemeClr val="dk1"/>
              </a:solidFill>
            </a:endParaRPr>
          </a:p>
          <a:p>
            <a:pPr indent="0" lvl="0" marL="0" rtl="0" algn="l">
              <a:lnSpc>
                <a:spcPct val="115000"/>
              </a:lnSpc>
              <a:spcBef>
                <a:spcPts val="0"/>
              </a:spcBef>
              <a:spcAft>
                <a:spcPts val="0"/>
              </a:spcAft>
              <a:buNone/>
            </a:pPr>
            <a:r>
              <a:rPr lang="vi" sz="1100">
                <a:solidFill>
                  <a:schemeClr val="dk1"/>
                </a:solidFill>
              </a:rPr>
              <a:t>Google Colab	</a:t>
            </a:r>
            <a:r>
              <a:rPr lang="vi" sz="1100" u="sng">
                <a:solidFill>
                  <a:srgbClr val="1155CC"/>
                </a:solidFill>
                <a:hlinkClick r:id="rId11">
                  <a:extLst>
                    <a:ext uri="{A12FA001-AC4F-418D-AE19-62706E023703}">
                      <ahyp:hlinkClr val="tx"/>
                    </a:ext>
                  </a:extLst>
                </a:hlinkClick>
              </a:rPr>
              <a:t>https://colab.research.google.com/drive/1oG5hihaNIq1pcjUFsLJE4heKKxBrSdjb?usp=sharing</a:t>
            </a:r>
            <a:r>
              <a:rPr lang="vi" sz="1100">
                <a:solidFill>
                  <a:schemeClr val="dk1"/>
                </a:solidFill>
              </a:rPr>
              <a:t> </a:t>
            </a:r>
            <a:endParaRPr sz="1100">
              <a:solidFill>
                <a:schemeClr val="dk1"/>
              </a:solidFill>
            </a:endParaRPr>
          </a:p>
          <a:p>
            <a:pPr indent="0" lvl="0" marL="0" rtl="0" algn="l">
              <a:lnSpc>
                <a:spcPct val="115000"/>
              </a:lnSpc>
              <a:spcBef>
                <a:spcPts val="0"/>
              </a:spcBef>
              <a:spcAft>
                <a:spcPts val="0"/>
              </a:spcAft>
              <a:buNone/>
            </a:pPr>
            <a:r>
              <a:rPr lang="vi" sz="1100">
                <a:solidFill>
                  <a:schemeClr val="dk1"/>
                </a:solidFill>
              </a:rPr>
              <a:t>Google Earth	</a:t>
            </a:r>
            <a:r>
              <a:rPr lang="vi" sz="1100" u="sng">
                <a:solidFill>
                  <a:srgbClr val="1155CC"/>
                </a:solidFill>
                <a:hlinkClick r:id="rId12">
                  <a:extLst>
                    <a:ext uri="{A12FA001-AC4F-418D-AE19-62706E023703}">
                      <ahyp:hlinkClr val="tx"/>
                    </a:ext>
                  </a:extLst>
                </a:hlinkClick>
              </a:rPr>
              <a:t>https://earth.google.com/earth/d/1W7hKmXikiPM7WecRi47a2z5UymfnNXhP?usp=sharing</a:t>
            </a:r>
            <a:r>
              <a:rPr lang="vi" sz="1100">
                <a:solidFill>
                  <a:schemeClr val="dk1"/>
                </a:solidFill>
              </a:rPr>
              <a:t> </a:t>
            </a:r>
            <a:endParaRPr sz="1100">
              <a:solidFill>
                <a:schemeClr val="dk1"/>
              </a:solidFill>
            </a:endParaRPr>
          </a:p>
          <a:p>
            <a:pPr indent="0" lvl="0" marL="0" rtl="0" algn="l">
              <a:lnSpc>
                <a:spcPct val="115000"/>
              </a:lnSpc>
              <a:spcBef>
                <a:spcPts val="0"/>
              </a:spcBef>
              <a:spcAft>
                <a:spcPts val="0"/>
              </a:spcAft>
              <a:buNone/>
            </a:pPr>
            <a:r>
              <a:rPr lang="vi" sz="1100">
                <a:solidFill>
                  <a:schemeClr val="dk1"/>
                </a:solidFill>
              </a:rPr>
              <a:t>Google Jamboard	</a:t>
            </a:r>
            <a:r>
              <a:rPr lang="vi" sz="1100" u="sng">
                <a:solidFill>
                  <a:srgbClr val="1155CC"/>
                </a:solidFill>
                <a:hlinkClick r:id="rId13">
                  <a:extLst>
                    <a:ext uri="{A12FA001-AC4F-418D-AE19-62706E023703}">
                      <ahyp:hlinkClr val="tx"/>
                    </a:ext>
                  </a:extLst>
                </a:hlinkClick>
              </a:rPr>
              <a:t>https://jamboard.google.com/d/1m_CFWX-8Jk8EuUJYqdCjMNZTuuo6B10mtKj7460i7tI/edit?usp=sharing</a:t>
            </a:r>
            <a:r>
              <a:rPr lang="vi" sz="1100">
                <a:solidFill>
                  <a:schemeClr val="dk1"/>
                </a:solidFill>
              </a:rPr>
              <a:t> </a:t>
            </a:r>
            <a:endParaRPr sz="1100">
              <a:solidFill>
                <a:schemeClr val="dk1"/>
              </a:solidFill>
            </a:endParaRPr>
          </a:p>
          <a:p>
            <a:pPr indent="0" lvl="0" marL="0" rtl="0" algn="l">
              <a:lnSpc>
                <a:spcPct val="115000"/>
              </a:lnSpc>
              <a:spcBef>
                <a:spcPts val="0"/>
              </a:spcBef>
              <a:spcAft>
                <a:spcPts val="0"/>
              </a:spcAft>
              <a:buNone/>
            </a:pPr>
            <a:r>
              <a:rPr lang="vi" sz="1100">
                <a:solidFill>
                  <a:schemeClr val="dk1"/>
                </a:solidFill>
              </a:rPr>
              <a:t>Google PDF	</a:t>
            </a:r>
            <a:r>
              <a:rPr lang="vi" sz="1100" u="sng">
                <a:solidFill>
                  <a:srgbClr val="1155CC"/>
                </a:solidFill>
                <a:hlinkClick r:id="rId14">
                  <a:extLst>
                    <a:ext uri="{A12FA001-AC4F-418D-AE19-62706E023703}">
                      <ahyp:hlinkClr val="tx"/>
                    </a:ext>
                  </a:extLst>
                </a:hlinkClick>
              </a:rPr>
              <a:t>https://drive.google.com/file/d/1zHvN6du-QfuK3h-_Wt5kGf8G2X52vcnC/view?usp=sharing</a:t>
            </a:r>
            <a:r>
              <a:rPr lang="vi" sz="1100">
                <a:solidFill>
                  <a:schemeClr val="dk1"/>
                </a:solidFill>
              </a:rPr>
              <a:t> </a:t>
            </a:r>
            <a:endParaRPr sz="1100">
              <a:solidFill>
                <a:schemeClr val="dk1"/>
              </a:solidFill>
            </a:endParaRPr>
          </a:p>
          <a:p>
            <a:pPr indent="0" lvl="0" marL="0" rtl="0" algn="l">
              <a:lnSpc>
                <a:spcPct val="115000"/>
              </a:lnSpc>
              <a:spcBef>
                <a:spcPts val="0"/>
              </a:spcBef>
              <a:spcAft>
                <a:spcPts val="0"/>
              </a:spcAft>
              <a:buNone/>
            </a:pPr>
            <a:r>
              <a:rPr lang="vi" sz="1100">
                <a:solidFill>
                  <a:schemeClr val="dk1"/>
                </a:solidFill>
              </a:rPr>
              <a:t>Google Group	</a:t>
            </a:r>
            <a:r>
              <a:rPr lang="vi" sz="1100" u="sng">
                <a:solidFill>
                  <a:srgbClr val="1155CC"/>
                </a:solidFill>
                <a:hlinkClick r:id="rId15">
                  <a:extLst>
                    <a:ext uri="{A12FA001-AC4F-418D-AE19-62706E023703}">
                      <ahyp:hlinkClr val="tx"/>
                    </a:ext>
                  </a:extLst>
                </a:hlinkClick>
              </a:rPr>
              <a:t>https://groups.google.com/g/kienthuctieuhoc1/c/z9khyqfPN84</a:t>
            </a:r>
            <a:r>
              <a:rPr lang="vi" sz="1100">
                <a:solidFill>
                  <a:schemeClr val="dk1"/>
                </a:solidFill>
              </a:rPr>
              <a:t> </a:t>
            </a:r>
            <a:endParaRPr sz="11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nvSpPr>
        <p:spPr>
          <a:xfrm>
            <a:off x="0" y="0"/>
            <a:ext cx="9144000" cy="6107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lang="vi" sz="1600">
                <a:solidFill>
                  <a:schemeClr val="dk1"/>
                </a:solidFill>
              </a:rPr>
              <a:t>Mạng xã hội liên kết:</a:t>
            </a:r>
            <a:endParaRPr sz="1600">
              <a:solidFill>
                <a:schemeClr val="dk1"/>
              </a:solidFill>
            </a:endParaRPr>
          </a:p>
          <a:p>
            <a:pPr indent="0" lvl="0" marL="0" rtl="0" algn="l">
              <a:lnSpc>
                <a:spcPct val="115000"/>
              </a:lnSpc>
              <a:spcBef>
                <a:spcPts val="600"/>
              </a:spcBef>
              <a:spcAft>
                <a:spcPts val="0"/>
              </a:spcAft>
              <a:buNone/>
            </a:pPr>
            <a:r>
              <a:rPr lang="vi" sz="1100" u="sng">
                <a:solidFill>
                  <a:srgbClr val="1155CC"/>
                </a:solidFill>
                <a:hlinkClick r:id="rId3">
                  <a:extLst>
                    <a:ext uri="{A12FA001-AC4F-418D-AE19-62706E023703}">
                      <ahyp:hlinkClr val="tx"/>
                    </a:ext>
                  </a:extLst>
                </a:hlinkClick>
              </a:rPr>
              <a:t>https://www.facebook.com/kienthuctieuhoc1/</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4">
                  <a:extLst>
                    <a:ext uri="{A12FA001-AC4F-418D-AE19-62706E023703}">
                      <ahyp:hlinkClr val="tx"/>
                    </a:ext>
                  </a:extLst>
                </a:hlinkClick>
              </a:rPr>
              <a:t>https://www.youtube.com/@kienthuctieuhoc1</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5">
                  <a:extLst>
                    <a:ext uri="{A12FA001-AC4F-418D-AE19-62706E023703}">
                      <ahyp:hlinkClr val="tx"/>
                    </a:ext>
                  </a:extLst>
                </a:hlinkClick>
              </a:rPr>
              <a:t>https://x.com/kienthuctieuhoc</a:t>
            </a:r>
            <a:endParaRPr sz="1000">
              <a:solidFill>
                <a:schemeClr val="dk1"/>
              </a:solidFill>
            </a:endParaRPr>
          </a:p>
          <a:p>
            <a:pPr indent="0" lvl="0" marL="0" rtl="0" algn="l">
              <a:lnSpc>
                <a:spcPct val="115000"/>
              </a:lnSpc>
              <a:spcBef>
                <a:spcPts val="0"/>
              </a:spcBef>
              <a:spcAft>
                <a:spcPts val="0"/>
              </a:spcAft>
              <a:buNone/>
            </a:pPr>
            <a:r>
              <a:rPr lang="vi" sz="1000" u="sng">
                <a:solidFill>
                  <a:srgbClr val="1155CC"/>
                </a:solidFill>
                <a:hlinkClick r:id="rId6">
                  <a:extLst>
                    <a:ext uri="{A12FA001-AC4F-418D-AE19-62706E023703}">
                      <ahyp:hlinkClr val="tx"/>
                    </a:ext>
                  </a:extLst>
                </a:hlinkClick>
              </a:rPr>
              <a:t>https://www.pinterest.com/kienthuctieuhoc/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7">
                  <a:extLst>
                    <a:ext uri="{A12FA001-AC4F-418D-AE19-62706E023703}">
                      <ahyp:hlinkClr val="tx"/>
                    </a:ext>
                  </a:extLst>
                </a:hlinkClick>
              </a:rPr>
              <a:t>https://www.tumblr.com/kienthuctieuhoc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8">
                  <a:extLst>
                    <a:ext uri="{A12FA001-AC4F-418D-AE19-62706E023703}">
                      <ahyp:hlinkClr val="tx"/>
                    </a:ext>
                  </a:extLst>
                </a:hlinkClick>
              </a:rPr>
              <a:t>https://vimeo.com/kienthuctieuhoc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9">
                  <a:extLst>
                    <a:ext uri="{A12FA001-AC4F-418D-AE19-62706E023703}">
                      <ahyp:hlinkClr val="tx"/>
                    </a:ext>
                  </a:extLst>
                </a:hlinkClick>
              </a:rPr>
              <a:t>https://www.reddit.com/user/kienthuctieuhoc/</a:t>
            </a:r>
            <a:endParaRPr sz="1000">
              <a:solidFill>
                <a:schemeClr val="dk1"/>
              </a:solidFill>
            </a:endParaRPr>
          </a:p>
          <a:p>
            <a:pPr indent="0" lvl="0" marL="0" rtl="0" algn="l">
              <a:lnSpc>
                <a:spcPct val="115000"/>
              </a:lnSpc>
              <a:spcBef>
                <a:spcPts val="0"/>
              </a:spcBef>
              <a:spcAft>
                <a:spcPts val="0"/>
              </a:spcAft>
              <a:buNone/>
            </a:pPr>
            <a:r>
              <a:rPr lang="vi" sz="1000" u="sng">
                <a:solidFill>
                  <a:srgbClr val="1155CC"/>
                </a:solidFill>
                <a:hlinkClick r:id="rId10">
                  <a:extLst>
                    <a:ext uri="{A12FA001-AC4F-418D-AE19-62706E023703}">
                      <ahyp:hlinkClr val="tx"/>
                    </a:ext>
                  </a:extLst>
                </a:hlinkClick>
              </a:rPr>
              <a:t>https://glose.com/u/kienthuctieuhoc</a:t>
            </a:r>
            <a:endParaRPr sz="1000">
              <a:solidFill>
                <a:schemeClr val="dk1"/>
              </a:solidFill>
            </a:endParaRPr>
          </a:p>
          <a:p>
            <a:pPr indent="0" lvl="0" marL="0" rtl="0" algn="l">
              <a:lnSpc>
                <a:spcPct val="115000"/>
              </a:lnSpc>
              <a:spcBef>
                <a:spcPts val="0"/>
              </a:spcBef>
              <a:spcAft>
                <a:spcPts val="0"/>
              </a:spcAft>
              <a:buNone/>
            </a:pPr>
            <a:r>
              <a:rPr lang="vi" sz="1000" u="sng">
                <a:solidFill>
                  <a:srgbClr val="1155CC"/>
                </a:solidFill>
                <a:hlinkClick r:id="rId11">
                  <a:extLst>
                    <a:ext uri="{A12FA001-AC4F-418D-AE19-62706E023703}">
                      <ahyp:hlinkClr val="tx"/>
                    </a:ext>
                  </a:extLst>
                </a:hlinkClick>
              </a:rPr>
              <a:t>https://500px.com/p/kienthuctieuhoc</a:t>
            </a:r>
            <a:endParaRPr sz="1000">
              <a:solidFill>
                <a:schemeClr val="dk1"/>
              </a:solidFill>
            </a:endParaRPr>
          </a:p>
          <a:p>
            <a:pPr indent="0" lvl="0" marL="0" rtl="0" algn="l">
              <a:lnSpc>
                <a:spcPct val="115000"/>
              </a:lnSpc>
              <a:spcBef>
                <a:spcPts val="0"/>
              </a:spcBef>
              <a:spcAft>
                <a:spcPts val="0"/>
              </a:spcAft>
              <a:buNone/>
            </a:pPr>
            <a:r>
              <a:rPr lang="vi" sz="1000" u="sng">
                <a:solidFill>
                  <a:srgbClr val="1155CC"/>
                </a:solidFill>
                <a:hlinkClick r:id="rId12">
                  <a:extLst>
                    <a:ext uri="{A12FA001-AC4F-418D-AE19-62706E023703}">
                      <ahyp:hlinkClr val="tx"/>
                    </a:ext>
                  </a:extLst>
                </a:hlinkClick>
              </a:rPr>
              <a:t>https://issuu.com/kienthuctieuhoc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3">
                  <a:extLst>
                    <a:ext uri="{A12FA001-AC4F-418D-AE19-62706E023703}">
                      <ahyp:hlinkClr val="tx"/>
                    </a:ext>
                  </a:extLst>
                </a:hlinkClick>
              </a:rPr>
              <a:t>https://profile.hatena.ne.jp/kienthuctieuhoc/profile</a:t>
            </a:r>
            <a:endParaRPr sz="1000">
              <a:solidFill>
                <a:schemeClr val="dk1"/>
              </a:solidFill>
            </a:endParaRPr>
          </a:p>
          <a:p>
            <a:pPr indent="0" lvl="0" marL="0" rtl="0" algn="l">
              <a:lnSpc>
                <a:spcPct val="115000"/>
              </a:lnSpc>
              <a:spcBef>
                <a:spcPts val="0"/>
              </a:spcBef>
              <a:spcAft>
                <a:spcPts val="0"/>
              </a:spcAft>
              <a:buNone/>
            </a:pPr>
            <a:r>
              <a:rPr lang="vi" sz="1000" u="sng">
                <a:solidFill>
                  <a:srgbClr val="1155CC"/>
                </a:solidFill>
                <a:hlinkClick r:id="rId14">
                  <a:extLst>
                    <a:ext uri="{A12FA001-AC4F-418D-AE19-62706E023703}">
                      <ahyp:hlinkClr val="tx"/>
                    </a:ext>
                  </a:extLst>
                </a:hlinkClick>
              </a:rPr>
              <a:t>https://www.reverbnation.com/kienthuctieuhoc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5">
                  <a:extLst>
                    <a:ext uri="{A12FA001-AC4F-418D-AE19-62706E023703}">
                      <ahyp:hlinkClr val="tx"/>
                    </a:ext>
                  </a:extLst>
                </a:hlinkClick>
              </a:rPr>
              <a:t>https://www.instapaper.com/p/kienthuctieuhoc</a:t>
            </a:r>
            <a:endParaRPr sz="1000">
              <a:solidFill>
                <a:schemeClr val="dk1"/>
              </a:solidFill>
            </a:endParaRPr>
          </a:p>
          <a:p>
            <a:pPr indent="0" lvl="0" marL="0" rtl="0" algn="l">
              <a:lnSpc>
                <a:spcPct val="115000"/>
              </a:lnSpc>
              <a:spcBef>
                <a:spcPts val="0"/>
              </a:spcBef>
              <a:spcAft>
                <a:spcPts val="0"/>
              </a:spcAft>
              <a:buNone/>
            </a:pPr>
            <a:r>
              <a:rPr lang="vi" sz="1000" u="sng">
                <a:solidFill>
                  <a:srgbClr val="1155CC"/>
                </a:solidFill>
                <a:hlinkClick r:id="rId16">
                  <a:extLst>
                    <a:ext uri="{A12FA001-AC4F-418D-AE19-62706E023703}">
                      <ahyp:hlinkClr val="tx"/>
                    </a:ext>
                  </a:extLst>
                </a:hlinkClick>
              </a:rPr>
              <a:t>https://kienthuctieuhoc2.blogspot.com/2024/07/kien-thuc-tieu-hoc.html</a:t>
            </a:r>
            <a:endParaRPr sz="1000">
              <a:solidFill>
                <a:schemeClr val="dk1"/>
              </a:solidFill>
            </a:endParaRPr>
          </a:p>
          <a:p>
            <a:pPr indent="0" lvl="0" marL="0" rtl="0" algn="l">
              <a:lnSpc>
                <a:spcPct val="115000"/>
              </a:lnSpc>
              <a:spcBef>
                <a:spcPts val="0"/>
              </a:spcBef>
              <a:spcAft>
                <a:spcPts val="0"/>
              </a:spcAft>
              <a:buNone/>
            </a:pPr>
            <a:r>
              <a:rPr lang="vi" sz="1000" u="sng">
                <a:solidFill>
                  <a:srgbClr val="1155CC"/>
                </a:solidFill>
                <a:hlinkClick r:id="rId17">
                  <a:extLst>
                    <a:ext uri="{A12FA001-AC4F-418D-AE19-62706E023703}">
                      <ahyp:hlinkClr val="tx"/>
                    </a:ext>
                  </a:extLst>
                </a:hlinkClick>
              </a:rPr>
              <a:t>https://www.blogger.com/profile/07442379056403483311</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8">
                  <a:extLst>
                    <a:ext uri="{A12FA001-AC4F-418D-AE19-62706E023703}">
                      <ahyp:hlinkClr val="tx"/>
                    </a:ext>
                  </a:extLst>
                </a:hlinkClick>
              </a:rPr>
              <a:t>https://about.me/kienthuctieuhoc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9">
                  <a:extLst>
                    <a:ext uri="{A12FA001-AC4F-418D-AE19-62706E023703}">
                      <ahyp:hlinkClr val="tx"/>
                    </a:ext>
                  </a:extLst>
                </a:hlinkClick>
              </a:rPr>
              <a:t>https://telegra.ph/kienthuctieuhoc-07-23</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0">
                  <a:extLst>
                    <a:ext uri="{A12FA001-AC4F-418D-AE19-62706E023703}">
                      <ahyp:hlinkClr val="tx"/>
                    </a:ext>
                  </a:extLst>
                </a:hlinkClick>
              </a:rPr>
              <a:t>https://www.producthunt.com/@kienthuctieuhoc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1">
                  <a:extLst>
                    <a:ext uri="{A12FA001-AC4F-418D-AE19-62706E023703}">
                      <ahyp:hlinkClr val="tx"/>
                    </a:ext>
                  </a:extLst>
                </a:hlinkClick>
              </a:rPr>
              <a:t>https://wakelet.com/@kienthuctieuhoc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2">
                  <a:extLst>
                    <a:ext uri="{A12FA001-AC4F-418D-AE19-62706E023703}">
                      <ahyp:hlinkClr val="tx"/>
                    </a:ext>
                  </a:extLst>
                </a:hlinkClick>
              </a:rPr>
              <a:t>https://ko-fi.com/kienthuctieuhoc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3">
                  <a:extLst>
                    <a:ext uri="{A12FA001-AC4F-418D-AE19-62706E023703}">
                      <ahyp:hlinkClr val="tx"/>
                    </a:ext>
                  </a:extLst>
                </a:hlinkClick>
              </a:rPr>
              <a:t>https://www.multichain.com/qa/user/kienthuctieuhoc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4">
                  <a:extLst>
                    <a:ext uri="{A12FA001-AC4F-418D-AE19-62706E023703}">
                      <ahyp:hlinkClr val="tx"/>
                    </a:ext>
                  </a:extLst>
                </a:hlinkClick>
              </a:rPr>
              <a:t>https://forum.dmec.vn/index.php?members/kienthuctieuhoc.67089/</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5">
                  <a:extLst>
                    <a:ext uri="{A12FA001-AC4F-418D-AE19-62706E023703}">
                      <ahyp:hlinkClr val="tx"/>
                    </a:ext>
                  </a:extLst>
                </a:hlinkClick>
              </a:rPr>
              <a:t>https://www.twitch.tv/kienthuctieuhoc/about</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6">
                  <a:extLst>
                    <a:ext uri="{A12FA001-AC4F-418D-AE19-62706E023703}">
                      <ahyp:hlinkClr val="tx"/>
                    </a:ext>
                  </a:extLst>
                </a:hlinkClick>
              </a:rPr>
              <a:t>https://jsfiddle.net/kienthuctieuhoc/rohjgfpb/</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7">
                  <a:extLst>
                    <a:ext uri="{A12FA001-AC4F-418D-AE19-62706E023703}">
                      <ahyp:hlinkClr val="tx"/>
                    </a:ext>
                  </a:extLst>
                </a:hlinkClick>
              </a:rPr>
              <a:t>https://kienthuctieuhoc.gitbook.io/kienthuctieuhoc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8">
                  <a:extLst>
                    <a:ext uri="{A12FA001-AC4F-418D-AE19-62706E023703}">
                      <ahyp:hlinkClr val="tx"/>
                    </a:ext>
                  </a:extLst>
                </a:hlinkClick>
              </a:rPr>
              <a:t>https://www.myminifactory.com/users/kienthuctieuhoc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9">
                  <a:extLst>
                    <a:ext uri="{A12FA001-AC4F-418D-AE19-62706E023703}">
                      <ahyp:hlinkClr val="tx"/>
                    </a:ext>
                  </a:extLst>
                </a:hlinkClick>
              </a:rPr>
              <a:t>https://roomstyler.com/users/kienthuctieuhoc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30">
                  <a:extLst>
                    <a:ext uri="{A12FA001-AC4F-418D-AE19-62706E023703}">
                      <ahyp:hlinkClr val="tx"/>
                    </a:ext>
                  </a:extLst>
                </a:hlinkClick>
              </a:rPr>
              <a:t>https://www.metal-archives.com/users/kienthuctieuhoc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31">
                  <a:extLst>
                    <a:ext uri="{A12FA001-AC4F-418D-AE19-62706E023703}">
                      <ahyp:hlinkClr val="tx"/>
                    </a:ext>
                  </a:extLst>
                </a:hlinkClick>
              </a:rPr>
              <a:t>https://public.tableau.com/app/profile/ki.n.th.c.ti.u.h.c/vizzes</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32">
                  <a:extLst>
                    <a:ext uri="{A12FA001-AC4F-418D-AE19-62706E023703}">
                      <ahyp:hlinkClr val="tx"/>
                    </a:ext>
                  </a:extLst>
                </a:hlinkClick>
              </a:rPr>
              <a:t>https://link.space/@kienthuctieuhoc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33">
                  <a:extLst>
                    <a:ext uri="{A12FA001-AC4F-418D-AE19-62706E023703}">
                      <ahyp:hlinkClr val="tx"/>
                    </a:ext>
                  </a:extLst>
                </a:hlinkClick>
              </a:rPr>
              <a:t>https://www.beatstars.com/kienthuctieuhoc/about</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34">
                  <a:extLst>
                    <a:ext uri="{A12FA001-AC4F-418D-AE19-62706E023703}">
                      <ahyp:hlinkClr val="tx"/>
                    </a:ext>
                  </a:extLst>
                </a:hlinkClick>
              </a:rPr>
              <a:t>https://coub.com/kienthuctieuhoc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35">
                  <a:extLst>
                    <a:ext uri="{A12FA001-AC4F-418D-AE19-62706E023703}">
                      <ahyp:hlinkClr val="tx"/>
                    </a:ext>
                  </a:extLst>
                </a:hlinkClick>
              </a:rPr>
              <a:t>https://files.fm/kienthuctieuhoc/info</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36">
                  <a:extLst>
                    <a:ext uri="{A12FA001-AC4F-418D-AE19-62706E023703}">
                      <ahyp:hlinkClr val="tx"/>
                    </a:ext>
                  </a:extLst>
                </a:hlinkClick>
              </a:rPr>
              <a:t>https://hub.docker.com/u/kienthuctieuhoc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37">
                  <a:extLst>
                    <a:ext uri="{A12FA001-AC4F-418D-AE19-62706E023703}">
                      <ahyp:hlinkClr val="tx"/>
                    </a:ext>
                  </a:extLst>
                </a:hlinkClick>
              </a:rPr>
              <a:t>https://www.credly.com/users/kienthuctieuhoc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38">
                  <a:extLst>
                    <a:ext uri="{A12FA001-AC4F-418D-AE19-62706E023703}">
                      <ahyp:hlinkClr val="tx"/>
                    </a:ext>
                  </a:extLst>
                </a:hlinkClick>
              </a:rPr>
              <a:t>https://devpost.com/kienthuctieuhoc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39">
                  <a:extLst>
                    <a:ext uri="{A12FA001-AC4F-418D-AE19-62706E023703}">
                      <ahyp:hlinkClr val="tx"/>
                    </a:ext>
                  </a:extLst>
                </a:hlinkClick>
              </a:rPr>
              <a:t>https://gifyu.com/kienthuctieuhoc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40">
                  <a:extLst>
                    <a:ext uri="{A12FA001-AC4F-418D-AE19-62706E023703}">
                      <ahyp:hlinkClr val="tx"/>
                    </a:ext>
                  </a:extLst>
                </a:hlinkClick>
              </a:rPr>
              <a:t>https://www.gta5-mods.com/users/kienthuctieuhoc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41">
                  <a:extLst>
                    <a:ext uri="{A12FA001-AC4F-418D-AE19-62706E023703}">
                      <ahyp:hlinkClr val="tx"/>
                    </a:ext>
                  </a:extLst>
                </a:hlinkClick>
              </a:rPr>
              <a:t>https://www.rctech.net/forum/members/kienthuctieuhoc-387046.html</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42">
                  <a:extLst>
                    <a:ext uri="{A12FA001-AC4F-418D-AE19-62706E023703}">
                      <ahyp:hlinkClr val="tx"/>
                    </a:ext>
                  </a:extLst>
                </a:hlinkClick>
              </a:rPr>
              <a:t>https://www.chordie.com/forum/profile.php?id=2006507</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43">
                  <a:extLst>
                    <a:ext uri="{A12FA001-AC4F-418D-AE19-62706E023703}">
                      <ahyp:hlinkClr val="tx"/>
                    </a:ext>
                  </a:extLst>
                </a:hlinkClick>
              </a:rPr>
              <a:t>https://hashnode.com/@kienthuctieuhoc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44">
                  <a:extLst>
                    <a:ext uri="{A12FA001-AC4F-418D-AE19-62706E023703}">
                      <ahyp:hlinkClr val="tx"/>
                    </a:ext>
                  </a:extLst>
                </a:hlinkClick>
              </a:rPr>
              <a:t>https://pxhere.com/en/photographer-me/4315942</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45">
                  <a:extLst>
                    <a:ext uri="{A12FA001-AC4F-418D-AE19-62706E023703}">
                      <ahyp:hlinkClr val="tx"/>
                    </a:ext>
                  </a:extLst>
                </a:hlinkClick>
              </a:rPr>
              <a:t>http://hawkee.com/profile/7350274/</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46">
                  <a:extLst>
                    <a:ext uri="{A12FA001-AC4F-418D-AE19-62706E023703}">
                      <ahyp:hlinkClr val="tx"/>
                    </a:ext>
                  </a:extLst>
                </a:hlinkClick>
              </a:rPr>
              <a:t>https://babelcube.com/user/kien-thuc-tieu-hoc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47">
                  <a:extLst>
                    <a:ext uri="{A12FA001-AC4F-418D-AE19-62706E023703}">
                      <ahyp:hlinkClr val="tx"/>
                    </a:ext>
                  </a:extLst>
                </a:hlinkClick>
              </a:rPr>
              <a:t>https://www.renderosity.com/users/id:1530013</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48">
                  <a:extLst>
                    <a:ext uri="{A12FA001-AC4F-418D-AE19-62706E023703}">
                      <ahyp:hlinkClr val="tx"/>
                    </a:ext>
                  </a:extLst>
                </a:hlinkClick>
              </a:rPr>
              <a:t>https://velog.io/@kienthuctieuhoc/about</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49">
                  <a:extLst>
                    <a:ext uri="{A12FA001-AC4F-418D-AE19-62706E023703}">
                      <ahyp:hlinkClr val="tx"/>
                    </a:ext>
                  </a:extLst>
                </a:hlinkClick>
              </a:rPr>
              <a:t>https://doodleordie.com/profile/kienthuctieuhoc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50">
                  <a:extLst>
                    <a:ext uri="{A12FA001-AC4F-418D-AE19-62706E023703}">
                      <ahyp:hlinkClr val="tx"/>
                    </a:ext>
                  </a:extLst>
                </a:hlinkClick>
              </a:rPr>
              <a:t>https://app.roll20.net/users/13611756/kien-thuc-tieu-hoc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51">
                  <a:extLst>
                    <a:ext uri="{A12FA001-AC4F-418D-AE19-62706E023703}">
                      <ahyp:hlinkClr val="tx"/>
                    </a:ext>
                  </a:extLst>
                </a:hlinkClick>
              </a:rPr>
              <a:t>https://www.diggerslist.com/kienthuctieuhoc/about</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52">
                  <a:extLst>
                    <a:ext uri="{A12FA001-AC4F-418D-AE19-62706E023703}">
                      <ahyp:hlinkClr val="tx"/>
                    </a:ext>
                  </a:extLst>
                </a:hlinkClick>
              </a:rPr>
              <a:t>https://www.bitsdujour.com/profiles/FIFtRR</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53">
                  <a:extLst>
                    <a:ext uri="{A12FA001-AC4F-418D-AE19-62706E023703}">
                      <ahyp:hlinkClr val="tx"/>
                    </a:ext>
                  </a:extLst>
                </a:hlinkClick>
              </a:rPr>
              <a:t>https://leetcode.com/u/kienthuctieuhoc/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54">
                  <a:extLst>
                    <a:ext uri="{A12FA001-AC4F-418D-AE19-62706E023703}">
                      <ahyp:hlinkClr val="tx"/>
                    </a:ext>
                  </a:extLst>
                </a:hlinkClick>
              </a:rPr>
              <a:t>https://qooh.me/kienthuctieuhoc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55">
                  <a:extLst>
                    <a:ext uri="{A12FA001-AC4F-418D-AE19-62706E023703}">
                      <ahyp:hlinkClr val="tx"/>
                    </a:ext>
                  </a:extLst>
                </a:hlinkClick>
              </a:rPr>
              <a:t>https://www.funddreamer.com/users/kienthuctieuhoc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56">
                  <a:extLst>
                    <a:ext uri="{A12FA001-AC4F-418D-AE19-62706E023703}">
                      <ahyp:hlinkClr val="tx"/>
                    </a:ext>
                  </a:extLst>
                </a:hlinkClick>
              </a:rPr>
              <a:t>https://artistecard.com/kienthuctieuhoc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57">
                  <a:extLst>
                    <a:ext uri="{A12FA001-AC4F-418D-AE19-62706E023703}">
                      <ahyp:hlinkClr val="tx"/>
                    </a:ext>
                  </a:extLst>
                </a:hlinkClick>
              </a:rPr>
              <a:t>https://www.longisland.com/profile/kienthuctieuhoc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58">
                  <a:extLst>
                    <a:ext uri="{A12FA001-AC4F-418D-AE19-62706E023703}">
                      <ahyp:hlinkClr val="tx"/>
                    </a:ext>
                  </a:extLst>
                </a:hlinkClick>
              </a:rPr>
              <a:t>https://www.walkscore.com/people/502064799654/kienthuctieuhoc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59">
                  <a:extLst>
                    <a:ext uri="{A12FA001-AC4F-418D-AE19-62706E023703}">
                      <ahyp:hlinkClr val="tx"/>
                    </a:ext>
                  </a:extLst>
                </a:hlinkClick>
              </a:rPr>
              <a:t>https://www.showmethesite.us/lazychicken/ActivityFeed/MyProfile/tabid/2622/UserId/535582/Default.aspx</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60">
                  <a:extLst>
                    <a:ext uri="{A12FA001-AC4F-418D-AE19-62706E023703}">
                      <ahyp:hlinkClr val="tx"/>
                    </a:ext>
                  </a:extLst>
                </a:hlinkClick>
              </a:rPr>
              <a:t>https://kienthuctieuhoc.gallery.ru/</a:t>
            </a:r>
            <a:endParaRPr sz="1000">
              <a:solidFill>
                <a:schemeClr val="dk1"/>
              </a:solidFill>
            </a:endParaRPr>
          </a:p>
          <a:p>
            <a:pPr indent="0" lvl="0" marL="0" rtl="0" algn="l">
              <a:lnSpc>
                <a:spcPct val="115000"/>
              </a:lnSpc>
              <a:spcBef>
                <a:spcPts val="0"/>
              </a:spcBef>
              <a:spcAft>
                <a:spcPts val="0"/>
              </a:spcAft>
              <a:buNone/>
            </a:pPr>
            <a:r>
              <a:rPr lang="vi" sz="1000" u="sng">
                <a:solidFill>
                  <a:srgbClr val="1155CC"/>
                </a:solidFill>
                <a:hlinkClick r:id="rId61">
                  <a:extLst>
                    <a:ext uri="{A12FA001-AC4F-418D-AE19-62706E023703}">
                      <ahyp:hlinkClr val="tx"/>
                    </a:ext>
                  </a:extLst>
                </a:hlinkClick>
              </a:rPr>
              <a:t>https://www.fitday.com/fitness/forums/members/kienthuctieuhoc.html</a:t>
            </a:r>
            <a:endParaRPr sz="1000">
              <a:solidFill>
                <a:schemeClr val="dk1"/>
              </a:solidFill>
            </a:endParaRPr>
          </a:p>
          <a:p>
            <a:pPr indent="0" lvl="0" marL="0" rtl="0" algn="l">
              <a:lnSpc>
                <a:spcPct val="115000"/>
              </a:lnSpc>
              <a:spcBef>
                <a:spcPts val="0"/>
              </a:spcBef>
              <a:spcAft>
                <a:spcPts val="0"/>
              </a:spcAft>
              <a:buNone/>
            </a:pPr>
            <a:r>
              <a:rPr lang="vi" sz="1000" u="sng">
                <a:solidFill>
                  <a:srgbClr val="1155CC"/>
                </a:solidFill>
                <a:hlinkClick r:id="rId62">
                  <a:extLst>
                    <a:ext uri="{A12FA001-AC4F-418D-AE19-62706E023703}">
                      <ahyp:hlinkClr val="tx"/>
                    </a:ext>
                  </a:extLst>
                </a:hlinkClick>
              </a:rPr>
              <a:t>https://teletype.in/@kienthuctieuhoc</a:t>
            </a:r>
            <a:endParaRPr sz="1000">
              <a:solidFill>
                <a:schemeClr val="dk1"/>
              </a:solidFill>
            </a:endParaRPr>
          </a:p>
          <a:p>
            <a:pPr indent="0" lvl="0" marL="0" rtl="0" algn="l">
              <a:lnSpc>
                <a:spcPct val="115000"/>
              </a:lnSpc>
              <a:spcBef>
                <a:spcPts val="0"/>
              </a:spcBef>
              <a:spcAft>
                <a:spcPts val="0"/>
              </a:spcAft>
              <a:buNone/>
            </a:pPr>
            <a:r>
              <a:rPr lang="vi" sz="1000" u="sng">
                <a:solidFill>
                  <a:srgbClr val="1155CC"/>
                </a:solidFill>
                <a:hlinkClick r:id="rId63">
                  <a:extLst>
                    <a:ext uri="{A12FA001-AC4F-418D-AE19-62706E023703}">
                      <ahyp:hlinkClr val="tx"/>
                    </a:ext>
                  </a:extLst>
                </a:hlinkClick>
              </a:rPr>
              <a:t>https://start.me/p/80mKL0/trang-b-t-d-u</a:t>
            </a:r>
            <a:endParaRPr sz="1000">
              <a:solidFill>
                <a:schemeClr val="dk1"/>
              </a:solidFill>
            </a:endParaRPr>
          </a:p>
          <a:p>
            <a:pPr indent="0" lvl="0" marL="0" rtl="0" algn="l">
              <a:lnSpc>
                <a:spcPct val="115000"/>
              </a:lnSpc>
              <a:spcBef>
                <a:spcPts val="0"/>
              </a:spcBef>
              <a:spcAft>
                <a:spcPts val="0"/>
              </a:spcAft>
              <a:buNone/>
            </a:pPr>
            <a:r>
              <a:rPr lang="vi" sz="1000" u="sng">
                <a:solidFill>
                  <a:srgbClr val="1155CC"/>
                </a:solidFill>
                <a:hlinkClick r:id="rId64">
                  <a:extLst>
                    <a:ext uri="{A12FA001-AC4F-418D-AE19-62706E023703}">
                      <ahyp:hlinkClr val="tx"/>
                    </a:ext>
                  </a:extLst>
                </a:hlinkClick>
              </a:rPr>
              <a:t>https://myapple.pl/users/457954-ki-n-th-c-ti-u-h-c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65">
                  <a:extLst>
                    <a:ext uri="{A12FA001-AC4F-418D-AE19-62706E023703}">
                      <ahyp:hlinkClr val="tx"/>
                    </a:ext>
                  </a:extLst>
                </a:hlinkClick>
              </a:rPr>
              <a:t>https://heylink.me/kienthuctieuhoc/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66">
                  <a:extLst>
                    <a:ext uri="{A12FA001-AC4F-418D-AE19-62706E023703}">
                      <ahyp:hlinkClr val="tx"/>
                    </a:ext>
                  </a:extLst>
                </a:hlinkClick>
              </a:rPr>
              <a:t>https://allmyfaves.com/kienthuctieuhoc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67">
                  <a:extLst>
                    <a:ext uri="{A12FA001-AC4F-418D-AE19-62706E023703}">
                      <ahyp:hlinkClr val="tx"/>
                    </a:ext>
                  </a:extLst>
                </a:hlinkClick>
              </a:rPr>
              <a:t>https://allods.my.games/forum/index.php?page=User&amp;userID=152441</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68">
                  <a:extLst>
                    <a:ext uri="{A12FA001-AC4F-418D-AE19-62706E023703}">
                      <ahyp:hlinkClr val="tx"/>
                    </a:ext>
                  </a:extLst>
                </a:hlinkClick>
              </a:rPr>
              <a:t>https://bikeindex.org/users/kienthuctieuhoc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69">
                  <a:extLst>
                    <a:ext uri="{A12FA001-AC4F-418D-AE19-62706E023703}">
                      <ahyp:hlinkClr val="tx"/>
                    </a:ext>
                  </a:extLst>
                </a:hlinkClick>
              </a:rPr>
              <a:t>https://chart-studio.plotly.com/~kienthuctieuhoc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70">
                  <a:extLst>
                    <a:ext uri="{A12FA001-AC4F-418D-AE19-62706E023703}">
                      <ahyp:hlinkClr val="tx"/>
                    </a:ext>
                  </a:extLst>
                </a:hlinkClick>
              </a:rPr>
              <a:t>https://hackmd.io/@kienthuctieuhoc/kienthuctieuhoc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71">
                  <a:extLst>
                    <a:ext uri="{A12FA001-AC4F-418D-AE19-62706E023703}">
                      <ahyp:hlinkClr val="tx"/>
                    </a:ext>
                  </a:extLst>
                </a:hlinkClick>
              </a:rPr>
              <a:t>https://jali.me/kienthuctieuhoc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72">
                  <a:extLst>
                    <a:ext uri="{A12FA001-AC4F-418D-AE19-62706E023703}">
                      <ahyp:hlinkClr val="tx"/>
                    </a:ext>
                  </a:extLst>
                </a:hlinkClick>
              </a:rPr>
              <a:t>https://notabug.org/kienthuctieuhoc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73">
                  <a:extLst>
                    <a:ext uri="{A12FA001-AC4F-418D-AE19-62706E023703}">
                      <ahyp:hlinkClr val="tx"/>
                    </a:ext>
                  </a:extLst>
                </a:hlinkClick>
              </a:rPr>
              <a:t>https://offcourse.co/users/profile/kienthuctieuhoc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74">
                  <a:extLst>
                    <a:ext uri="{A12FA001-AC4F-418D-AE19-62706E023703}">
                      <ahyp:hlinkClr val="tx"/>
                    </a:ext>
                  </a:extLst>
                </a:hlinkClick>
              </a:rPr>
              <a:t>https://portfolium.com.au/kienthuctieuhoc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75">
                  <a:extLst>
                    <a:ext uri="{A12FA001-AC4F-418D-AE19-62706E023703}">
                      <ahyp:hlinkClr val="tx"/>
                    </a:ext>
                  </a:extLst>
                </a:hlinkClick>
              </a:rPr>
              <a:t>https://www.adsoftheworld.com/users/ff610148-f1cc-4746-b002-e90f8916d332</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76">
                  <a:extLst>
                    <a:ext uri="{A12FA001-AC4F-418D-AE19-62706E023703}">
                      <ahyp:hlinkClr val="tx"/>
                    </a:ext>
                  </a:extLst>
                </a:hlinkClick>
              </a:rPr>
              <a:t>https://www.nintendo-master.com/profil/kienthuctieuhoc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77">
                  <a:extLst>
                    <a:ext uri="{A12FA001-AC4F-418D-AE19-62706E023703}">
                      <ahyp:hlinkClr val="tx"/>
                    </a:ext>
                  </a:extLst>
                </a:hlinkClick>
              </a:rPr>
              <a:t>https://datcang.vn/viewtopic.php?f=4&amp;t=762943</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78">
                  <a:extLst>
                    <a:ext uri="{A12FA001-AC4F-418D-AE19-62706E023703}">
                      <ahyp:hlinkClr val="tx"/>
                    </a:ext>
                  </a:extLst>
                </a:hlinkClick>
              </a:rPr>
              <a:t>https://www.linqto.me/about/kienthuctieuhoc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79">
                  <a:extLst>
                    <a:ext uri="{A12FA001-AC4F-418D-AE19-62706E023703}">
                      <ahyp:hlinkClr val="tx"/>
                    </a:ext>
                  </a:extLst>
                </a:hlinkClick>
              </a:rPr>
              <a:t>https://batotoo.com/u/2114577-kienthuctieuhoc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80">
                  <a:extLst>
                    <a:ext uri="{A12FA001-AC4F-418D-AE19-62706E023703}">
                      <ahyp:hlinkClr val="tx"/>
                    </a:ext>
                  </a:extLst>
                </a:hlinkClick>
              </a:rPr>
              <a:t>https://kitsu.io/users/1508087</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81">
                  <a:extLst>
                    <a:ext uri="{A12FA001-AC4F-418D-AE19-62706E023703}">
                      <ahyp:hlinkClr val="tx"/>
                    </a:ext>
                  </a:extLst>
                </a:hlinkClick>
              </a:rPr>
              <a:t>https://expathealthseoul.com/profile/kienthuctieuhoc/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82">
                  <a:extLst>
                    <a:ext uri="{A12FA001-AC4F-418D-AE19-62706E023703}">
                      <ahyp:hlinkClr val="tx"/>
                    </a:ext>
                  </a:extLst>
                </a:hlinkClick>
              </a:rPr>
              <a:t>https://boersen.oeh-salzburg.at/author/kienthuctieuhoc/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83">
                  <a:extLst>
                    <a:ext uri="{A12FA001-AC4F-418D-AE19-62706E023703}">
                      <ahyp:hlinkClr val="tx"/>
                    </a:ext>
                  </a:extLst>
                </a:hlinkClick>
              </a:rPr>
              <a:t>http://bbs.zhizhuyx.com/home.php?mod=space&amp;uid=10973836</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84">
                  <a:extLst>
                    <a:ext uri="{A12FA001-AC4F-418D-AE19-62706E023703}">
                      <ahyp:hlinkClr val="tx"/>
                    </a:ext>
                  </a:extLst>
                </a:hlinkClick>
              </a:rPr>
              <a:t>https://www.anobii.com/fr/016c1f3a970b7da4e4/profile/activity</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85">
                  <a:extLst>
                    <a:ext uri="{A12FA001-AC4F-418D-AE19-62706E023703}">
                      <ahyp:hlinkClr val="tx"/>
                    </a:ext>
                  </a:extLst>
                </a:hlinkClick>
              </a:rPr>
              <a:t>http://molbiol.ru/forums/index.php?showuser=1366299</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86">
                  <a:extLst>
                    <a:ext uri="{A12FA001-AC4F-418D-AE19-62706E023703}">
                      <ahyp:hlinkClr val="tx"/>
                    </a:ext>
                  </a:extLst>
                </a:hlinkClick>
              </a:rPr>
              <a:t>https://www.facer.io/u/kienthuctieuhoc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87">
                  <a:extLst>
                    <a:ext uri="{A12FA001-AC4F-418D-AE19-62706E023703}">
                      <ahyp:hlinkClr val="tx"/>
                    </a:ext>
                  </a:extLst>
                </a:hlinkClick>
              </a:rPr>
              <a:t>http://aldenfamilydentistry.com/UserProfile/tabid/57/userId/850565/Default.aspx</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88">
                  <a:extLst>
                    <a:ext uri="{A12FA001-AC4F-418D-AE19-62706E023703}">
                      <ahyp:hlinkClr val="tx"/>
                    </a:ext>
                  </a:extLst>
                </a:hlinkClick>
              </a:rPr>
              <a:t>https://www.iniuria.us/forum/member.php?453211-kienthuctieuhoc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89">
                  <a:extLst>
                    <a:ext uri="{A12FA001-AC4F-418D-AE19-62706E023703}">
                      <ahyp:hlinkClr val="tx"/>
                    </a:ext>
                  </a:extLst>
                </a:hlinkClick>
              </a:rPr>
              <a:t>https://jszst.com.cn/home.php?mod=space&amp;uid=3866937</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90">
                  <a:extLst>
                    <a:ext uri="{A12FA001-AC4F-418D-AE19-62706E023703}">
                      <ahyp:hlinkClr val="tx"/>
                    </a:ext>
                  </a:extLst>
                </a:hlinkClick>
              </a:rPr>
              <a:t>http://www.so0912.com/home.php?mod=space&amp;uid=2287334</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91">
                  <a:extLst>
                    <a:ext uri="{A12FA001-AC4F-418D-AE19-62706E023703}">
                      <ahyp:hlinkClr val="tx"/>
                    </a:ext>
                  </a:extLst>
                </a:hlinkClick>
              </a:rPr>
              <a:t>https://m.jingdexian.com/home.php?mod=space&amp;uid=3261049</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92">
                  <a:extLst>
                    <a:ext uri="{A12FA001-AC4F-418D-AE19-62706E023703}">
                      <ahyp:hlinkClr val="tx"/>
                    </a:ext>
                  </a:extLst>
                </a:hlinkClick>
              </a:rPr>
              <a:t>https://www.vid419.com/home.php?mod=space&amp;uid=3387870</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93">
                  <a:extLst>
                    <a:ext uri="{A12FA001-AC4F-418D-AE19-62706E023703}">
                      <ahyp:hlinkClr val="tx"/>
                    </a:ext>
                  </a:extLst>
                </a:hlinkClick>
              </a:rPr>
              <a:t>http://www.fanart-central.net/user/kienthuctieuhoc/profile</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94">
                  <a:extLst>
                    <a:ext uri="{A12FA001-AC4F-418D-AE19-62706E023703}">
                      <ahyp:hlinkClr val="tx"/>
                    </a:ext>
                  </a:extLst>
                </a:hlinkClick>
              </a:rPr>
              <a:t>https://forum.index.hu/User/UserDescription?u=2009509</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95">
                  <a:extLst>
                    <a:ext uri="{A12FA001-AC4F-418D-AE19-62706E023703}">
                      <ahyp:hlinkClr val="tx"/>
                    </a:ext>
                  </a:extLst>
                </a:hlinkClick>
              </a:rPr>
              <a:t>https://fliphtml5.com/homepage/sexoi/ki%E1%BA%BFn-th%E1%BB%A9c-ti%E1%BB%83u-h%E1%BB%8Dc/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96">
                  <a:extLst>
                    <a:ext uri="{A12FA001-AC4F-418D-AE19-62706E023703}">
                      <ahyp:hlinkClr val="tx"/>
                    </a:ext>
                  </a:extLst>
                </a:hlinkClick>
              </a:rPr>
              <a:t>https://qiita.com/kienthuctieuhoc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97">
                  <a:extLst>
                    <a:ext uri="{A12FA001-AC4F-418D-AE19-62706E023703}">
                      <ahyp:hlinkClr val="tx"/>
                    </a:ext>
                  </a:extLst>
                </a:hlinkClick>
              </a:rPr>
              <a:t>https://anyflip.com/homepage/ginbr</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98">
                  <a:extLst>
                    <a:ext uri="{A12FA001-AC4F-418D-AE19-62706E023703}">
                      <ahyp:hlinkClr val="tx"/>
                    </a:ext>
                  </a:extLst>
                </a:hlinkClick>
              </a:rPr>
              <a:t>https://pubhtml5.com/homepage/qkuhg/</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99">
                  <a:extLst>
                    <a:ext uri="{A12FA001-AC4F-418D-AE19-62706E023703}">
                      <ahyp:hlinkClr val="tx"/>
                    </a:ext>
                  </a:extLst>
                </a:hlinkClick>
              </a:rPr>
              <a:t>https://www.designspiration.com/kienthuctieuhoc/saves/</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00">
                  <a:extLst>
                    <a:ext uri="{A12FA001-AC4F-418D-AE19-62706E023703}">
                      <ahyp:hlinkClr val="tx"/>
                    </a:ext>
                  </a:extLst>
                </a:hlinkClick>
              </a:rPr>
              <a:t>https://hypothes.is/users/kienthuctieuhoc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01">
                  <a:extLst>
                    <a:ext uri="{A12FA001-AC4F-418D-AE19-62706E023703}">
                      <ahyp:hlinkClr val="tx"/>
                    </a:ext>
                  </a:extLst>
                </a:hlinkClick>
              </a:rPr>
              <a:t>https://www.speedrun.com/users/kienthuctieuhoc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02">
                  <a:extLst>
                    <a:ext uri="{A12FA001-AC4F-418D-AE19-62706E023703}">
                      <ahyp:hlinkClr val="tx"/>
                    </a:ext>
                  </a:extLst>
                </a:hlinkClick>
              </a:rPr>
              <a:t>https://able2know.org/user/kienthuctieuhoc/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03">
                  <a:extLst>
                    <a:ext uri="{A12FA001-AC4F-418D-AE19-62706E023703}">
                      <ahyp:hlinkClr val="tx"/>
                    </a:ext>
                  </a:extLst>
                </a:hlinkClick>
              </a:rPr>
              <a:t>https://www.fimfiction.net/user/774738/kienthuctieuhoc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04">
                  <a:extLst>
                    <a:ext uri="{A12FA001-AC4F-418D-AE19-62706E023703}">
                      <ahyp:hlinkClr val="tx"/>
                    </a:ext>
                  </a:extLst>
                </a:hlinkClick>
              </a:rPr>
              <a:t>https://www.balatarin.com/users/kienthuctieuhoc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05">
                  <a:extLst>
                    <a:ext uri="{A12FA001-AC4F-418D-AE19-62706E023703}">
                      <ahyp:hlinkClr val="tx"/>
                    </a:ext>
                  </a:extLst>
                </a:hlinkClick>
              </a:rPr>
              <a:t>https://play.eslgaming.com/player/myinfos/20251903/#description</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06">
                  <a:extLst>
                    <a:ext uri="{A12FA001-AC4F-418D-AE19-62706E023703}">
                      <ahyp:hlinkClr val="tx"/>
                    </a:ext>
                  </a:extLst>
                </a:hlinkClick>
              </a:rPr>
              <a:t>https://stocktwits.com/kienthuctieuhoc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07">
                  <a:extLst>
                    <a:ext uri="{A12FA001-AC4F-418D-AE19-62706E023703}">
                      <ahyp:hlinkClr val="tx"/>
                    </a:ext>
                  </a:extLst>
                </a:hlinkClick>
              </a:rPr>
              <a:t>https://lazi.vn/user/tieu-hoc.kien-thuc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08">
                  <a:extLst>
                    <a:ext uri="{A12FA001-AC4F-418D-AE19-62706E023703}">
                      <ahyp:hlinkClr val="tx"/>
                    </a:ext>
                  </a:extLst>
                </a:hlinkClick>
              </a:rPr>
              <a:t>https://www.bigbasstabs.com/profile/106719.html</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09">
                  <a:extLst>
                    <a:ext uri="{A12FA001-AC4F-418D-AE19-62706E023703}">
                      <ahyp:hlinkClr val="tx"/>
                    </a:ext>
                  </a:extLst>
                </a:hlinkClick>
              </a:rPr>
              <a:t>https://vietfones.vn/forum/members/kienthuctieuhoc.251238/</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10">
                  <a:extLst>
                    <a:ext uri="{A12FA001-AC4F-418D-AE19-62706E023703}">
                      <ahyp:hlinkClr val="tx"/>
                    </a:ext>
                  </a:extLst>
                </a:hlinkClick>
              </a:rPr>
              <a:t>https://aboutme.style/kienthuctieuhoc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11">
                  <a:extLst>
                    <a:ext uri="{A12FA001-AC4F-418D-AE19-62706E023703}">
                      <ahyp:hlinkClr val="tx"/>
                    </a:ext>
                  </a:extLst>
                </a:hlinkClick>
              </a:rPr>
              <a:t>https://vnvista.com/forums/member159577.html</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12">
                  <a:extLst>
                    <a:ext uri="{A12FA001-AC4F-418D-AE19-62706E023703}">
                      <ahyp:hlinkClr val="tx"/>
                    </a:ext>
                  </a:extLst>
                </a:hlinkClick>
              </a:rPr>
              <a:t>https://glints.com/vn/profile/public/c735b709-b807-439f-8172-401dc9ee5d69</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13">
                  <a:extLst>
                    <a:ext uri="{A12FA001-AC4F-418D-AE19-62706E023703}">
                      <ahyp:hlinkClr val="tx"/>
                    </a:ext>
                  </a:extLst>
                </a:hlinkClick>
              </a:rPr>
              <a:t>https://www.video-bookmark.com/bookmark/6326863/kienthuctieuhoc/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14">
                  <a:extLst>
                    <a:ext uri="{A12FA001-AC4F-418D-AE19-62706E023703}">
                      <ahyp:hlinkClr val="tx"/>
                    </a:ext>
                  </a:extLst>
                </a:hlinkClick>
              </a:rPr>
              <a:t>https://electrodb.ro/forums/users/kienthuctieuhoc/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15">
                  <a:extLst>
                    <a:ext uri="{A12FA001-AC4F-418D-AE19-62706E023703}">
                      <ahyp:hlinkClr val="tx"/>
                    </a:ext>
                  </a:extLst>
                </a:hlinkClick>
              </a:rPr>
              <a:t>https://answerpail.com/index.php/user/kienthuctieuhoc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16">
                  <a:extLst>
                    <a:ext uri="{A12FA001-AC4F-418D-AE19-62706E023703}">
                      <ahyp:hlinkClr val="tx"/>
                    </a:ext>
                  </a:extLst>
                </a:hlinkClick>
              </a:rPr>
              <a:t>https://www.vevioz.com/kienthuctieuhoc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17">
                  <a:extLst>
                    <a:ext uri="{A12FA001-AC4F-418D-AE19-62706E023703}">
                      <ahyp:hlinkClr val="tx"/>
                    </a:ext>
                  </a:extLst>
                </a:hlinkClick>
              </a:rPr>
              <a:t>http://buildolution.com/UserProfile/tabid/131/userId/412692/Default.aspx</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18">
                  <a:extLst>
                    <a:ext uri="{A12FA001-AC4F-418D-AE19-62706E023703}">
                      <ahyp:hlinkClr val="tx"/>
                    </a:ext>
                  </a:extLst>
                </a:hlinkClick>
              </a:rPr>
              <a:t>https://www.zotero.org/kienthuctieuhoc/cv</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19">
                  <a:extLst>
                    <a:ext uri="{A12FA001-AC4F-418D-AE19-62706E023703}">
                      <ahyp:hlinkClr val="tx"/>
                    </a:ext>
                  </a:extLst>
                </a:hlinkClick>
              </a:rPr>
              <a:t>https://justpaste.me/W6jW</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20">
                  <a:extLst>
                    <a:ext uri="{A12FA001-AC4F-418D-AE19-62706E023703}">
                      <ahyp:hlinkClr val="tx"/>
                    </a:ext>
                  </a:extLst>
                </a:hlinkClick>
              </a:rPr>
              <a:t>https://hub.safe.com/users/kienthuctieuhoc?page=1&amp;page_size=10</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21">
                  <a:extLst>
                    <a:ext uri="{A12FA001-AC4F-418D-AE19-62706E023703}">
                      <ahyp:hlinkClr val="tx"/>
                    </a:ext>
                  </a:extLst>
                </a:hlinkClick>
              </a:rPr>
              <a:t>http://compcar.ru/forum/member.php?u=119136</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22">
                  <a:extLst>
                    <a:ext uri="{A12FA001-AC4F-418D-AE19-62706E023703}">
                      <ahyp:hlinkClr val="tx"/>
                    </a:ext>
                  </a:extLst>
                </a:hlinkClick>
              </a:rPr>
              <a:t>https://cornucopia.se/author/kienthuctieuhoc/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23">
                  <a:extLst>
                    <a:ext uri="{A12FA001-AC4F-418D-AE19-62706E023703}">
                      <ahyp:hlinkClr val="tx"/>
                    </a:ext>
                  </a:extLst>
                </a:hlinkClick>
              </a:rPr>
              <a:t>https://www.mtg-forum.de/user/85970-kienthuctieuhoc/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24">
                  <a:extLst>
                    <a:ext uri="{A12FA001-AC4F-418D-AE19-62706E023703}">
                      <ahyp:hlinkClr val="tx"/>
                    </a:ext>
                  </a:extLst>
                </a:hlinkClick>
              </a:rPr>
              <a:t>https://www.serialzone.cz/uzivatele/217160-kienthuctieuhoc/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25">
                  <a:extLst>
                    <a:ext uri="{A12FA001-AC4F-418D-AE19-62706E023703}">
                      <ahyp:hlinkClr val="tx"/>
                    </a:ext>
                  </a:extLst>
                </a:hlinkClick>
              </a:rPr>
              <a:t>https://goodjobdongguan.com/home.php?mod=space&amp;uid=4619032</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26">
                  <a:extLst>
                    <a:ext uri="{A12FA001-AC4F-418D-AE19-62706E023703}">
                      <ahyp:hlinkClr val="tx"/>
                    </a:ext>
                  </a:extLst>
                </a:hlinkClick>
              </a:rPr>
              <a:t>https://www.furaffinity.net/user/kienthuctieuhoc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27">
                  <a:extLst>
                    <a:ext uri="{A12FA001-AC4F-418D-AE19-62706E023703}">
                      <ahyp:hlinkClr val="tx"/>
                    </a:ext>
                  </a:extLst>
                </a:hlinkClick>
              </a:rPr>
              <a:t>https://allmy.bio/kienthuctieuhoc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28">
                  <a:extLst>
                    <a:ext uri="{A12FA001-AC4F-418D-AE19-62706E023703}">
                      <ahyp:hlinkClr val="tx"/>
                    </a:ext>
                  </a:extLst>
                </a:hlinkClick>
              </a:rPr>
              <a:t>http://www.trainingpages.com/author/kienthuctieuhoc/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29">
                  <a:extLst>
                    <a:ext uri="{A12FA001-AC4F-418D-AE19-62706E023703}">
                      <ahyp:hlinkClr val="tx"/>
                    </a:ext>
                  </a:extLst>
                </a:hlinkClick>
              </a:rPr>
              <a:t>https://sovren.media/u/kienthuctieuhoc/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30">
                  <a:extLst>
                    <a:ext uri="{A12FA001-AC4F-418D-AE19-62706E023703}">
                      <ahyp:hlinkClr val="tx"/>
                    </a:ext>
                  </a:extLst>
                </a:hlinkClick>
              </a:rPr>
              <a:t>https://www.akaqa.com/account/profile/19191651860</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31">
                  <a:extLst>
                    <a:ext uri="{A12FA001-AC4F-418D-AE19-62706E023703}">
                      <ahyp:hlinkClr val="tx"/>
                    </a:ext>
                  </a:extLst>
                </a:hlinkClick>
              </a:rPr>
              <a:t>https://www.webwiki.com/kienthuctieuhoc.com</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32">
                  <a:extLst>
                    <a:ext uri="{A12FA001-AC4F-418D-AE19-62706E023703}">
                      <ahyp:hlinkClr val="tx"/>
                    </a:ext>
                  </a:extLst>
                </a:hlinkClick>
              </a:rPr>
              <a:t>https://www.chaloke.com/forums/users/kienthuctieuhoc/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33">
                  <a:extLst>
                    <a:ext uri="{A12FA001-AC4F-418D-AE19-62706E023703}">
                      <ahyp:hlinkClr val="tx"/>
                    </a:ext>
                  </a:extLst>
                </a:hlinkClick>
              </a:rPr>
              <a:t>https://www.tadalive.com/kienthuctieuhoc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34">
                  <a:extLst>
                    <a:ext uri="{A12FA001-AC4F-418D-AE19-62706E023703}">
                      <ahyp:hlinkClr val="tx"/>
                    </a:ext>
                  </a:extLst>
                </a:hlinkClick>
              </a:rPr>
              <a:t>https://glamorouslengths.com/author/kienthuctieuhoc/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35">
                  <a:extLst>
                    <a:ext uri="{A12FA001-AC4F-418D-AE19-62706E023703}">
                      <ahyp:hlinkClr val="tx"/>
                    </a:ext>
                  </a:extLst>
                </a:hlinkClick>
              </a:rPr>
              <a:t>https://chimcanhviet.vn/forum/members/kienthuctieuhoc.175606/</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36">
                  <a:extLst>
                    <a:ext uri="{A12FA001-AC4F-418D-AE19-62706E023703}">
                      <ahyp:hlinkClr val="tx"/>
                    </a:ext>
                  </a:extLst>
                </a:hlinkClick>
              </a:rPr>
              <a:t>https://gitlab.vuhdo.io/kienthuctieuhoc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37">
                  <a:extLst>
                    <a:ext uri="{A12FA001-AC4F-418D-AE19-62706E023703}">
                      <ahyp:hlinkClr val="tx"/>
                    </a:ext>
                  </a:extLst>
                </a:hlinkClick>
              </a:rPr>
              <a:t>https://www.homepokergames.com/vbforum/member.php?u=104291</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38">
                  <a:extLst>
                    <a:ext uri="{A12FA001-AC4F-418D-AE19-62706E023703}">
                      <ahyp:hlinkClr val="tx"/>
                    </a:ext>
                  </a:extLst>
                </a:hlinkClick>
              </a:rPr>
              <a:t>https://www.recepti.com/profile/view/97409</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39">
                  <a:extLst>
                    <a:ext uri="{A12FA001-AC4F-418D-AE19-62706E023703}">
                      <ahyp:hlinkClr val="tx"/>
                    </a:ext>
                  </a:extLst>
                </a:hlinkClick>
              </a:rPr>
              <a:t>https://hukukevi.net/user/kienthuctieuhoc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40">
                  <a:extLst>
                    <a:ext uri="{A12FA001-AC4F-418D-AE19-62706E023703}">
                      <ahyp:hlinkClr val="tx"/>
                    </a:ext>
                  </a:extLst>
                </a:hlinkClick>
              </a:rPr>
              <a:t>https://hangoutshelp.net/user/kienthuctieuhoc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41">
                  <a:extLst>
                    <a:ext uri="{A12FA001-AC4F-418D-AE19-62706E023703}">
                      <ahyp:hlinkClr val="tx"/>
                    </a:ext>
                  </a:extLst>
                </a:hlinkClick>
              </a:rPr>
              <a:t>https://www.mountainproject.com/user/201878525/kien-thuc-tieu-hoc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42">
                  <a:extLst>
                    <a:ext uri="{A12FA001-AC4F-418D-AE19-62706E023703}">
                      <ahyp:hlinkClr val="tx"/>
                    </a:ext>
                  </a:extLst>
                </a:hlinkClick>
              </a:rPr>
              <a:t>https://scrapbox.io/kienthuctieuhoc/kienthuctieuhoc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43">
                  <a:extLst>
                    <a:ext uri="{A12FA001-AC4F-418D-AE19-62706E023703}">
                      <ahyp:hlinkClr val="tx"/>
                    </a:ext>
                  </a:extLst>
                </a:hlinkClick>
              </a:rPr>
              <a:t>https://research.openhumans.org/member/kienthuctieuhoc/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44">
                  <a:extLst>
                    <a:ext uri="{A12FA001-AC4F-418D-AE19-62706E023703}">
                      <ahyp:hlinkClr val="tx"/>
                    </a:ext>
                  </a:extLst>
                </a:hlinkClick>
              </a:rPr>
              <a:t>https://community.cisco.com/t5/user/viewprofilepage/user-id/1759300</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45">
                  <a:extLst>
                    <a:ext uri="{A12FA001-AC4F-418D-AE19-62706E023703}">
                      <ahyp:hlinkClr val="tx"/>
                    </a:ext>
                  </a:extLst>
                </a:hlinkClick>
              </a:rPr>
              <a:t>https://booklog.jp/users/kienthuctieuhoc/profile</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46">
                  <a:extLst>
                    <a:ext uri="{A12FA001-AC4F-418D-AE19-62706E023703}">
                      <ahyp:hlinkClr val="tx"/>
                    </a:ext>
                  </a:extLst>
                </a:hlinkClick>
              </a:rPr>
              <a:t>https://community.plus.net/t5/user/viewprofilepage/user-id/140293</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47">
                  <a:extLst>
                    <a:ext uri="{A12FA001-AC4F-418D-AE19-62706E023703}">
                      <ahyp:hlinkClr val="tx"/>
                    </a:ext>
                  </a:extLst>
                </a:hlinkClick>
              </a:rPr>
              <a:t>https://community.arlo.com/t5/user/viewprofilepage/user-id/983059</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48">
                  <a:extLst>
                    <a:ext uri="{A12FA001-AC4F-418D-AE19-62706E023703}">
                      <ahyp:hlinkClr val="tx"/>
                    </a:ext>
                  </a:extLst>
                </a:hlinkClick>
              </a:rPr>
              <a:t>https://app.talkshoe.com/user/kienthuctieuhoc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49">
                  <a:extLst>
                    <a:ext uri="{A12FA001-AC4F-418D-AE19-62706E023703}">
                      <ahyp:hlinkClr val="tx"/>
                    </a:ext>
                  </a:extLst>
                </a:hlinkClick>
              </a:rPr>
              <a:t>https://www.equinenow.com/farm/kienthuctieuhoc.htm</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50">
                  <a:extLst>
                    <a:ext uri="{A12FA001-AC4F-418D-AE19-62706E023703}">
                      <ahyp:hlinkClr val="tx"/>
                    </a:ext>
                  </a:extLst>
                </a:hlinkClick>
              </a:rPr>
              <a:t>https://www.clickasnap.com/profile/kienthuctieuhoc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51">
                  <a:extLst>
                    <a:ext uri="{A12FA001-AC4F-418D-AE19-62706E023703}">
                      <ahyp:hlinkClr val="tx"/>
                    </a:ext>
                  </a:extLst>
                </a:hlinkClick>
              </a:rPr>
              <a:t>https://www.allsquaregolf.com/golf-users/kien-thuc-tieu-hoc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52">
                  <a:extLst>
                    <a:ext uri="{A12FA001-AC4F-418D-AE19-62706E023703}">
                      <ahyp:hlinkClr val="tx"/>
                    </a:ext>
                  </a:extLst>
                </a:hlinkClick>
              </a:rPr>
              <a:t>https://dreevoo.com/profile.php?pid=660926</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53">
                  <a:extLst>
                    <a:ext uri="{A12FA001-AC4F-418D-AE19-62706E023703}">
                      <ahyp:hlinkClr val="tx"/>
                    </a:ext>
                  </a:extLst>
                </a:hlinkClick>
              </a:rPr>
              <a:t>https://blender.community/kienthuctieuhoc/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54">
                  <a:extLst>
                    <a:ext uri="{A12FA001-AC4F-418D-AE19-62706E023703}">
                      <ahyp:hlinkClr val="tx"/>
                    </a:ext>
                  </a:extLst>
                </a:hlinkClick>
              </a:rPr>
              <a:t>https://getinkspired.com/en/u/kienthuctieuhoc/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55">
                  <a:extLst>
                    <a:ext uri="{A12FA001-AC4F-418D-AE19-62706E023703}">
                      <ahyp:hlinkClr val="tx"/>
                    </a:ext>
                  </a:extLst>
                </a:hlinkClick>
              </a:rPr>
              <a:t>https://www.fullhires.com/author/kienthuctieuhoc/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56">
                  <a:extLst>
                    <a:ext uri="{A12FA001-AC4F-418D-AE19-62706E023703}">
                      <ahyp:hlinkClr val="tx"/>
                    </a:ext>
                  </a:extLst>
                </a:hlinkClick>
              </a:rPr>
              <a:t>https://kr.pinterest.com/kienthuctieuhoc/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57">
                  <a:extLst>
                    <a:ext uri="{A12FA001-AC4F-418D-AE19-62706E023703}">
                      <ahyp:hlinkClr val="tx"/>
                    </a:ext>
                  </a:extLst>
                </a:hlinkClick>
              </a:rPr>
              <a:t>https://hanson.net/users/kienthuctieuhoc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58">
                  <a:extLst>
                    <a:ext uri="{A12FA001-AC4F-418D-AE19-62706E023703}">
                      <ahyp:hlinkClr val="tx"/>
                    </a:ext>
                  </a:extLst>
                </a:hlinkClick>
              </a:rPr>
              <a:t>https://gravatar.com/kienthuctieuhoc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59">
                  <a:extLst>
                    <a:ext uri="{A12FA001-AC4F-418D-AE19-62706E023703}">
                      <ahyp:hlinkClr val="tx"/>
                    </a:ext>
                  </a:extLst>
                </a:hlinkClick>
              </a:rPr>
              <a:t>https://it.pinterest.com/kienthuctieuhoc/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60">
                  <a:extLst>
                    <a:ext uri="{A12FA001-AC4F-418D-AE19-62706E023703}">
                      <ahyp:hlinkClr val="tx"/>
                    </a:ext>
                  </a:extLst>
                </a:hlinkClick>
              </a:rPr>
              <a:t>https://www.pinterest.de/kienthuctieuhoc/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61">
                  <a:extLst>
                    <a:ext uri="{A12FA001-AC4F-418D-AE19-62706E023703}">
                      <ahyp:hlinkClr val="tx"/>
                    </a:ext>
                  </a:extLst>
                </a:hlinkClick>
              </a:rPr>
              <a:t>https://ru.pinterest.com/kienthuctieuhoc/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62">
                  <a:extLst>
                    <a:ext uri="{A12FA001-AC4F-418D-AE19-62706E023703}">
                      <ahyp:hlinkClr val="tx"/>
                    </a:ext>
                  </a:extLst>
                </a:hlinkClick>
              </a:rPr>
              <a:t>https://derpyshare.mn.co/members/26800518</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63">
                  <a:extLst>
                    <a:ext uri="{A12FA001-AC4F-418D-AE19-62706E023703}">
                      <ahyp:hlinkClr val="tx"/>
                    </a:ext>
                  </a:extLst>
                </a:hlinkClick>
              </a:rPr>
              <a:t>https://kienthuctieuhoc.hashnode.dev/kienthuctieuhoc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64">
                  <a:extLst>
                    <a:ext uri="{A12FA001-AC4F-418D-AE19-62706E023703}">
                      <ahyp:hlinkClr val="tx"/>
                    </a:ext>
                  </a:extLst>
                </a:hlinkClick>
              </a:rPr>
              <a:t>https://wefunder.com/kienthuctieuhoc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65">
                  <a:extLst>
                    <a:ext uri="{A12FA001-AC4F-418D-AE19-62706E023703}">
                      <ahyp:hlinkClr val="tx"/>
                    </a:ext>
                  </a:extLst>
                </a:hlinkClick>
              </a:rPr>
              <a:t>https://community.m5stack.com/user/kienthuctieuhoc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66">
                  <a:extLst>
                    <a:ext uri="{A12FA001-AC4F-418D-AE19-62706E023703}">
                      <ahyp:hlinkClr val="tx"/>
                    </a:ext>
                  </a:extLst>
                </a:hlinkClick>
              </a:rPr>
              <a:t>http://choigo88bz.crowdfundhq.com/users/kienthuctieuhoc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67">
                  <a:extLst>
                    <a:ext uri="{A12FA001-AC4F-418D-AE19-62706E023703}">
                      <ahyp:hlinkClr val="tx"/>
                    </a:ext>
                  </a:extLst>
                </a:hlinkClick>
              </a:rPr>
              <a:t>https://www.naucmese.cz/kien-thuc-tieu-hoc?_fid=6h4j</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68">
                  <a:extLst>
                    <a:ext uri="{A12FA001-AC4F-418D-AE19-62706E023703}">
                      <ahyp:hlinkClr val="tx"/>
                    </a:ext>
                  </a:extLst>
                </a:hlinkClick>
              </a:rPr>
              <a:t>https://allmylinks.com/kienthuctieuhoc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69">
                  <a:extLst>
                    <a:ext uri="{A12FA001-AC4F-418D-AE19-62706E023703}">
                      <ahyp:hlinkClr val="tx"/>
                    </a:ext>
                  </a:extLst>
                </a:hlinkClick>
              </a:rPr>
              <a:t>https://www.metooo.it/u/kienthuctieuhoc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70">
                  <a:extLst>
                    <a:ext uri="{A12FA001-AC4F-418D-AE19-62706E023703}">
                      <ahyp:hlinkClr val="tx"/>
                    </a:ext>
                  </a:extLst>
                </a:hlinkClick>
              </a:rPr>
              <a:t>https://www.outlived.co.uk/author/kienthuctieuhoc/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71">
                  <a:extLst>
                    <a:ext uri="{A12FA001-AC4F-418D-AE19-62706E023703}">
                      <ahyp:hlinkClr val="tx"/>
                    </a:ext>
                  </a:extLst>
                </a:hlinkClick>
              </a:rPr>
              <a:t>https://pixabay.com/users/45068605/</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72">
                  <a:extLst>
                    <a:ext uri="{A12FA001-AC4F-418D-AE19-62706E023703}">
                      <ahyp:hlinkClr val="tx"/>
                    </a:ext>
                  </a:extLst>
                </a:hlinkClick>
              </a:rPr>
              <a:t>https://chomikuj.pl/kienthuctieuhoc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73">
                  <a:extLst>
                    <a:ext uri="{A12FA001-AC4F-418D-AE19-62706E023703}">
                      <ahyp:hlinkClr val="tx"/>
                    </a:ext>
                  </a:extLst>
                </a:hlinkClick>
              </a:rPr>
              <a:t>https://memes.tw/user/321886</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74">
                  <a:extLst>
                    <a:ext uri="{A12FA001-AC4F-418D-AE19-62706E023703}">
                      <ahyp:hlinkClr val="tx"/>
                    </a:ext>
                  </a:extLst>
                </a:hlinkClick>
              </a:rPr>
              <a:t>https://medibang.com/author/26593476/</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75">
                  <a:extLst>
                    <a:ext uri="{A12FA001-AC4F-418D-AE19-62706E023703}">
                      <ahyp:hlinkClr val="tx"/>
                    </a:ext>
                  </a:extLst>
                </a:hlinkClick>
              </a:rPr>
              <a:t>https://hackaday.io/kienthuctieuhoc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76">
                  <a:extLst>
                    <a:ext uri="{A12FA001-AC4F-418D-AE19-62706E023703}">
                      <ahyp:hlinkClr val="tx"/>
                    </a:ext>
                  </a:extLst>
                </a:hlinkClick>
              </a:rPr>
              <a:t>https://ww3.lectulandia.co/foros/users/kienthuctieuhoc/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77">
                  <a:extLst>
                    <a:ext uri="{A12FA001-AC4F-418D-AE19-62706E023703}">
                      <ahyp:hlinkClr val="tx"/>
                    </a:ext>
                  </a:extLst>
                </a:hlinkClick>
              </a:rPr>
              <a:t>https://www.mikocon.com/home.php?mod=space&amp;uid=216021</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78">
                  <a:extLst>
                    <a:ext uri="{A12FA001-AC4F-418D-AE19-62706E023703}">
                      <ahyp:hlinkClr val="tx"/>
                    </a:ext>
                  </a:extLst>
                </a:hlinkClick>
              </a:rPr>
              <a:t>https://forum.lexulous.com/user/kienthuctieuhoc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79">
                  <a:extLst>
                    <a:ext uri="{A12FA001-AC4F-418D-AE19-62706E023703}">
                      <ahyp:hlinkClr val="tx"/>
                    </a:ext>
                  </a:extLst>
                </a:hlinkClick>
              </a:rPr>
              <a:t>https://kienthuctieuhoc.stck.me/profile</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80">
                  <a:extLst>
                    <a:ext uri="{A12FA001-AC4F-418D-AE19-62706E023703}">
                      <ahyp:hlinkClr val="tx"/>
                    </a:ext>
                  </a:extLst>
                </a:hlinkClick>
              </a:rPr>
              <a:t>https://advego.com/profile/kienthuctieuhoc/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81">
                  <a:extLst>
                    <a:ext uri="{A12FA001-AC4F-418D-AE19-62706E023703}">
                      <ahyp:hlinkClr val="tx"/>
                    </a:ext>
                  </a:extLst>
                </a:hlinkClick>
              </a:rPr>
              <a:t>https://www.dotafire.com/profile/kienthuctieuhoc-122622?profilepage</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82">
                  <a:extLst>
                    <a:ext uri="{A12FA001-AC4F-418D-AE19-62706E023703}">
                      <ahyp:hlinkClr val="tx"/>
                    </a:ext>
                  </a:extLst>
                </a:hlinkClick>
              </a:rPr>
              <a:t>https://starity.hu/profil/467113-kienthuctieuhoc/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83">
                  <a:extLst>
                    <a:ext uri="{A12FA001-AC4F-418D-AE19-62706E023703}">
                      <ahyp:hlinkClr val="tx"/>
                    </a:ext>
                  </a:extLst>
                </a:hlinkClick>
              </a:rPr>
              <a:t>http://maisoncarlos.com/UserProfile/tabid/42/userId/2088895/Default.aspx</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84">
                  <a:extLst>
                    <a:ext uri="{A12FA001-AC4F-418D-AE19-62706E023703}">
                      <ahyp:hlinkClr val="tx"/>
                    </a:ext>
                  </a:extLst>
                </a:hlinkClick>
              </a:rPr>
              <a:t>https://www.jqwidgets.com/community/users/kienthuctieuhoc/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85">
                  <a:extLst>
                    <a:ext uri="{A12FA001-AC4F-418D-AE19-62706E023703}">
                      <ahyp:hlinkClr val="tx"/>
                    </a:ext>
                  </a:extLst>
                </a:hlinkClick>
              </a:rPr>
              <a:t>https://www.bitchute.com/channel/hSdpDwqVp7wp</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86">
                  <a:extLst>
                    <a:ext uri="{A12FA001-AC4F-418D-AE19-62706E023703}">
                      <ahyp:hlinkClr val="tx"/>
                    </a:ext>
                  </a:extLst>
                </a:hlinkClick>
              </a:rPr>
              <a:t>https://os.mbed.com/users/kienthuctieuhoc/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87">
                  <a:extLst>
                    <a:ext uri="{A12FA001-AC4F-418D-AE19-62706E023703}">
                      <ahyp:hlinkClr val="tx"/>
                    </a:ext>
                  </a:extLst>
                </a:hlinkClick>
              </a:rPr>
              <a:t>http://www.rohitab.com/discuss/user/2253211-kienthuctieuhoc/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88">
                  <a:extLst>
                    <a:ext uri="{A12FA001-AC4F-418D-AE19-62706E023703}">
                      <ahyp:hlinkClr val="tx"/>
                    </a:ext>
                  </a:extLst>
                </a:hlinkClick>
              </a:rPr>
              <a:t>https://www.hebergementweb.org/members/kienthuctieuhoc.669566/</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89">
                  <a:extLst>
                    <a:ext uri="{A12FA001-AC4F-418D-AE19-62706E023703}">
                      <ahyp:hlinkClr val="tx"/>
                    </a:ext>
                  </a:extLst>
                </a:hlinkClick>
              </a:rPr>
              <a:t>https://postheaven.net/srm012n4q0</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90">
                  <a:extLst>
                    <a:ext uri="{A12FA001-AC4F-418D-AE19-62706E023703}">
                      <ahyp:hlinkClr val="tx"/>
                    </a:ext>
                  </a:extLst>
                </a:hlinkClick>
              </a:rPr>
              <a:t>https://vws.vektor-inc.co.jp/forums/users/130788</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91">
                  <a:extLst>
                    <a:ext uri="{A12FA001-AC4F-418D-AE19-62706E023703}">
                      <ahyp:hlinkClr val="tx"/>
                    </a:ext>
                  </a:extLst>
                </a:hlinkClick>
              </a:rPr>
              <a:t>https://nhadatdothi.net.vn/members/kienthuctieuhoc.12679/</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92">
                  <a:extLst>
                    <a:ext uri="{A12FA001-AC4F-418D-AE19-62706E023703}">
                      <ahyp:hlinkClr val="tx"/>
                    </a:ext>
                  </a:extLst>
                </a:hlinkClick>
              </a:rPr>
              <a:t>https://metaldevastationradio.com/kienthuctieuhoc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93">
                  <a:extLst>
                    <a:ext uri="{A12FA001-AC4F-418D-AE19-62706E023703}">
                      <ahyp:hlinkClr val="tx"/>
                    </a:ext>
                  </a:extLst>
                </a:hlinkClick>
              </a:rPr>
              <a:t>https://www.telix.pl/profile/kienthuctieuhoc/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94">
                  <a:extLst>
                    <a:ext uri="{A12FA001-AC4F-418D-AE19-62706E023703}">
                      <ahyp:hlinkClr val="tx"/>
                    </a:ext>
                  </a:extLst>
                </a:hlinkClick>
              </a:rPr>
              <a:t>https://because-gus.com/forums/participants/kienthuctieuhoc/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95">
                  <a:extLst>
                    <a:ext uri="{A12FA001-AC4F-418D-AE19-62706E023703}">
                      <ahyp:hlinkClr val="tx"/>
                    </a:ext>
                  </a:extLst>
                </a:hlinkClick>
              </a:rPr>
              <a:t>https://www.algebra.com/tutors/aboutme.mpl?userid=kienthuctieuhoc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96">
                  <a:extLst>
                    <a:ext uri="{A12FA001-AC4F-418D-AE19-62706E023703}">
                      <ahyp:hlinkClr val="tx"/>
                    </a:ext>
                  </a:extLst>
                </a:hlinkClick>
              </a:rPr>
              <a:t>https://forums.worldwarriors.net/profile/kienthuctieuhoc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97">
                  <a:extLst>
                    <a:ext uri="{A12FA001-AC4F-418D-AE19-62706E023703}">
                      <ahyp:hlinkClr val="tx"/>
                    </a:ext>
                  </a:extLst>
                </a:hlinkClick>
              </a:rPr>
              <a:t>https://www.fundable.com/user-929706</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98">
                  <a:extLst>
                    <a:ext uri="{A12FA001-AC4F-418D-AE19-62706E023703}">
                      <ahyp:hlinkClr val="tx"/>
                    </a:ext>
                  </a:extLst>
                </a:hlinkClick>
              </a:rPr>
              <a:t>https://agoracom.com/members/kienthuctieuhoc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199">
                  <a:extLst>
                    <a:ext uri="{A12FA001-AC4F-418D-AE19-62706E023703}">
                      <ahyp:hlinkClr val="tx"/>
                    </a:ext>
                  </a:extLst>
                </a:hlinkClick>
              </a:rPr>
              <a:t>https://ekonty.com/-kienthuctieuhoc#info</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00">
                  <a:extLst>
                    <a:ext uri="{A12FA001-AC4F-418D-AE19-62706E023703}">
                      <ahyp:hlinkClr val="tx"/>
                    </a:ext>
                  </a:extLst>
                </a:hlinkClick>
              </a:rPr>
              <a:t>https://writexo.com/share/7fo34oe2</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01">
                  <a:extLst>
                    <a:ext uri="{A12FA001-AC4F-418D-AE19-62706E023703}">
                      <ahyp:hlinkClr val="tx"/>
                    </a:ext>
                  </a:extLst>
                </a:hlinkClick>
              </a:rPr>
              <a:t>https://drivehud.com/forums/users/nguyenkhanh3616/</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02">
                  <a:extLst>
                    <a:ext uri="{A12FA001-AC4F-418D-AE19-62706E023703}">
                      <ahyp:hlinkClr val="tx"/>
                    </a:ext>
                  </a:extLst>
                </a:hlinkClick>
              </a:rPr>
              <a:t>https://samkey.org/forum/member.php?294410-kienthuctieuhoc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03">
                  <a:extLst>
                    <a:ext uri="{A12FA001-AC4F-418D-AE19-62706E023703}">
                      <ahyp:hlinkClr val="tx"/>
                    </a:ext>
                  </a:extLst>
                </a:hlinkClick>
              </a:rPr>
              <a:t>https://chillspot1.com/user/kienthuctieuhoc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04">
                  <a:extLst>
                    <a:ext uri="{A12FA001-AC4F-418D-AE19-62706E023703}">
                      <ahyp:hlinkClr val="tx"/>
                    </a:ext>
                  </a:extLst>
                </a:hlinkClick>
              </a:rPr>
              <a:t>https://developer.tobii.com/community-forums/members/kienthuctieuhoc/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05">
                  <a:extLst>
                    <a:ext uri="{A12FA001-AC4F-418D-AE19-62706E023703}">
                      <ahyp:hlinkClr val="tx"/>
                    </a:ext>
                  </a:extLst>
                </a:hlinkClick>
              </a:rPr>
              <a:t>https://zumvu.com/kienthuctieuhoc/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06">
                  <a:extLst>
                    <a:ext uri="{A12FA001-AC4F-418D-AE19-62706E023703}">
                      <ahyp:hlinkClr val="tx"/>
                    </a:ext>
                  </a:extLst>
                </a:hlinkClick>
              </a:rPr>
              <a:t>http://www.invelos.com/UserProfile.aspx?alias=kienthuctieuhoc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07">
                  <a:extLst>
                    <a:ext uri="{A12FA001-AC4F-418D-AE19-62706E023703}">
                      <ahyp:hlinkClr val="tx"/>
                    </a:ext>
                  </a:extLst>
                </a:hlinkClick>
              </a:rPr>
              <a:t>https://nhattao.com/members/user6563865.6563865/</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08">
                  <a:extLst>
                    <a:ext uri="{A12FA001-AC4F-418D-AE19-62706E023703}">
                      <ahyp:hlinkClr val="tx"/>
                    </a:ext>
                  </a:extLst>
                </a:hlinkClick>
              </a:rPr>
              <a:t>https://opentutorials.org/profile/172568</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09">
                  <a:extLst>
                    <a:ext uri="{A12FA001-AC4F-418D-AE19-62706E023703}">
                      <ahyp:hlinkClr val="tx"/>
                    </a:ext>
                  </a:extLst>
                </a:hlinkClick>
              </a:rPr>
              <a:t>https://www.sythe.org/members/kienthuctieuhoc.1763108/</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10">
                  <a:extLst>
                    <a:ext uri="{A12FA001-AC4F-418D-AE19-62706E023703}">
                      <ahyp:hlinkClr val="tx"/>
                    </a:ext>
                  </a:extLst>
                </a:hlinkClick>
              </a:rPr>
              <a:t>https://bg.gta5-mods.com/users/kienthuctieuhoc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11">
                  <a:extLst>
                    <a:ext uri="{A12FA001-AC4F-418D-AE19-62706E023703}">
                      <ahyp:hlinkClr val="tx"/>
                    </a:ext>
                  </a:extLst>
                </a:hlinkClick>
              </a:rPr>
              <a:t>https://ca.gta5-mods.com/users/kienthuctieuhoc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12">
                  <a:extLst>
                    <a:ext uri="{A12FA001-AC4F-418D-AE19-62706E023703}">
                      <ahyp:hlinkClr val="tx"/>
                    </a:ext>
                  </a:extLst>
                </a:hlinkClick>
              </a:rPr>
              <a:t>https://wibki.com/kienthuctieuhoc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13">
                  <a:extLst>
                    <a:ext uri="{A12FA001-AC4F-418D-AE19-62706E023703}">
                      <ahyp:hlinkClr val="tx"/>
                    </a:ext>
                  </a:extLst>
                </a:hlinkClick>
              </a:rPr>
              <a:t>https://www.wpgmaps.com/forums/users/kienthuctieuhoc/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14">
                  <a:extLst>
                    <a:ext uri="{A12FA001-AC4F-418D-AE19-62706E023703}">
                      <ahyp:hlinkClr val="tx"/>
                    </a:ext>
                  </a:extLst>
                </a:hlinkClick>
              </a:rPr>
              <a:t>https://linklist.bio/kienthuctieuhoc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15">
                  <a:extLst>
                    <a:ext uri="{A12FA001-AC4F-418D-AE19-62706E023703}">
                      <ahyp:hlinkClr val="tx"/>
                    </a:ext>
                  </a:extLst>
                </a:hlinkClick>
              </a:rPr>
              <a:t>https://gitlab.pavlovia.org/kienthuctieuhoc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16">
                  <a:extLst>
                    <a:ext uri="{A12FA001-AC4F-418D-AE19-62706E023703}">
                      <ahyp:hlinkClr val="tx"/>
                    </a:ext>
                  </a:extLst>
                </a:hlinkClick>
              </a:rPr>
              <a:t>https://www.riptapparel.com/pages/member?kienthuctieuhoc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17">
                  <a:extLst>
                    <a:ext uri="{A12FA001-AC4F-418D-AE19-62706E023703}">
                      <ahyp:hlinkClr val="tx"/>
                    </a:ext>
                  </a:extLst>
                </a:hlinkClick>
              </a:rPr>
              <a:t>https://tudomuaban.com/chi-tiet-rao-vat/2152422/kienthuctieuhoc.html</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18">
                  <a:extLst>
                    <a:ext uri="{A12FA001-AC4F-418D-AE19-62706E023703}">
                      <ahyp:hlinkClr val="tx"/>
                    </a:ext>
                  </a:extLst>
                </a:hlinkClick>
              </a:rPr>
              <a:t>https://www.foroatletismo.com/foro/members/kienthuctieuhoc.html</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19">
                  <a:extLst>
                    <a:ext uri="{A12FA001-AC4F-418D-AE19-62706E023703}">
                      <ahyp:hlinkClr val="tx"/>
                    </a:ext>
                  </a:extLst>
                </a:hlinkClick>
              </a:rPr>
              <a:t>https://www.blackhatprotools.info/member.php?193377-kienthuctieuhoc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20">
                  <a:extLst>
                    <a:ext uri="{A12FA001-AC4F-418D-AE19-62706E023703}">
                      <ahyp:hlinkClr val="tx"/>
                    </a:ext>
                  </a:extLst>
                </a:hlinkClick>
              </a:rPr>
              <a:t>https://dongnairaovat.com/members/kienthuctieuhoc.17281.html</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21">
                  <a:extLst>
                    <a:ext uri="{A12FA001-AC4F-418D-AE19-62706E023703}">
                      <ahyp:hlinkClr val="tx"/>
                    </a:ext>
                  </a:extLst>
                </a:hlinkClick>
              </a:rPr>
              <a:t>https://wmart.kz/forum/user/171059/</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22">
                  <a:extLst>
                    <a:ext uri="{A12FA001-AC4F-418D-AE19-62706E023703}">
                      <ahyp:hlinkClr val="tx"/>
                    </a:ext>
                  </a:extLst>
                </a:hlinkClick>
              </a:rPr>
              <a:t>https://www.fantasyplanet.cz/diskuzni-fora/users/kienthuctieuhoc/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23">
                  <a:extLst>
                    <a:ext uri="{A12FA001-AC4F-418D-AE19-62706E023703}">
                      <ahyp:hlinkClr val="tx"/>
                    </a:ext>
                  </a:extLst>
                </a:hlinkClick>
              </a:rPr>
              <a:t>https://alphacs.ro/member.php?79009-kienthuctieuhoc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24">
                  <a:extLst>
                    <a:ext uri="{A12FA001-AC4F-418D-AE19-62706E023703}">
                      <ahyp:hlinkClr val="tx"/>
                    </a:ext>
                  </a:extLst>
                </a:hlinkClick>
              </a:rPr>
              <a:t>https://fontstruct.com/fontstructors/2469304/kienthuctieuhoc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25">
                  <a:extLst>
                    <a:ext uri="{A12FA001-AC4F-418D-AE19-62706E023703}">
                      <ahyp:hlinkClr val="tx"/>
                    </a:ext>
                  </a:extLst>
                </a:hlinkClick>
              </a:rPr>
              <a:t>https://www.giveawayoftheday.com/forums/profile/203855</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26">
                  <a:extLst>
                    <a:ext uri="{A12FA001-AC4F-418D-AE19-62706E023703}">
                      <ahyp:hlinkClr val="tx"/>
                    </a:ext>
                  </a:extLst>
                </a:hlinkClick>
              </a:rPr>
              <a:t>https://www.notebook.ai/users/862123</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27">
                  <a:extLst>
                    <a:ext uri="{A12FA001-AC4F-418D-AE19-62706E023703}">
                      <ahyp:hlinkClr val="tx"/>
                    </a:ext>
                  </a:extLst>
                </a:hlinkClick>
              </a:rPr>
              <a:t>https://eternagame.org/players/390797</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28">
                  <a:extLst>
                    <a:ext uri="{A12FA001-AC4F-418D-AE19-62706E023703}">
                      <ahyp:hlinkClr val="tx"/>
                    </a:ext>
                  </a:extLst>
                </a:hlinkClick>
              </a:rPr>
              <a:t>https://spiderum.com/nguoi-dung/kienthuctieuhoc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29">
                  <a:extLst>
                    <a:ext uri="{A12FA001-AC4F-418D-AE19-62706E023703}">
                      <ahyp:hlinkClr val="tx"/>
                    </a:ext>
                  </a:extLst>
                </a:hlinkClick>
              </a:rPr>
              <a:t>https://www.fz.se/medlem/353942</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30">
                  <a:extLst>
                    <a:ext uri="{A12FA001-AC4F-418D-AE19-62706E023703}">
                      <ahyp:hlinkClr val="tx"/>
                    </a:ext>
                  </a:extLst>
                </a:hlinkClick>
              </a:rPr>
              <a:t>https://6giay.vn/members/kienthuctieuhoc.81160/</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31">
                  <a:extLst>
                    <a:ext uri="{A12FA001-AC4F-418D-AE19-62706E023703}">
                      <ahyp:hlinkClr val="tx"/>
                    </a:ext>
                  </a:extLst>
                </a:hlinkClick>
              </a:rPr>
              <a:t>https://schoolido.lu/user/kienthuctieuhoc/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32">
                  <a:extLst>
                    <a:ext uri="{A12FA001-AC4F-418D-AE19-62706E023703}">
                      <ahyp:hlinkClr val="tx"/>
                    </a:ext>
                  </a:extLst>
                </a:hlinkClick>
              </a:rPr>
              <a:t>https://nguoiquangbinh.net/forum/diendan/member.php?u=141947</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33">
                  <a:extLst>
                    <a:ext uri="{A12FA001-AC4F-418D-AE19-62706E023703}">
                      <ahyp:hlinkClr val="tx"/>
                    </a:ext>
                  </a:extLst>
                </a:hlinkClick>
              </a:rPr>
              <a:t>https://www.proarti.fr/account/kienthuctieuhoc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34">
                  <a:extLst>
                    <a:ext uri="{A12FA001-AC4F-418D-AE19-62706E023703}">
                      <ahyp:hlinkClr val="tx"/>
                    </a:ext>
                  </a:extLst>
                </a:hlinkClick>
              </a:rPr>
              <a:t>https://wto.to/u/2114577-kienthuctieuhoc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35">
                  <a:extLst>
                    <a:ext uri="{A12FA001-AC4F-418D-AE19-62706E023703}">
                      <ahyp:hlinkClr val="tx"/>
                    </a:ext>
                  </a:extLst>
                </a:hlinkClick>
              </a:rPr>
              <a:t>https://bato.to/u/2114577-kienthuctieuhoc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36">
                  <a:extLst>
                    <a:ext uri="{A12FA001-AC4F-418D-AE19-62706E023703}">
                      <ahyp:hlinkClr val="tx"/>
                    </a:ext>
                  </a:extLst>
                </a:hlinkClick>
              </a:rPr>
              <a:t>https://motion-gallery.net/users/624805</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37">
                  <a:extLst>
                    <a:ext uri="{A12FA001-AC4F-418D-AE19-62706E023703}">
                      <ahyp:hlinkClr val="tx"/>
                    </a:ext>
                  </a:extLst>
                </a:hlinkClick>
              </a:rPr>
              <a:t>https://dlive.tv/kienthuctieuhoc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38">
                  <a:extLst>
                    <a:ext uri="{A12FA001-AC4F-418D-AE19-62706E023703}">
                      <ahyp:hlinkClr val="tx"/>
                    </a:ext>
                  </a:extLst>
                </a:hlinkClick>
              </a:rPr>
              <a:t>https://bato.to/u/2114577-kienthuctieuhoc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39">
                  <a:extLst>
                    <a:ext uri="{A12FA001-AC4F-418D-AE19-62706E023703}">
                      <ahyp:hlinkClr val="tx"/>
                    </a:ext>
                  </a:extLst>
                </a:hlinkClick>
              </a:rPr>
              <a:t>https://mstdn.business/@kienthuctieuhoc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40">
                  <a:extLst>
                    <a:ext uri="{A12FA001-AC4F-418D-AE19-62706E023703}">
                      <ahyp:hlinkClr val="tx"/>
                    </a:ext>
                  </a:extLst>
                </a:hlinkClick>
              </a:rPr>
              <a:t>https://www.rcuniverse.com/forum/members/kienthuctieuhoc.html</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41">
                  <a:extLst>
                    <a:ext uri="{A12FA001-AC4F-418D-AE19-62706E023703}">
                      <ahyp:hlinkClr val="tx"/>
                    </a:ext>
                  </a:extLst>
                </a:hlinkClick>
              </a:rPr>
              <a:t>https://www.kniterate.com/community/users/kienthuctieuhoc/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42">
                  <a:extLst>
                    <a:ext uri="{A12FA001-AC4F-418D-AE19-62706E023703}">
                      <ahyp:hlinkClr val="tx"/>
                    </a:ext>
                  </a:extLst>
                </a:hlinkClick>
              </a:rPr>
              <a:t>https://ms.gta5-mods.com/users/kienthuctieuhoc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43">
                  <a:extLst>
                    <a:ext uri="{A12FA001-AC4F-418D-AE19-62706E023703}">
                      <ahyp:hlinkClr val="tx"/>
                    </a:ext>
                  </a:extLst>
                </a:hlinkClick>
              </a:rPr>
              <a:t>https://community.fyers.in/member/q1lcNxVgab</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44">
                  <a:extLst>
                    <a:ext uri="{A12FA001-AC4F-418D-AE19-62706E023703}">
                      <ahyp:hlinkClr val="tx"/>
                    </a:ext>
                  </a:extLst>
                </a:hlinkClick>
              </a:rPr>
              <a:t>https://emplois.fhpmco.fr/author/kienthuctieuhoc/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45">
                  <a:extLst>
                    <a:ext uri="{A12FA001-AC4F-418D-AE19-62706E023703}">
                      <ahyp:hlinkClr val="tx"/>
                    </a:ext>
                  </a:extLst>
                </a:hlinkClick>
              </a:rPr>
              <a:t>https://mangatoto.net/u/2114577-kienthuctieuhoc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46">
                  <a:extLst>
                    <a:ext uri="{A12FA001-AC4F-418D-AE19-62706E023703}">
                      <ahyp:hlinkClr val="tx"/>
                    </a:ext>
                  </a:extLst>
                </a:hlinkClick>
              </a:rPr>
              <a:t>https://mangatoto.com/u/2114577-kienthuctieuhoc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47">
                  <a:extLst>
                    <a:ext uri="{A12FA001-AC4F-418D-AE19-62706E023703}">
                      <ahyp:hlinkClr val="tx"/>
                    </a:ext>
                  </a:extLst>
                </a:hlinkClick>
              </a:rPr>
              <a:t>https://dto.to/u/2114577-kienthuctieuhoc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48">
                  <a:extLst>
                    <a:ext uri="{A12FA001-AC4F-418D-AE19-62706E023703}">
                      <ahyp:hlinkClr val="tx"/>
                    </a:ext>
                  </a:extLst>
                </a:hlinkClick>
              </a:rPr>
              <a:t>https://www.vnbadminton.com/members/kienthuctieuhoc.48348/</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49">
                  <a:extLst>
                    <a:ext uri="{A12FA001-AC4F-418D-AE19-62706E023703}">
                      <ahyp:hlinkClr val="tx"/>
                    </a:ext>
                  </a:extLst>
                </a:hlinkClick>
              </a:rPr>
              <a:t>https://rotorbuilds.com/profile/50286/</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50">
                  <a:extLst>
                    <a:ext uri="{A12FA001-AC4F-418D-AE19-62706E023703}">
                      <ahyp:hlinkClr val="tx"/>
                    </a:ext>
                  </a:extLst>
                </a:hlinkClick>
              </a:rPr>
              <a:t>https://batotwo.com/u/2114577-kienthuctieuhoc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51">
                  <a:extLst>
                    <a:ext uri="{A12FA001-AC4F-418D-AE19-62706E023703}">
                      <ahyp:hlinkClr val="tx"/>
                    </a:ext>
                  </a:extLst>
                </a:hlinkClick>
              </a:rPr>
              <a:t>https://comiko.org/u/2114577-kienthuctieuhoc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52">
                  <a:extLst>
                    <a:ext uri="{A12FA001-AC4F-418D-AE19-62706E023703}">
                      <ahyp:hlinkClr val="tx"/>
                    </a:ext>
                  </a:extLst>
                </a:hlinkClick>
              </a:rPr>
              <a:t>https://cvt.vn/members/kienthuctieuhoc.1418436/#about</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53">
                  <a:extLst>
                    <a:ext uri="{A12FA001-AC4F-418D-AE19-62706E023703}">
                      <ahyp:hlinkClr val="tx"/>
                    </a:ext>
                  </a:extLst>
                </a:hlinkClick>
              </a:rPr>
              <a:t>https://zh.gta5-mods.com/users/kienthuctieuhoc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54">
                  <a:extLst>
                    <a:ext uri="{A12FA001-AC4F-418D-AE19-62706E023703}">
                      <ahyp:hlinkClr val="tx"/>
                    </a:ext>
                  </a:extLst>
                </a:hlinkClick>
              </a:rPr>
              <a:t>https://vi.gta5-mods.com/users/kienthuctieuhoc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55">
                  <a:extLst>
                    <a:ext uri="{A12FA001-AC4F-418D-AE19-62706E023703}">
                      <ahyp:hlinkClr val="tx"/>
                    </a:ext>
                  </a:extLst>
                </a:hlinkClick>
              </a:rPr>
              <a:t>https://uk.gta5-mods.com/users/kienthuctieuhoc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56">
                  <a:extLst>
                    <a:ext uri="{A12FA001-AC4F-418D-AE19-62706E023703}">
                      <ahyp:hlinkClr val="tx"/>
                    </a:ext>
                  </a:extLst>
                </a:hlinkClick>
              </a:rPr>
              <a:t>https://tr.gta5-mods.com/users/kienthuctieuhoc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57">
                  <a:extLst>
                    <a:ext uri="{A12FA001-AC4F-418D-AE19-62706E023703}">
                      <ahyp:hlinkClr val="tx"/>
                    </a:ext>
                  </a:extLst>
                </a:hlinkClick>
              </a:rPr>
              <a:t>https://sv.gta5-mods.com/users/kienthuctieuhoc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58">
                  <a:extLst>
                    <a:ext uri="{A12FA001-AC4F-418D-AE19-62706E023703}">
                      <ahyp:hlinkClr val="tx"/>
                    </a:ext>
                  </a:extLst>
                </a:hlinkClick>
              </a:rPr>
              <a:t>https://ru.gta5-mods.com/users/kienthuctieuhoc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59">
                  <a:extLst>
                    <a:ext uri="{A12FA001-AC4F-418D-AE19-62706E023703}">
                      <ahyp:hlinkClr val="tx"/>
                    </a:ext>
                  </a:extLst>
                </a:hlinkClick>
              </a:rPr>
              <a:t>https://ro.gta5-mods.com/users/kienthuctieuhoc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60">
                  <a:extLst>
                    <a:ext uri="{A12FA001-AC4F-418D-AE19-62706E023703}">
                      <ahyp:hlinkClr val="tx"/>
                    </a:ext>
                  </a:extLst>
                </a:hlinkClick>
              </a:rPr>
              <a:t>https://pt.gta5-mods.com/users/kienthuctieuhoc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61">
                  <a:extLst>
                    <a:ext uri="{A12FA001-AC4F-418D-AE19-62706E023703}">
                      <ahyp:hlinkClr val="tx"/>
                    </a:ext>
                  </a:extLst>
                </a:hlinkClick>
              </a:rPr>
              <a:t>https://pl.gta5-mods.com/users/kienthuctieuhoc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62">
                  <a:extLst>
                    <a:ext uri="{A12FA001-AC4F-418D-AE19-62706E023703}">
                      <ahyp:hlinkClr val="tx"/>
                    </a:ext>
                  </a:extLst>
                </a:hlinkClick>
              </a:rPr>
              <a:t>https://no.gta5-mods.com/users/kienthuctieuhoc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63">
                  <a:extLst>
                    <a:ext uri="{A12FA001-AC4F-418D-AE19-62706E023703}">
                      <ahyp:hlinkClr val="tx"/>
                    </a:ext>
                  </a:extLst>
                </a:hlinkClick>
              </a:rPr>
              <a:t>https://nl.gta5-mods.com/users/kienthuctieuhoc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64">
                  <a:extLst>
                    <a:ext uri="{A12FA001-AC4F-418D-AE19-62706E023703}">
                      <ahyp:hlinkClr val="tx"/>
                    </a:ext>
                  </a:extLst>
                </a:hlinkClick>
              </a:rPr>
              <a:t>https://ms.gta5-mods.com/users/kienthuctieuhoc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65">
                  <a:extLst>
                    <a:ext uri="{A12FA001-AC4F-418D-AE19-62706E023703}">
                      <ahyp:hlinkClr val="tx"/>
                    </a:ext>
                  </a:extLst>
                </a:hlinkClick>
              </a:rPr>
              <a:t>https://mk.gta5-mods.com/users/kienthuctieuhoc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66">
                  <a:extLst>
                    <a:ext uri="{A12FA001-AC4F-418D-AE19-62706E023703}">
                      <ahyp:hlinkClr val="tx"/>
                    </a:ext>
                  </a:extLst>
                </a:hlinkClick>
              </a:rPr>
              <a:t>https://it.gta5-mods.com/users/kienthuctieuhoc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67">
                  <a:extLst>
                    <a:ext uri="{A12FA001-AC4F-418D-AE19-62706E023703}">
                      <ahyp:hlinkClr val="tx"/>
                    </a:ext>
                  </a:extLst>
                </a:hlinkClick>
              </a:rPr>
              <a:t>https://id.gta5-mods.com/users/kienthuctieuhoc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68">
                  <a:extLst>
                    <a:ext uri="{A12FA001-AC4F-418D-AE19-62706E023703}">
                      <ahyp:hlinkClr val="tx"/>
                    </a:ext>
                  </a:extLst>
                </a:hlinkClick>
              </a:rPr>
              <a:t>https://hu.gta5-mods.com/users/kienthuctieuhoc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69">
                  <a:extLst>
                    <a:ext uri="{A12FA001-AC4F-418D-AE19-62706E023703}">
                      <ahyp:hlinkClr val="tx"/>
                    </a:ext>
                  </a:extLst>
                </a:hlinkClick>
              </a:rPr>
              <a:t>https://hi.gta5-mods.com/users/kienthuctieuhoc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70">
                  <a:extLst>
                    <a:ext uri="{A12FA001-AC4F-418D-AE19-62706E023703}">
                      <ahyp:hlinkClr val="tx"/>
                    </a:ext>
                  </a:extLst>
                </a:hlinkClick>
              </a:rPr>
              <a:t>https://fr.gta5-mods.com/users/kienthuctieuhoc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71">
                  <a:extLst>
                    <a:ext uri="{A12FA001-AC4F-418D-AE19-62706E023703}">
                      <ahyp:hlinkClr val="tx"/>
                    </a:ext>
                  </a:extLst>
                </a:hlinkClick>
              </a:rPr>
              <a:t>https://es.gta5-mods.com/users/kienthuctieuhoc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72">
                  <a:extLst>
                    <a:ext uri="{A12FA001-AC4F-418D-AE19-62706E023703}">
                      <ahyp:hlinkClr val="tx"/>
                    </a:ext>
                  </a:extLst>
                </a:hlinkClick>
              </a:rPr>
              <a:t>https://el.gta5-mods.com/users/kienthuctieuhoc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73">
                  <a:extLst>
                    <a:ext uri="{A12FA001-AC4F-418D-AE19-62706E023703}">
                      <ahyp:hlinkClr val="tx"/>
                    </a:ext>
                  </a:extLst>
                </a:hlinkClick>
              </a:rPr>
              <a:t>https://de.gta5-mods.com/users/kienthuctieuhoc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74">
                  <a:extLst>
                    <a:ext uri="{A12FA001-AC4F-418D-AE19-62706E023703}">
                      <ahyp:hlinkClr val="tx"/>
                    </a:ext>
                  </a:extLst>
                </a:hlinkClick>
              </a:rPr>
              <a:t>https://da.gta5-mods.com/users/kienthuctieuhoc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75">
                  <a:extLst>
                    <a:ext uri="{A12FA001-AC4F-418D-AE19-62706E023703}">
                      <ahyp:hlinkClr val="tx"/>
                    </a:ext>
                  </a:extLst>
                </a:hlinkClick>
              </a:rPr>
              <a:t>https://cs.gta5-mods.com/users/kienthuctieuhoc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76">
                  <a:extLst>
                    <a:ext uri="{A12FA001-AC4F-418D-AE19-62706E023703}">
                      <ahyp:hlinkClr val="tx"/>
                    </a:ext>
                  </a:extLst>
                </a:hlinkClick>
              </a:rPr>
              <a:t>https://fitinline.com/profile/kienthuctieuhoc/about/</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77">
                  <a:extLst>
                    <a:ext uri="{A12FA001-AC4F-418D-AE19-62706E023703}">
                      <ahyp:hlinkClr val="tx"/>
                    </a:ext>
                  </a:extLst>
                </a:hlinkClick>
              </a:rPr>
              <a:t>https://fic.decidim.barcelona/profiles/kienthuctieuhoc/activity</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78">
                  <a:extLst>
                    <a:ext uri="{A12FA001-AC4F-418D-AE19-62706E023703}">
                      <ahyp:hlinkClr val="tx"/>
                    </a:ext>
                  </a:extLst>
                </a:hlinkClick>
              </a:rPr>
              <a:t>https://forum.sinsoftheprophets.com/user/kienthuctieuhoc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79">
                  <a:extLst>
                    <a:ext uri="{A12FA001-AC4F-418D-AE19-62706E023703}">
                      <ahyp:hlinkClr val="tx"/>
                    </a:ext>
                  </a:extLst>
                </a:hlinkClick>
              </a:rPr>
              <a:t>https://www.kenpoguy.com/phasickombatives/profile.php?id=2134259</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80">
                  <a:extLst>
                    <a:ext uri="{A12FA001-AC4F-418D-AE19-62706E023703}">
                      <ahyp:hlinkClr val="tx"/>
                    </a:ext>
                  </a:extLst>
                </a:hlinkClick>
              </a:rPr>
              <a:t>https://www.penname.me/@kienthuctieuhoc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81">
                  <a:extLst>
                    <a:ext uri="{A12FA001-AC4F-418D-AE19-62706E023703}">
                      <ahyp:hlinkClr val="tx"/>
                    </a:ext>
                  </a:extLst>
                </a:hlinkClick>
              </a:rPr>
              <a:t>https://forums.huntedcow.com/index.php?showuser=116635</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82">
                  <a:extLst>
                    <a:ext uri="{A12FA001-AC4F-418D-AE19-62706E023703}">
                      <ahyp:hlinkClr val="tx"/>
                    </a:ext>
                  </a:extLst>
                </a:hlinkClick>
              </a:rPr>
              <a:t>https://bwinglive.lighthouseapp.com/users/1943661</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83">
                  <a:extLst>
                    <a:ext uri="{A12FA001-AC4F-418D-AE19-62706E023703}">
                      <ahyp:hlinkClr val="tx"/>
                    </a:ext>
                  </a:extLst>
                </a:hlinkClick>
              </a:rPr>
              <a:t>https://goli.breezio.com/user/kienthuctieuhoc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84">
                  <a:extLst>
                    <a:ext uri="{A12FA001-AC4F-418D-AE19-62706E023703}">
                      <ahyp:hlinkClr val="tx"/>
                    </a:ext>
                  </a:extLst>
                </a:hlinkClick>
              </a:rPr>
              <a:t>https://participa.favb.cat/profiles/kienthuctieuhoc/activity</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85">
                  <a:extLst>
                    <a:ext uri="{A12FA001-AC4F-418D-AE19-62706E023703}">
                      <ahyp:hlinkClr val="tx"/>
                    </a:ext>
                  </a:extLst>
                </a:hlinkClick>
              </a:rPr>
              <a:t>https://moodlejapan.org/user/profile.php?id=14611</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86">
                  <a:extLst>
                    <a:ext uri="{A12FA001-AC4F-418D-AE19-62706E023703}">
                      <ahyp:hlinkClr val="tx"/>
                    </a:ext>
                  </a:extLst>
                </a:hlinkClick>
              </a:rPr>
              <a:t>https://activepages.com.au/profile/kienthuctieuhoc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87">
                  <a:extLst>
                    <a:ext uri="{A12FA001-AC4F-418D-AE19-62706E023703}">
                      <ahyp:hlinkClr val="tx"/>
                    </a:ext>
                  </a:extLst>
                </a:hlinkClick>
              </a:rPr>
              <a:t>https://construim.fedaia.org/profiles/kienthuctieuhoc/activity</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88">
                  <a:extLst>
                    <a:ext uri="{A12FA001-AC4F-418D-AE19-62706E023703}">
                      <ahyp:hlinkClr val="tx"/>
                    </a:ext>
                  </a:extLst>
                </a:hlinkClick>
              </a:rPr>
              <a:t>https://theafricavoice.com/profile/kienthuctieuhoc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89">
                  <a:extLst>
                    <a:ext uri="{A12FA001-AC4F-418D-AE19-62706E023703}">
                      <ahyp:hlinkClr val="tx"/>
                    </a:ext>
                  </a:extLst>
                </a:hlinkClick>
              </a:rPr>
              <a:t>https://www.canadavideocompanies.ca/author/kienthuctieuhoc/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90">
                  <a:extLst>
                    <a:ext uri="{A12FA001-AC4F-418D-AE19-62706E023703}">
                      <ahyp:hlinkClr val="tx"/>
                    </a:ext>
                  </a:extLst>
                </a:hlinkClick>
              </a:rPr>
              <a:t>https://rpgplayground.com/members/kienthuctieuhoc/profile/</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91">
                  <a:extLst>
                    <a:ext uri="{A12FA001-AC4F-418D-AE19-62706E023703}">
                      <ahyp:hlinkClr val="tx"/>
                    </a:ext>
                  </a:extLst>
                </a:hlinkClick>
              </a:rPr>
              <a:t>https://slatestarcodex.com/author/kienthuctieuhoc/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92">
                  <a:extLst>
                    <a:ext uri="{A12FA001-AC4F-418D-AE19-62706E023703}">
                      <ahyp:hlinkClr val="tx"/>
                    </a:ext>
                  </a:extLst>
                </a:hlinkClick>
              </a:rPr>
              <a:t>https://my.djtechtools.com/users/1424729</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93">
                  <a:extLst>
                    <a:ext uri="{A12FA001-AC4F-418D-AE19-62706E023703}">
                      <ahyp:hlinkClr val="tx"/>
                    </a:ext>
                  </a:extLst>
                </a:hlinkClick>
              </a:rPr>
              <a:t>https://tatoeba.org/vi/user/profile/kienthuctieuhoc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94">
                  <a:extLst>
                    <a:ext uri="{A12FA001-AC4F-418D-AE19-62706E023703}">
                      <ahyp:hlinkClr val="tx"/>
                    </a:ext>
                  </a:extLst>
                </a:hlinkClick>
              </a:rPr>
              <a:t>https://www.goldposter.com/members/kienthuctieuhoc/profile/</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95">
                  <a:extLst>
                    <a:ext uri="{A12FA001-AC4F-418D-AE19-62706E023703}">
                      <ahyp:hlinkClr val="tx"/>
                    </a:ext>
                  </a:extLst>
                </a:hlinkClick>
              </a:rPr>
              <a:t>https://community.goldposter.com/members/kienthuctieuhoc/profile/</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96">
                  <a:extLst>
                    <a:ext uri="{A12FA001-AC4F-418D-AE19-62706E023703}">
                      <ahyp:hlinkClr val="tx"/>
                    </a:ext>
                  </a:extLst>
                </a:hlinkClick>
              </a:rPr>
              <a:t>https://gifmagazine.net/users/158060/profile?locale=vi</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97">
                  <a:extLst>
                    <a:ext uri="{A12FA001-AC4F-418D-AE19-62706E023703}">
                      <ahyp:hlinkClr val="tx"/>
                    </a:ext>
                  </a:extLst>
                </a:hlinkClick>
              </a:rPr>
              <a:t>https://www.sakaseru.jp/mina/user/profile/186211</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98">
                  <a:extLst>
                    <a:ext uri="{A12FA001-AC4F-418D-AE19-62706E023703}">
                      <ahyp:hlinkClr val="tx"/>
                    </a:ext>
                  </a:extLst>
                </a:hlinkClick>
              </a:rPr>
              <a:t>https://illust.daysneo.com/illustrator/kienthuctieuhoc/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299">
                  <a:extLst>
                    <a:ext uri="{A12FA001-AC4F-418D-AE19-62706E023703}">
                      <ahyp:hlinkClr val="tx"/>
                    </a:ext>
                  </a:extLst>
                </a:hlinkClick>
              </a:rPr>
              <a:t>https://www.stylevore.com/user/kienthuctieuhoc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300">
                  <a:extLst>
                    <a:ext uri="{A12FA001-AC4F-418D-AE19-62706E023703}">
                      <ahyp:hlinkClr val="tx"/>
                    </a:ext>
                  </a:extLst>
                </a:hlinkClick>
              </a:rPr>
              <a:t>https://community.abp.io/members/kienthuctieuhoc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301">
                  <a:extLst>
                    <a:ext uri="{A12FA001-AC4F-418D-AE19-62706E023703}">
                      <ahyp:hlinkClr val="tx"/>
                    </a:ext>
                  </a:extLst>
                </a:hlinkClick>
              </a:rPr>
              <a:t>https://www.tinami.com/profile/404309</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302">
                  <a:extLst>
                    <a:ext uri="{A12FA001-AC4F-418D-AE19-62706E023703}">
                      <ahyp:hlinkClr val="tx"/>
                    </a:ext>
                  </a:extLst>
                </a:hlinkClick>
              </a:rPr>
              <a:t>https://triserver.com/forums/users/kienthuctieuhoc/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303">
                  <a:extLst>
                    <a:ext uri="{A12FA001-AC4F-418D-AE19-62706E023703}">
                      <ahyp:hlinkClr val="tx"/>
                    </a:ext>
                  </a:extLst>
                </a:hlinkClick>
              </a:rPr>
              <a:t>https://cadillacsociety.com/users/kienthuctieuhoc/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304">
                  <a:extLst>
                    <a:ext uri="{A12FA001-AC4F-418D-AE19-62706E023703}">
                      <ahyp:hlinkClr val="tx"/>
                    </a:ext>
                  </a:extLst>
                </a:hlinkClick>
              </a:rPr>
              <a:t>https://secondstreet.ru/profile/kienthuctieuhoc/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305">
                  <a:extLst>
                    <a:ext uri="{A12FA001-AC4F-418D-AE19-62706E023703}">
                      <ahyp:hlinkClr val="tx"/>
                    </a:ext>
                  </a:extLst>
                </a:hlinkClick>
              </a:rPr>
              <a:t>https://www.zeldaspeedruns.com/profiles/kienthuctieuhoc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306">
                  <a:extLst>
                    <a:ext uri="{A12FA001-AC4F-418D-AE19-62706E023703}">
                      <ahyp:hlinkClr val="tx"/>
                    </a:ext>
                  </a:extLst>
                </a:hlinkClick>
              </a:rPr>
              <a:t>https://www.haikudeck.com/presentations/kienthuctieuhoc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307">
                  <a:extLst>
                    <a:ext uri="{A12FA001-AC4F-418D-AE19-62706E023703}">
                      <ahyp:hlinkClr val="tx"/>
                    </a:ext>
                  </a:extLst>
                </a:hlinkClick>
              </a:rPr>
              <a:t>https://savelist.co/profile/users/me</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308">
                  <a:extLst>
                    <a:ext uri="{A12FA001-AC4F-418D-AE19-62706E023703}">
                      <ahyp:hlinkClr val="tx"/>
                    </a:ext>
                  </a:extLst>
                </a:hlinkClick>
              </a:rPr>
              <a:t>https://redpah.com/profile/399609/kienthuctieuhoc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309">
                  <a:extLst>
                    <a:ext uri="{A12FA001-AC4F-418D-AE19-62706E023703}">
                      <ahyp:hlinkClr val="tx"/>
                    </a:ext>
                  </a:extLst>
                </a:hlinkClick>
              </a:rPr>
              <a:t>https://forum.tomedo.de/index.php/user/kienthuctieuhoc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310">
                  <a:extLst>
                    <a:ext uri="{A12FA001-AC4F-418D-AE19-62706E023703}">
                      <ahyp:hlinkClr val="tx"/>
                    </a:ext>
                  </a:extLst>
                </a:hlinkClick>
              </a:rPr>
              <a:t>https://mto.to/u/2114577-kienthuctieuhoc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311">
                  <a:extLst>
                    <a:ext uri="{A12FA001-AC4F-418D-AE19-62706E023703}">
                      <ahyp:hlinkClr val="tx"/>
                    </a:ext>
                  </a:extLst>
                </a:hlinkClick>
              </a:rPr>
              <a:t>https://batocomic.org/u/2114577-kienthuctieuhoc</a:t>
            </a:r>
            <a:endParaRPr sz="1000">
              <a:solidFill>
                <a:schemeClr val="dk1"/>
              </a:solidFill>
            </a:endParaRPr>
          </a:p>
          <a:p>
            <a:pPr indent="0" lvl="0" marL="0" rtl="0" algn="l">
              <a:lnSpc>
                <a:spcPct val="115000"/>
              </a:lnSpc>
              <a:spcBef>
                <a:spcPts val="0"/>
              </a:spcBef>
              <a:spcAft>
                <a:spcPts val="0"/>
              </a:spcAft>
              <a:buNone/>
            </a:pPr>
            <a:r>
              <a:rPr lang="vi" sz="1100" u="sng">
                <a:solidFill>
                  <a:srgbClr val="1155CC"/>
                </a:solidFill>
                <a:hlinkClick r:id="rId312">
                  <a:extLst>
                    <a:ext uri="{A12FA001-AC4F-418D-AE19-62706E023703}">
                      <ahyp:hlinkClr val="tx"/>
                    </a:ext>
                  </a:extLst>
                </a:hlinkClick>
              </a:rPr>
              <a:t>https://hto.to/u/2114577-kienthuctieuhoc</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