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フルコナン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NOTESコナン漫画を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ベトナム知らコナン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の有名な探偵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時計の漫画はコナン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コナン映画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コナンベトナム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コナンのアニメ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コナン-休館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ムービー有名な探偵コナン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コナン有名な探偵コナンの見て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目利き映画を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コナントロントロン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訪問有名なコナントゥアンthuyetは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映画を、有声コナン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コナンMOIニャット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トロンBO有名な探偵をコナン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コナン見ます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映画は、彼自身の血の漫画フルtはコナン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アニメーションコナン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コナン表明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コナン時計映画を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有名な探偵エピソードコナン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時計ケースクローズが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コナンTUを取る有名なNOTES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有名な探偵がフィルム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アニメコナン見て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ドラマをTU有名な関与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漫画のコナン漫画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モジュラーコナン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コナン有名な探偵の完全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 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漫画を見て名コナン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hinhコナンコミック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探偵膜L有名なコナン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TU肺コナンの有名な長いtieng</a:t>
            </a:r>
            <a:endParaRPr>
              <a:solidFill>
                <a:schemeClr val="dk1"/>
              </a:solidFill>
            </a:endParaRPr>
          </a:p>
          <a:p>
            <a:pPr indent="0" lvl="0" marL="0" rtl="0" algn="l">
              <a:spcBef>
                <a:spcPts val="0"/>
              </a:spcBef>
              <a:spcAft>
                <a:spcPts val="0"/>
              </a:spcAft>
              <a:buNone/>
            </a:pPr>
            <a:r>
              <a:rPr lang="vi">
                <a:solidFill>
                  <a:schemeClr val="dk1"/>
                </a:solidFill>
              </a:rPr>
              <a:t>有名な探偵コナンベトナム語ナレーション</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フルコナン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NOTESコナン漫画を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ベトナム知らコナン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の有名な探偵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時計の漫画はコナン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コナン映画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コナンベトナム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コナンのアニメ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コナン-休館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ムービー有名な探偵コナン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コナン有名な探偵コナンの見て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目利き映画を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コナントロントロン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訪問有名なコナントゥアンthuyetは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映画を、有声コナン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コナンMOIニャット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トロンBO有名な探偵をコナン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コナン見ます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映画は、彼自身の血の漫画フルtはコナン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アニメーションコナン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コナン表明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コナン時計映画を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有名な探偵エピソードコナン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時計ケースクローズが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コナンTUを取る有名なNOTES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有名な探偵がフィルム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アニメコナン見て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ドラマをTU有名な関与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漫画のコナン漫画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モジュラーコナン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コナン有名な探偵の完全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 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漫画を見て名コナン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hinhコナンコミック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探偵膜L有名なコナン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TU肺コナンの有名な長いtieng</a:t>
            </a:r>
            <a:endParaRPr>
              <a:solidFill>
                <a:schemeClr val="dk1"/>
              </a:solidFill>
            </a:endParaRPr>
          </a:p>
          <a:p>
            <a:pPr indent="0" lvl="0" marL="0" rtl="0" algn="l">
              <a:spcBef>
                <a:spcPts val="0"/>
              </a:spcBef>
              <a:spcAft>
                <a:spcPts val="0"/>
              </a:spcAft>
              <a:buNone/>
            </a:pPr>
            <a:r>
              <a:rPr lang="vi">
                <a:solidFill>
                  <a:schemeClr val="dk1"/>
                </a:solidFill>
              </a:rPr>
              <a:t>有名な探偵コナンベトナム語ナレーション</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フルコナン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NOTESコナン漫画を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ベトナム知らコナン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の有名な探偵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時計の漫画はコナン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コナン映画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コナンベトナム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コナンのアニメ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コナン-休館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ムービー有名な探偵コナン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コナン有名な探偵コナンの見て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目利き映画を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コナントロントロン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訪問有名なコナントゥアンthuyetは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映画を、有声コナン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コナンMOIニャット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トロンBO有名な探偵をコナン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コナン見ます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映画は、彼自身の血の漫画フルtはコナン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アニメーションコナン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コナン表明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コナン時計映画を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有名な探偵エピソードコナン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時計ケースクローズが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コナンTUを取る有名なNOTES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有名な探偵がフィルム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アニメコナン見て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ドラマをTU有名な関与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漫画のコナン漫画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モジュラーコナン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コナン有名な探偵の完全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 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漫画を見て名コナン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hinhコナンコミック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探偵膜L有名なコナン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TU肺コナンの有名な長いtieng</a:t>
            </a:r>
            <a:endParaRPr>
              <a:solidFill>
                <a:schemeClr val="dk1"/>
              </a:solidFill>
            </a:endParaRPr>
          </a:p>
          <a:p>
            <a:pPr indent="0" lvl="0" marL="0" rtl="0" algn="l">
              <a:spcBef>
                <a:spcPts val="0"/>
              </a:spcBef>
              <a:spcAft>
                <a:spcPts val="0"/>
              </a:spcAft>
              <a:buNone/>
            </a:pPr>
            <a:r>
              <a:rPr lang="vi">
                <a:solidFill>
                  <a:schemeClr val="dk1"/>
                </a:solidFill>
              </a:rPr>
              <a:t>有名な探偵コナンベトナム語ナレーション</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フルコナン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NOTESコナン漫画を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ベトナム知らコナン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の有名な探偵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時計の漫画はコナン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コナン映画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コナンベトナム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コナンのアニメ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コナン-休館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ムービー有名な探偵コナン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コナン有名な探偵コナンの見て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目利き映画を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コナントロントロン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訪問有名なコナントゥアンthuyetは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映画を、有声コナン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コナンMOIニャット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トロンBO有名な探偵をコナン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コナン見ます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映画は、彼自身の血の漫画フルtはコナン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アニメーションコナン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コナン表明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コナン時計映画を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有名な探偵エピソードコナン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時計ケースクローズが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コナンTUを取る有名なNOTES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有名な探偵がフィルム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アニメコナン見て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ドラマをTU有名な関与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漫画のコナン漫画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モジュラーコナン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コナン有名な探偵の完全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 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漫画を見て名コナン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hinhコナンコミック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探偵膜L有名なコナン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TU肺コナンの有名な長いtieng</a:t>
            </a:r>
            <a:endParaRPr>
              <a:solidFill>
                <a:schemeClr val="dk1"/>
              </a:solidFill>
            </a:endParaRPr>
          </a:p>
          <a:p>
            <a:pPr indent="0" lvl="0" marL="0" rtl="0" algn="l">
              <a:spcBef>
                <a:spcPts val="0"/>
              </a:spcBef>
              <a:spcAft>
                <a:spcPts val="0"/>
              </a:spcAft>
              <a:buNone/>
            </a:pPr>
            <a:r>
              <a:rPr lang="vi">
                <a:solidFill>
                  <a:schemeClr val="dk1"/>
                </a:solidFill>
              </a:rPr>
              <a:t>有名な探偵コナンベトナム語ナレーション</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フルコナン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NOTESコナン漫画を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ベトナム知らコナン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の有名な探偵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時計の漫画はコナン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コナン映画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コナンベトナム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コナンのアニメ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コナン-休館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ムービー有名な探偵コナン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有名なコナンを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コナン有名な探偵コナンの見て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目利き映画を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コナントロントロン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訪問有名なコナントゥアンthuyetは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映画を、有声コナン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コナンMOIニャット</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コナン有名な探偵オーバーは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トロンBO有名な探偵をコナン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コナン見ます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映画は、彼自身の血の漫画フルtはコナン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アニメーションコナン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コナン表明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コナン時計映画を</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有名な探偵エピソードコナン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時計ケースクローズが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コナンTUを取る有名なNOTES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NIMEコナン有名な探偵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有名な探偵がフィルム</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アニメコナン見て</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ドラマをTU有名な関与</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漫画のコナン漫画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モジュラーコナン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アニメ名探偵コナントロンBO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コナン有名な探偵の完全</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映画コナン 有名な探偵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漫画を見て名コナン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hinhコナンコミック</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コナン漫画</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コナンのエピソード</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コナンコナン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探偵膜L有名なコナン</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TU肺コナンの有名な長いtieng</a:t>
            </a:r>
            <a:endParaRPr>
              <a:solidFill>
                <a:schemeClr val="dk1"/>
              </a:solidFill>
            </a:endParaRPr>
          </a:p>
          <a:p>
            <a:pPr indent="0" lvl="0" marL="0" rtl="0" algn="l">
              <a:spcBef>
                <a:spcPts val="0"/>
              </a:spcBef>
              <a:spcAft>
                <a:spcPts val="0"/>
              </a:spcAft>
              <a:buNone/>
            </a:pPr>
            <a:r>
              <a:rPr lang="vi">
                <a:solidFill>
                  <a:schemeClr val="dk1"/>
                </a:solidFill>
              </a:rPr>
              <a:t>有名な探偵コナンベトナム語ナレーション</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名探偵コナン</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30297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1.名探偵コナンがフルダビングされているのを見るのにお金を払う必要がありますか？</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有名な名探偵コナンを愛する多くの人が知りたいのは、見るのに料金がかかるかどうかです。 「名探偵コナン吹き替え映画鑑賞」に料金がかかるかどうか、どのプラットフォームが高品質のサービスを提供しているかを知るには、お楽しみに！</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名探偵コナンは非常に人気のある日本の探偵アニメーションです。 その結果、シリーズの吹き替え版をアップロードするオンライン映画サイトはありません。 具体的には、コナンの映画をオンラインで視聴するために料金を支払う場合、どのWebサイトで視聴するかはあなた次第です。 現在、名探偵コナンのvietsubを無料で視聴できるウェブサイトはたくさんあります。 ただし、表示するために支払いが必要なWebサイトもあります。</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2.名探偵コナンのvietsubと吹き替え版のどちらを選ぶべきですか？</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これはあなたのお気に入りに依存します。 vietsubバージョンを見るのが好きな人もいますが、subを読むのが面倒で、吹き替え版を見るのを好む人もいます。 結論として、評判の良いオンライン映画のウェブサイトを選択するだけで、名探偵コナンが下塗りまたは吹き替えの品質に違いはありません。</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3.名探偵コナンを提供する高品質のウェブサイト</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878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では、高品質の名探偵コナン吹き替え映画を提供しているウェブサイトはどれですか？ このシリーズをアップロードしたウェブサイトはたくさんありますが、最高の1つはpops.vnです。 Popsvnの取り組み：</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コナンの新しいエピソードの最速アップデート</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高品質のフルHDムービー、鮮やかなサウンド</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高速接続、遅れなし</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完全無料</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すべてのeデバイスに適応</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さまざまなエンターテインメント</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ですから、名探偵コナンの吹き替えを完全に見たい場合は、Pops.vnのWebサイトにアクセスしてください。 私たちはあなたを失敗させません！</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