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 animé de conan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known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détective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vietnamien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Film modulaire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célèbre détective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sur le célèbre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célèbre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regarder conan célèbre détective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connaisseur de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visiter célèbre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regarder 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films de conan exprimé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cartoons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 tro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His own blood comic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voiced watch movies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célèbre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de dessin animé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un anime 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regardant l'anime 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drame impliqué tu célèbre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 animé conan bande dessinée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épisode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semic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 animé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Modulaire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 complet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regardant des dessins animés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comiques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dessins animés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 épisode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 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de détective l célèbre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poumon célèbre long tieng</a:t>
            </a:r>
            <a:endParaRPr>
              <a:solidFill>
                <a:schemeClr val="dk1"/>
              </a:solidFill>
            </a:endParaRPr>
          </a:p>
          <a:p>
            <a:pPr indent="0" lvl="0" marL="0" rtl="0" algn="l">
              <a:spcBef>
                <a:spcPts val="0"/>
              </a:spcBef>
              <a:spcAft>
                <a:spcPts val="0"/>
              </a:spcAft>
              <a:buNone/>
            </a:pPr>
            <a:r>
              <a:rPr lang="vi">
                <a:solidFill>
                  <a:schemeClr val="dk1"/>
                </a:solidFill>
              </a:rPr>
              <a:t>célèbre détective conan voix off vietnamienne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 animé de conan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known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détective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vietnamien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Film modulaire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célèbre détective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sur le célèbre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célèbre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regarder conan célèbre détective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connaisseur de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visiter célèbre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regarder 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films de conan exprimé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cartoons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 tro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His own blood comic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voiced watch movies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célèbre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de dessin animé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un anime 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regardant l'anime 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drame impliqué tu célèbre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 animé conan bande dessinée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épisode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semic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 animé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Modulaire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 complet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regardant des dessins animés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comiques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dessins animés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 épisode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 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de détective l célèbre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poumon célèbre long tieng</a:t>
            </a:r>
            <a:endParaRPr>
              <a:solidFill>
                <a:schemeClr val="dk1"/>
              </a:solidFill>
            </a:endParaRPr>
          </a:p>
          <a:p>
            <a:pPr indent="0" lvl="0" marL="0" rtl="0" algn="l">
              <a:spcBef>
                <a:spcPts val="0"/>
              </a:spcBef>
              <a:spcAft>
                <a:spcPts val="0"/>
              </a:spcAft>
              <a:buNone/>
            </a:pPr>
            <a:r>
              <a:rPr lang="vi">
                <a:solidFill>
                  <a:schemeClr val="dk1"/>
                </a:solidFill>
              </a:rPr>
              <a:t>célèbre détective conan voix off vietnamienne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 animé de conan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known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détective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vietnamien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Film modulaire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célèbre détective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sur le célèbre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célèbre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regarder conan célèbre détective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connaisseur de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visiter célèbre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regarder 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films de conan exprimé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cartoons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 tro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His own blood comic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voiced watch movies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célèbre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de dessin animé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un anime 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regardant l'anime 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drame impliqué tu célèbre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 animé conan bande dessinée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épisode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semic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 animé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Modulaire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 complet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regardant des dessins animés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comiques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dessins animés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 épisode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 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de détective l célèbre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poumon célèbre long tieng</a:t>
            </a:r>
            <a:endParaRPr>
              <a:solidFill>
                <a:schemeClr val="dk1"/>
              </a:solidFill>
            </a:endParaRPr>
          </a:p>
          <a:p>
            <a:pPr indent="0" lvl="0" marL="0" rtl="0" algn="l">
              <a:spcBef>
                <a:spcPts val="0"/>
              </a:spcBef>
              <a:spcAft>
                <a:spcPts val="0"/>
              </a:spcAft>
              <a:buNone/>
            </a:pPr>
            <a:r>
              <a:rPr lang="vi">
                <a:solidFill>
                  <a:schemeClr val="dk1"/>
                </a:solidFill>
              </a:rPr>
              <a:t>célèbre détective conan voix off vietnamienne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 animé de conan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known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détective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vietnamien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Film modulaire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célèbre détective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sur le célèbre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célèbre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regarder conan célèbre détective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connaisseur de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visiter célèbre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regarder 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films de conan exprimé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cartoons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 tro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His own blood comic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voiced watch movies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célèbre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de dessin animé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un anime 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regardant l'anime 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drame impliqué tu célèbre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 animé conan bande dessinée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épisode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semic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 animé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Modulaire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 complet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regardant des dessins animés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comiques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dessins animés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 épisode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 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de détective l célèbre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poumon célèbre long tieng</a:t>
            </a:r>
            <a:endParaRPr>
              <a:solidFill>
                <a:schemeClr val="dk1"/>
              </a:solidFill>
            </a:endParaRPr>
          </a:p>
          <a:p>
            <a:pPr indent="0" lvl="0" marL="0" rtl="0" algn="l">
              <a:spcBef>
                <a:spcPts val="0"/>
              </a:spcBef>
              <a:spcAft>
                <a:spcPts val="0"/>
              </a:spcAft>
              <a:buNone/>
            </a:pPr>
            <a:r>
              <a:rPr lang="vi">
                <a:solidFill>
                  <a:schemeClr val="dk1"/>
                </a:solidFill>
              </a:rPr>
              <a:t>célèbre détective conan voix off vietnamienne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 animé de conan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known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détective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movie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cinema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vietnamien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Film modulaire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célèbre détective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sur le célèbre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célèbre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regarder conan célèbre détective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connaisseur de film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visiter célèbre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regarder 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films de conan exprimé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cartoons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 overs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 tro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see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movie conan t His own blood comic full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voiced watch movies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famous detective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watch Case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célèbre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de dessin animé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un anime 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regardant l'anime 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drame impliqué tu célèbre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 animé conan bande dessinée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épisode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semic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 animé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Modulaire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célèbre détective complet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célèbre détective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regardant des dessins animés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comiques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dessins animés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 épisode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 fermé cas fermé</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de détective l célèbre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poumon célèbre long tieng</a:t>
            </a:r>
            <a:endParaRPr>
              <a:solidFill>
                <a:schemeClr val="dk1"/>
              </a:solidFill>
            </a:endParaRPr>
          </a:p>
          <a:p>
            <a:pPr indent="0" lvl="0" marL="0" rtl="0" algn="l">
              <a:spcBef>
                <a:spcPts val="0"/>
              </a:spcBef>
              <a:spcAft>
                <a:spcPts val="0"/>
              </a:spcAft>
              <a:buNone/>
            </a:pPr>
            <a:r>
              <a:rPr lang="vi">
                <a:solidFill>
                  <a:schemeClr val="dk1"/>
                </a:solidFill>
              </a:rPr>
              <a:t>célèbre détective conan voix off vietnamienne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Détective Conan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4">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 Devez-vous payer pour regarder le détective Conan doublé en entier?</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2044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Une chose que beaucoup de gens qui aiment le célèbre détective Conan veulent savoir, c'est si cela coûte des frais de regarder? Pour savoir si «regarder le film de doublage du détective Conan» coûte ou non des frais et quelle plateforme fournit les services de haute qualité, restez à l'écoute!</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Detective Conan est une animation policière japonaise extrêmement populaire. En conséquence, aucun site de films en ligne ne télécharge la version de doublage de la série. Plus précisément, si vous payez des frais pour regarder des films de Conan en ligne, c'est à vous de les regarder sur quel site Web. Actuellement, de nombreux sites Web permettent aux utilisateurs de regarder gratuitement Detective Conan vietsub. Mais il existe également des sites Web qui nécessitent un paiement pour être consultés.</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35175"/>
            <a:ext cx="8520600" cy="101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 Lequel choisir entre Detective Conan vietsub et version doublage?</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Cela dépend de vos favoris. Certaines personnes aiment regarder la version vietsub mais il y a aussi des gens qui sont paresseux pour lire le sous-marin et préfèrent regarder la version doublée. En conclusion, choisissez simplement un site Web de films en ligne de bonne réputation, la qualité du détective Conan sous-titré ou doublé n'est pas différente.</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31950"/>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 Site Web de haute qualité qui fournit le détective Conan doublé</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9878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Alors, quels sites Web fournissent un film doublé de Detective Conan de haute qualité? Bien qu'il existe de nombreux sites Web qui ont téléchargé cette série, l'un des meilleurs est pops.vn. L'engagement de Popsvn: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Mise à jour la plus rapide sur les nouveaux épisodes de Conan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Films Full HD de haute qualité, son éclatant</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Connexion rapide, pas de retard</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Complètement libre</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Adapté à tous les appareils électroniques</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Variété de divertissements différents</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Donc, si vous voulez regarder le doublage complet du détective Conan, veuillez accéder au site Web Pops.vn. Nous ne vous décevrons pas!</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u="sng">
                <a:solidFill>
                  <a:schemeClr val="hlink"/>
                </a:solidFill>
                <a:latin typeface="Times New Roman"/>
                <a:ea typeface="Times New Roman"/>
                <a:cs typeface="Times New Roman"/>
                <a:sym typeface="Times New Roman"/>
                <a:hlinkClick r:id="rId3"/>
              </a:rPr>
              <a:t>https://docs.google.com/forms/d/1pm5NQeUnE96PpvTych5rV1rbAAAzCas1N_ihxN3OcC8/</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