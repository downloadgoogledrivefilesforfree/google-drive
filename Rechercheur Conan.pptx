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NOTITIES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gesloten bekend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horloge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bioscoop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op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bezoek beroemde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conan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Zijn eigen bloed komische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Gesloten,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bekijken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Geval Geslotenkijken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Kistvietsub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neem tu gerenommeerde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anime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betrokken tu beroemde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OPMERKINGEN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long beroemde lange tieng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 conan Vietnamese voice-over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NOTITIES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gesloten bekend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horloge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bioscoop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op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bezoek beroemde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conan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Zijn eigen bloed komische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Gesloten,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bekijken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Geval Geslotenkijken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Kistvietsub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neem tu gerenommeerde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anime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betrokken tu beroemde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OPMERKINGEN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long beroemde lange tieng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 conan Vietnamese voice-over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NOTITIES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gesloten bekend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horloge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bioscoop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op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bezoek beroemde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conan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Zijn eigen bloed komische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Gesloten,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bekijken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Geval Geslotenkijken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Kistvietsub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neem tu gerenommeerde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anime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betrokken tu beroemde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OPMERKINGEN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long beroemde lange tieng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 conan Vietnamese voice-over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NOTITIES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gesloten bekend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horloge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bioscoop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op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bezoek beroemde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conan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Zijn eigen bloed komische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Gesloten,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bekijken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Geval Geslotenkijken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Kistvietsub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neem tu gerenommeerde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anime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betrokken tu beroemde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OPMERKINGEN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long beroemde lange tieng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 conan Vietnamese voice-over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NOTITIES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gesloten bekend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horloge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bioscoop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op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bezoek beroemde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conan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Geval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Zijn eigen bloed komische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Gesloten, stemhebbende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bekijken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Geval Geslotenkijken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Kistvietsub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neem tu gerenommeerde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anime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betrokken tu beroemde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OPMERKINGEN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beroemde detective volledige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beroemde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kijken 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komische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tekenfilms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aflevering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Zaak Gesloten Zaak Gesloten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beroemde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long beroemde lange tieng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beroemde detective conan Vietnamese voice-over</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Rechercheur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Moet je betalen voor het kijken naar detective Conan die volledig nagesynchroniseerd is?</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Een ding dat veel mensen die van de beroemde detective Conan houden, willen weten, is of het een vergoeding kost om te kijken? Om te weten of "kijken naar detective Conan film nasynchronisatie" kost of niet en welk platform de diensten van hoge kwaliteit biedt, blijf op de hoogte!</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is een extreem populaire Japanse detective-animatie. Als gevolg hiervan zijn er geen online filmsites die de nasynchronisatieversie van de serie uploaden. In het bijzonder, als u een vergoeding betaalt om Conan-films online te bekijken, is het aan u om deze op welke website te bekijken. Momenteel zijn er veel websites waarmee gebruikers Detective Conan vietsub gratis kunnen bekijken. Maar er zijn ook enkele websites die tegen betaling moeten worden bekeken.</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Welke te kiezen tussen detective Conan vietsub en nasynchronisatieversie?</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Dit is afhankelijk van uw favorieten. Sommige mensen kijken graag naar de vietsub-versie, maar er zijn ook mensen die lui zijn om de sub te lezen en liever de nagesynchroniseerde versie bekijken. Kortom, kies gewoon een gerenommeerde online filmwebsite, dan is de kwaliteit van detective Conan subbed of nagesynchroniseerd niet anders.</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Hoge kwaliteit website die Detective Conan nagesynchroniseerd biedt</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Dus welke websites bieden Detective Conan nagesynchroniseerde film van hoge kwaliteit? Hoewel er veel websites zijn die deze serie hebben geüpload, maar een van de beste is pops.vn. De inzet van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Snelste update over nieuwe Conan-afleveringen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Full HD-films van hoge kwaliteit, levendig geluid</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Snelle verbinding, geen vertraging</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Helemaal gratis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Aangepast aan alle e-apparaten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Verscheidenheid aan verschillend entertainment</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Dus als je de volledige nagesynchroniseerde Detective Conan wilt zien, ga dan naar de Pops.vn-website. We zullen je niet teleurstellen!</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