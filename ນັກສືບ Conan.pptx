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ຮູບເງົາເບິ່ງconan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Conanເຕັມກາຕູນການຊອກຄົ້ນຫາທີ່ມີຊື່ສຽງ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ຫມາຍເຫດກໍລະນີປິດທີ່ຮູ້ຈັກຫວຽດນາມທີ່ມີຊື່ສຽງນັກສືບການຊອກຄົ້ນຫາ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conanຮູບເງົາກໍລະນີປິດສັດ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ຫວຽດນາມ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ກ່ຽວກັບ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ທີ່ມີຊື່ສຽງຮູບເງົານັກສືບconnoisseur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ຢ້ຽມຢາມທີ່ມີຊື່ສຽງ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 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ກາຕູນກໍລະນີປິດກໍລະນີປິດ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overs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ການຊອກຄົ້ນຫາທີ່ມີຊື່ສຽງ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 ເລືອດຂອງພຣະອົງເອງ comic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ມີຊີວິດຢ່າງເຕັມທີ່ກໍລະນີປິດກໍລະນີປິດສຽງຮູບເງົາເບິ່ງ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ທີ່ມີຊື່ສຽງເບິ່ງສືບCase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ໃຊ້ເວລາ tuທີ່ມີຊື່ສຽງ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ກໍລະນີກາຕູນ ໜັງ ສືປິດ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 Nime conan famous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ການຊອກຄົ້ນຫາຮູບເງົາconan tronbo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ການຊອກຄົ້ນຫາທີ່ມີຊື່ສຽງເບິ່ງອະນິເມະກໍລະນີປິດ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ລະຄອນນັກສືບທີ່ມີຊື່ສຽງທີ່ກ່ຽວຂ້ອງtufamous ໄດ້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ຮູບເງົາກາຕູນກໍລະນີປິດຮູບເງົາ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ຫມາຍເຫດກາຕູນconan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ນັກສືບເຕັມ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 ທີ່ມີຊື່ສຽງນັກສືບ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ຕະຫລົກ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ກາຕູນກາຕູນ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ClosedClosed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filmນັກສືບ l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ປອດທີ່ມີຊື່ສຽງຍາວ tieng conan conanan</a:t>
            </a:r>
            <a:endParaRPr>
              <a:solidFill>
                <a:schemeClr val="dk1"/>
              </a:solidFill>
            </a:endParaRPr>
          </a:p>
          <a:p>
            <a:pPr indent="0" lvl="0" marL="0" rtl="0" algn="l">
              <a:spcBef>
                <a:spcPts val="0"/>
              </a:spcBef>
              <a:spcAft>
                <a:spcPts val="0"/>
              </a:spcAft>
              <a:buNone/>
            </a:pPr>
            <a:r>
              <a:rPr lang="vi">
                <a:solidFill>
                  <a:schemeClr val="dk1"/>
                </a:solidFill>
              </a:rPr>
              <a:t>voiceover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ຮູບເງົາເບິ່ງconan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Conanເຕັມກາຕູນການຊອກຄົ້ນຫາທີ່ມີຊື່ສຽງ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ຫມາຍເຫດກໍລະນີປິດທີ່ຮູ້ຈັກຫວຽດນາມທີ່ມີຊື່ສຽງນັກສືບການຊອກຄົ້ນຫາ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conanຮູບເງົາກໍລະນີປິດສັດ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ຫວຽດນາມ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ກ່ຽວກັບ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ທີ່ມີຊື່ສຽງຮູບເງົານັກສືບconnoisseur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ຢ້ຽມຢາມທີ່ມີຊື່ສຽງ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 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ກາຕູນກໍລະນີປິດກໍລະນີປິດ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overs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ການຊອກຄົ້ນຫາທີ່ມີຊື່ສຽງ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 ເລືອດຂອງພຣະອົງເອງ comic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ມີຊີວິດຢ່າງເຕັມທີ່ກໍລະນີປິດກໍລະນີປິດສຽງຮູບເງົາເບິ່ງ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ທີ່ມີຊື່ສຽງເບິ່ງສືບCase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ໃຊ້ເວລາ tuທີ່ມີຊື່ສຽງ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ກໍລະນີກາຕູນ ໜັງ ສືປິດ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 Nime conan famous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ການຊອກຄົ້ນຫາຮູບເງົາconan tronbo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ການຊອກຄົ້ນຫາທີ່ມີຊື່ສຽງເບິ່ງອະນິເມະກໍລະນີປິດ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ລະຄອນນັກສືບທີ່ມີຊື່ສຽງທີ່ກ່ຽວຂ້ອງtufamous ໄດ້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ຮູບເງົາກາຕູນກໍລະນີປິດຮູບເງົາ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ຫມາຍເຫດກາຕູນconan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ນັກສືບເຕັມ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 ທີ່ມີຊື່ສຽງນັກສືບ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ຕະຫລົກ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ກາຕູນກາຕູນ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ClosedClosed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filmນັກສືບ l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ປອດທີ່ມີຊື່ສຽງຍາວ tieng conan conanan</a:t>
            </a:r>
            <a:endParaRPr>
              <a:solidFill>
                <a:schemeClr val="dk1"/>
              </a:solidFill>
            </a:endParaRPr>
          </a:p>
          <a:p>
            <a:pPr indent="0" lvl="0" marL="0" rtl="0" algn="l">
              <a:spcBef>
                <a:spcPts val="0"/>
              </a:spcBef>
              <a:spcAft>
                <a:spcPts val="0"/>
              </a:spcAft>
              <a:buNone/>
            </a:pPr>
            <a:r>
              <a:rPr lang="vi">
                <a:solidFill>
                  <a:schemeClr val="dk1"/>
                </a:solidFill>
              </a:rPr>
              <a:t>voiceover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ຮູບເງົາເບິ່ງconan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Conanເຕັມກາຕູນການຊອກຄົ້ນຫາທີ່ມີຊື່ສຽງ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ຫມາຍເຫດກໍລະນີປິດທີ່ຮູ້ຈັກຫວຽດນາມທີ່ມີຊື່ສຽງນັກສືບການຊອກຄົ້ນຫາ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conanຮູບເງົາກໍລະນີປິດສັດ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ຫວຽດນາມ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ກ່ຽວກັບ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ທີ່ມີຊື່ສຽງຮູບເງົານັກສືບconnoisseur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ຢ້ຽມຢາມທີ່ມີຊື່ສຽງ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 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ກາຕູນກໍລະນີປິດກໍລະນີປິດ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overs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ການຊອກຄົ້ນຫາທີ່ມີຊື່ສຽງ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 ເລືອດຂອງພຣະອົງເອງ comic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ມີຊີວິດຢ່າງເຕັມທີ່ກໍລະນີປິດກໍລະນີປິດສຽງຮູບເງົາເບິ່ງ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ທີ່ມີຊື່ສຽງເບິ່ງສືບCase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ໃຊ້ເວລາ tuທີ່ມີຊື່ສຽງ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ກໍລະນີກາຕູນ ໜັງ ສືປິດ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 Nime conan famous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ການຊອກຄົ້ນຫາຮູບເງົາconan tronbo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ການຊອກຄົ້ນຫາທີ່ມີຊື່ສຽງເບິ່ງອະນິເມະກໍລະນີປິດ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ລະຄອນນັກສືບທີ່ມີຊື່ສຽງທີ່ກ່ຽວຂ້ອງtufamous ໄດ້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ຮູບເງົາກາຕູນກໍລະນີປິດຮູບເງົາ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ຫມາຍເຫດກາຕູນconan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ນັກສືບເຕັມ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 ທີ່ມີຊື່ສຽງນັກສືບ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ຕະຫລົກ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ກາຕູນກາຕູນ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ClosedClosed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filmນັກສືບ l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ປອດທີ່ມີຊື່ສຽງຍາວ tieng conan conanan</a:t>
            </a:r>
            <a:endParaRPr>
              <a:solidFill>
                <a:schemeClr val="dk1"/>
              </a:solidFill>
            </a:endParaRPr>
          </a:p>
          <a:p>
            <a:pPr indent="0" lvl="0" marL="0" rtl="0" algn="l">
              <a:spcBef>
                <a:spcPts val="0"/>
              </a:spcBef>
              <a:spcAft>
                <a:spcPts val="0"/>
              </a:spcAft>
              <a:buNone/>
            </a:pPr>
            <a:r>
              <a:rPr lang="vi">
                <a:solidFill>
                  <a:schemeClr val="dk1"/>
                </a:solidFill>
              </a:rPr>
              <a:t>voiceover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ຮູບເງົາເບິ່ງconan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Conanເຕັມກາຕູນການຊອກຄົ້ນຫາທີ່ມີຊື່ສຽງ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ຫມາຍເຫດກໍລະນີປິດທີ່ຮູ້ຈັກຫວຽດນາມທີ່ມີຊື່ສຽງນັກສືບການຊອກຄົ້ນຫາ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conanຮູບເງົາກໍລະນີປິດສັດ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ຫວຽດນາມ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ກ່ຽວກັບ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ທີ່ມີຊື່ສຽງຮູບເງົານັກສືບconnoisseur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ຢ້ຽມຢາມທີ່ມີຊື່ສຽງ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 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ກາຕູນກໍລະນີປິດກໍລະນີປິດ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overs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ການຊອກຄົ້ນຫາທີ່ມີຊື່ສຽງ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 ເລືອດຂອງພຣະອົງເອງ comic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ມີຊີວິດຢ່າງເຕັມທີ່ກໍລະນີປິດກໍລະນີປິດສຽງຮູບເງົາເບິ່ງ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ທີ່ມີຊື່ສຽງເບິ່ງສືບCase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ໃຊ້ເວລາ tuທີ່ມີຊື່ສຽງ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ກໍລະນີກາຕູນ ໜັງ ສືປິດ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 Nime conan famous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ການຊອກຄົ້ນຫາຮູບເງົາconan tronbo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ການຊອກຄົ້ນຫາທີ່ມີຊື່ສຽງເບິ່ງອະນິເມະກໍລະນີປິດ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ລະຄອນນັກສືບທີ່ມີຊື່ສຽງທີ່ກ່ຽວຂ້ອງtufamous ໄດ້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ຮູບເງົາກາຕູນກໍລະນີປິດຮູບເງົາ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ຫມາຍເຫດກາຕູນconan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ນັກສືບເຕັມ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 ທີ່ມີຊື່ສຽງນັກສືບ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ຕະຫລົກ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ກາຕູນກາຕູນ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ClosedClosed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filmນັກສືບ l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ປອດທີ່ມີຊື່ສຽງຍາວ tieng conan conanan</a:t>
            </a:r>
            <a:endParaRPr>
              <a:solidFill>
                <a:schemeClr val="dk1"/>
              </a:solidFill>
            </a:endParaRPr>
          </a:p>
          <a:p>
            <a:pPr indent="0" lvl="0" marL="0" rtl="0" algn="l">
              <a:spcBef>
                <a:spcPts val="0"/>
              </a:spcBef>
              <a:spcAft>
                <a:spcPts val="0"/>
              </a:spcAft>
              <a:buNone/>
            </a:pPr>
            <a:r>
              <a:rPr lang="vi">
                <a:solidFill>
                  <a:schemeClr val="dk1"/>
                </a:solidFill>
              </a:rPr>
              <a:t>voiceover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ຮູບເງົາເບິ່ງconan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Conanເຕັມກາຕູນການຊອກຄົ້ນຫາທີ່ມີຊື່ສຽງ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ຫມາຍເຫດກໍລະນີປິດທີ່ຮູ້ຈັກຫວຽດນາມທີ່ມີຊື່ສຽງນັກສືບການຊອກຄົ້ນຫາ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conanຮູບເງົາກໍລະນີປິດສັດ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ຫວຽດນາມ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ສັດ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ກ່ຽວກັບ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ທີ່ມີຊື່ສຽງຮູບເງົານັກສືບconnoisseur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ຢ້ຽມຢາມທີ່ມີຊື່ສຽງ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ຮູບເງົານັກສືບທີ່ມີຊື່ສຽງConan 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ກາຕູນກໍລະນີປິດກໍລະນີປິດ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overs ການຊອກຄົ້ນຫາທີ່ມີຊື່ສຽງ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ການຊອກຄົ້ນຫາທີ່ມີຊື່ສຽງ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 ເລືອດຂອງພຣະອົງເອງ comic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ມີຊີວິດຢ່າງເຕັມທີ່ກໍລະນີປິດກໍລະນີປິດສຽງຮູບເງົາເບິ່ງ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ປິດກໍລະນີປິດ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ທີ່ມີຊື່ສຽງເບິ່ງສືບCase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ໃຊ້ເວລາ tuທີ່ມີຊື່ສຽງ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ກໍລະນີກາຕູນ ໜັງ ສືປິດ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 Nime conan famous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ການຊອກຄົ້ນຫາຮູບເງົາconan tronbo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ການຊອກຄົ້ນຫາທີ່ມີຊື່ສຽງເບິ່ງອະນິເມະກໍລະນີປິດ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ລະຄອນນັກສືບທີ່ມີຊື່ສຽງທີ່ກ່ຽວຂ້ອງtufamous ໄດ້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ການຊອກຄົ້ນຫາທີ່ມີຊື່ສຽງ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ຮູບເງົາກາຕູນກໍລະນີປິດຮູບເງົາ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ຫມາຍເຫດກາຕູນconan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ປິດ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ນັກສືບເຕັມ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ຮູບເງົາconan ທີ່ມີຊື່ສຽງນັກສືບ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ເບິ່ງກາຕູນ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ຕະຫລົກ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ກາຕູນກາຕູນ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ClosedClosed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filmນັກສືບ l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ປອດທີ່ມີຊື່ສຽງຍາວ tieng conan conanan</a:t>
            </a:r>
            <a:endParaRPr>
              <a:solidFill>
                <a:schemeClr val="dk1"/>
              </a:solidFill>
            </a:endParaRPr>
          </a:p>
          <a:p>
            <a:pPr indent="0" lvl="0" marL="0" rtl="0" algn="l">
              <a:spcBef>
                <a:spcPts val="0"/>
              </a:spcBef>
              <a:spcAft>
                <a:spcPts val="0"/>
              </a:spcAft>
              <a:buNone/>
            </a:pPr>
            <a:r>
              <a:rPr lang="vi">
                <a:solidFill>
                  <a:schemeClr val="dk1"/>
                </a:solidFill>
              </a:rPr>
              <a:t>voiceover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ນັກສືບ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33847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ທ່ານ ຈຳ ເປັນຕ້ອງຈ່າຍເງີນ ສຳ ລັບເບິ່ງການຊອກຄົ້ນຫາຂອງນັກສືບ Conan ທີ່ຖືກຂະ ໜານ ນາມບໍ?</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346450"/>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ສິ່ງ ໜຶ່ງ ທີ່ຫຼາຍຄົນທີ່ມັກນັກສືບຊື່ດັງ Conan ຢາກຮູ້ວ່າມັນມີຄ່າໃຊ້ຈ່າຍໃນການເບິ່ງບໍ? ເພື່ອຮູ້ວ່າ“ ເບິ່ງຮູບເງົາເລື່ອງນັກສືບ Conan dubbing” ຄ່າໃຊ້ຈ່າຍຫຼືບໍ່ແລະເວທີໃດທີ່ໃຫ້ການບໍລິການທີ່ມີຄຸນນະພາບສູງ, ຕິດຕາມເບິ່ງ!</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ນັກສືບ Conan ແມ່ນສັດນັກສືບຍີ່ປຸ່ນທີ່ໄດ້ຮັບຄວາມນິຍົມສູງ. ດ້ວຍເຫດນັ້ນ, ບໍ່ມີເວັບໄຊ້ຮູບເງົາອອນລາຍໃດທີ່ອັບໂຫລດຊຸດສະບັບເກົ່າຂອງຊຸດ. ໂດຍສະເພາະ, ຖ້າທ່ານຈ່າຍຄ່າ ທຳ ນຽມເພື່ອເບິ່ງຮູບເງົາ Conan online, ມັນຂຶ້ນກັບທ່ານທີ່ຈະເບິ່ງມັນຢູ່ໃນເວັບໄຊທ໌ໃດ. ໃນປະຈຸບັນ, ມີຫລາຍໆເວັບໄຊທ໌້ທີ່ໃຫ້ຜູ້ຊົມໃຊ້ສາມາດເບິ່ງການຊອກຄົ້ນຫາ Conan vietsub ໂດຍບໍ່ເສຍຄ່າ. ແຕ່ມັນຍັງມີບາງເວັບໄຊທ໌ທີ່ຕ້ອງການຈ່າຍເພື່ອເບິ່ງ.</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ສິ່ງທີ່ຈະເລືອກເອົາລະຫວ່າງນັກສືບ Conan vietsub ແລະສະບັບ dubbing?</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ນີ້ແມ່ນຂື້ນກັບຄວາມມັກຂອງທ່ານ. ບາງຄົນມັກເບິ່ງລຸ້ນ vietsub ແຕ່ກໍ່ຍັງມີຄົນທີ່ຂີ້ຄ້ານທີ່ຈະອ່ານ sub ແລະມັກເບິ່ງສະບັບທີ່ຖືກຂະ ໜານ ນາມ. ສະຫລຸບລວມແລ້ວ, ພຽງແຕ່ເລືອກເວບໄຊທ໌ ໜັງ ອອນລາຍທີ່ມີຊື່ສຽງ, ຫຼັງຈາກນັ້ນຄຸນນະພາບຂອງນັກສືບ Conan ຖືກຂັງຫຼືຖືກຂະຫນານນາມວ່າບໍ່ແຕກຕ່າງກັນ.</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ເວັບໄຊທ໌ທີ່ມີຄຸນນະພາບສູງທີ່ໃຫ້ບໍລິສັດ Detective Conan ຖືກຂະ ໜານ ນາມ</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ສະນັ້ນເວບໄຊທ໌ໃດທີ່ໃຫ້ຮູບເງົາເລື່ອງ Detective Conan ຄຸນນະພາບສູງ? ເຖິງແມ່ນວ່າມີຫລາຍເວັບໄຊທ໌ທີ່ໄດ້ອັບໂຫລດຊຸດນີ້ແຕ່ວ່າອັນດັບ ໜື່ງ ທີ່ດີທີ່ສຸດແມ່ນ pops.vn. ຄຳ ໝັ້ນ ສັນຍາຂອງ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ອັບເດດໄວທີ່ສຸດໃນຕອນ ໃໝ່ ຂອງ Conan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ຮູບເງົາເຕັມ HD ຄຸນນະພາບສູງ, ສຽງສົດໃສ</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ການເຊື່ອມຕໍ່ໄວ, ບໍ່ມີຄວາມຊັກຊ້າ</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ຟຣີຫມົດ</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ສາມາດປັບຕົວເຂົ້າກັບອຸປະກອນອີຄອມເມີຊທັງ ໝົດ</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ຄວາມບັນເທິງແຕກຕ່າງກັນ</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ສະນັ້ນຖ້າທ່ານຕ້ອງການເບິ່ງການຊອກຄົ້ນຫາ Conan ເຕັມທີ່ຖືກຂະ ໜານ ນາມ, ກະລຸນາເຂົ້າເບິ່ງເວັບໄຊທ໌ Pops.vn. ພວກເຮົາຈະບໍ່ລົ້ມເຫລວທ່ານ!</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