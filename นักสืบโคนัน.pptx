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นักสืบโคนันโคนันดูหนัง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กรณีปิดแจ็คเก็ตโคนันโคนันเต็มรูปแบบการ์ตูนนักสืบที่มีชื่อเสียง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หมายเหตุกรณีปิดที่รู้จักกันในเวียดนามที่มีชื่อเสียงนักสืบโคนันการ์ตูนนาฬิกาโคนันการ์ตูนโคนัน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โรงภาพยนตร์ภาพยนตร์กรณีปิดอะนิเมะ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เวียดนาม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โคนันอะนิเมะโคนัน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 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หนังนักสืบที่มีชื่อเสียง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โคนันในโคนันที่มีชื่อเสียงดูโคนันที่มีชื่อเสียงดูโคนันที่มีชื่อเสียงภาพยนตร์นักสืบโคนันนักเลง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ตรอนตรอนเฉิงตูเยี่ยมชมที่มีชื่อเสียง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ดูภาพยนตร์โคนันนักสืบโคนันที่มีชื่อเสียงก้อง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 Case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ปิดคดีปิดvietsub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โบโคนัน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โคนันนักสืบชื่อดังโคนันนักสืบ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ชื่อดัง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tเต็มรูปแบบการ์ตูนเลือดของเขาเอง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แอนิเมชั่นCase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เปล่งเสียง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ดูหนัง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ตอนนักสืบชื่อดัง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tuชื่อดัง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 นักสืบชื่อดัง 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คดีปิด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ดูอะนิเมะกรณีปิด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ละครเกี่ยวข้องกับมีชื่อเสียง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การ์ตูนโคนันที่การ์ตูนโคนัน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ตอนนักสืบที่มีชื่อเสียง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ภาพยนตร์โคนันการ์ตูน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โคการ์ตูนโค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นันโน้ตนันโฮทฮินห์โค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นันโฮทฮินห์กรณีปิด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โมดูลาร์โคนั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อะนิเมะนโคนันตรอนโบ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โคนันนักสืบชื่อดังเต็ม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ภาพยนตร์เรื่องโคนัน นักสืบชื่อดังนักสืบชื่อดัง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ดูการ์ตูนโค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นันฮ่อฮินห์โคนันการ์ตูน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คดีปิดตอน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คดีปิดเคสปิด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ภาพยนตร์นักสืบ l 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โคนันตูปอด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นักสืบชื่อดังโคนันนักสืบชื่อดังโคนันนักพากย์เวียดนาม</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08337f6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08337f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นักสืบโคนันโคนันดูหนัง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กรณีปิดแจ็คเก็ตโคนันโคนันเต็มรูปแบบการ์ตูนนักสืบที่มีชื่อเสียง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หมายเหตุกรณีปิดที่รู้จักกันในเวียดนามที่มีชื่อเสียงนักสืบโคนันการ์ตูนนาฬิกาโคนันการ์ตูนโคนัน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โรงภาพยนตร์ภาพยนตร์กรณีปิดอะนิเมะ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เวียดนาม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โคนันอะนิเมะโคนัน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 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หนังนักสืบที่มีชื่อเสียง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โคนันในโคนันที่มีชื่อเสียงดูโคนันที่มีชื่อเสียงดูโคนันที่มีชื่อเสียงภาพยนตร์นักสืบโคนันนักเลง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ตรอนตรอนเฉิงตูเยี่ยมชมที่มีชื่อเสียง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ดูภาพยนตร์โคนันนักสืบโคนันที่มีชื่อเสียงก้อง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 Case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ปิดคดีปิดvietsub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โบโคนัน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โคนันนักสืบชื่อดังโคนันนักสืบ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ชื่อดัง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tเต็มรูปแบบการ์ตูนเลือดของเขาเอง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แอนิเมชั่นCase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เปล่งเสียง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ดูหนัง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ตอนนักสืบชื่อดัง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tuชื่อดัง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 นักสืบชื่อดัง 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คดีปิด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ดูอะนิเมะกรณีปิด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ละครเกี่ยวข้องกับมีชื่อเสียง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การ์ตูนโคนันที่การ์ตูนโคนัน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ตอนนักสืบที่มีชื่อเสียง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ภาพยนตร์โคนันการ์ตูน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โคการ์ตูนโค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นันโน้ตนันโฮทฮินห์โค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นันโฮทฮินห์กรณีปิด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โมดูลาร์โคนั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อะนิเมะนโคนันตรอนโบ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โคนันนักสืบชื่อดังเต็ม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ภาพยนตร์เรื่องโคนัน นักสืบชื่อดังนักสืบชื่อดัง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ดูการ์ตูนโค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นันฮ่อฮินห์โคนันการ์ตูน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คดีปิดตอน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คดีปิดเคสปิด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ภาพยนตร์นักสืบ l 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โคนันตูปอด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นักสืบชื่อดังโคนันนักสืบชื่อดังโคนันนักพากย์เวียดนาม</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108337f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108337f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นักสืบโคนันโคนันดูหนัง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กรณีปิดแจ็คเก็ตโคนันโคนันเต็มรูปแบบการ์ตูนนักสืบที่มีชื่อเสียง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หมายเหตุกรณีปิดที่รู้จักกันในเวียดนามที่มีชื่อเสียงนักสืบโคนันการ์ตูนนาฬิกาโคนันการ์ตูนโคนัน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โรงภาพยนตร์ภาพยนตร์กรณีปิดอะนิเมะ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เวียดนาม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โคนันอะนิเมะโคนัน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 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หนังนักสืบที่มีชื่อเสียง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โคนันในโคนันที่มีชื่อเสียงดูโคนันที่มีชื่อเสียงดูโคนันที่มีชื่อเสียงภาพยนตร์นักสืบโคนันนักเลง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ตรอนตรอนเฉิงตูเยี่ยมชมที่มีชื่อเสียง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ดูภาพยนตร์โคนันนักสืบโคนันที่มีชื่อเสียงก้อง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 Case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ปิดคดีปิดvietsub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โบโคนัน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โคนันนักสืบชื่อดังโคนันนักสืบ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ชื่อดัง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tเต็มรูปแบบการ์ตูนเลือดของเขาเอง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แอนิเมชั่นCase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เปล่งเสียง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ดูหนัง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ตอนนักสืบชื่อดัง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tuชื่อดัง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 นักสืบชื่อดัง 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คดีปิด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ดูอะนิเมะกรณีปิด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ละครเกี่ยวข้องกับมีชื่อเสียง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การ์ตูนโคนันที่การ์ตูนโคนัน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ตอนนักสืบที่มีชื่อเสียง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ภาพยนตร์โคนันการ์ตูน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โคการ์ตูนโค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นันโน้ตนันโฮทฮินห์โค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นันโฮทฮินห์กรณีปิด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โมดูลาร์โคนั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อะนิเมะนโคนันตรอนโบ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โคนันนักสืบชื่อดังเต็ม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ภาพยนตร์เรื่องโคนัน นักสืบชื่อดังนักสืบชื่อดัง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ดูการ์ตูนโค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นันฮ่อฮินห์โคนันการ์ตูน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คดีปิดตอน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คดีปิดเคสปิด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ภาพยนตร์นักสืบ l 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โคนันตูปอด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นักสืบชื่อดังโคนันนักสืบชื่อดังโคนันนักพากย์เวียดนาม</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108337f6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108337f6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นักสืบโคนันโคนันดูหนัง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กรณีปิดแจ็คเก็ตโคนันโคนันเต็มรูปแบบการ์ตูนนักสืบที่มีชื่อเสียง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หมายเหตุกรณีปิดที่รู้จักกันในเวียดนามที่มีชื่อเสียงนักสืบโคนันการ์ตูนนาฬิกาโคนันการ์ตูนโคนัน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โรงภาพยนตร์ภาพยนตร์กรณีปิดอะนิเมะ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เวียดนาม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โคนันอะนิเมะโคนัน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 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หนังนักสืบที่มีชื่อเสียง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โคนันในโคนันที่มีชื่อเสียงดูโคนันที่มีชื่อเสียงดูโคนันที่มีชื่อเสียงภาพยนตร์นักสืบโคนันนักเลง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ตรอนตรอนเฉิงตูเยี่ยมชมที่มีชื่อเสียง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ดูภาพยนตร์โคนันนักสืบโคนันที่มีชื่อเสียงก้อง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 Case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ปิดคดีปิดvietsub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โบโคนัน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โคนันนักสืบชื่อดังโคนันนักสืบ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ชื่อดัง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tเต็มรูปแบบการ์ตูนเลือดของเขาเอง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แอนิเมชั่นCase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เปล่งเสียง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ดูหนัง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ตอนนักสืบชื่อดัง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tuชื่อดัง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 นักสืบชื่อดัง 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คดีปิด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ดูอะนิเมะกรณีปิด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ละครเกี่ยวข้องกับมีชื่อเสียง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การ์ตูนโคนันที่การ์ตูนโคนัน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ตอนนักสืบที่มีชื่อเสียง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ภาพยนตร์โคนันการ์ตูน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โคการ์ตูนโค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นันโน้ตนันโฮทฮินห์โค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นันโฮทฮินห์กรณีปิด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โมดูลาร์โคนั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อะนิเมะนโคนันตรอนโบ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โคนันนักสืบชื่อดังเต็ม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ภาพยนตร์เรื่องโคนัน นักสืบชื่อดังนักสืบชื่อดัง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ดูการ์ตูนโค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นันฮ่อฮินห์โคนันการ์ตูน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คดีปิดตอน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คดีปิดเคสปิด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ภาพยนตร์นักสืบ l 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โคนันตูปอด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นักสืบชื่อดังโคนันนักสืบชื่อดังโคนันนักพากย์เวียดนาม</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108337f6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108337f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นักสืบโคนันโคนันดูหนัง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กรณีปิดแจ็คเก็ตโคนันโคนันเต็มรูปแบบการ์ตูนนักสืบที่มีชื่อเสียง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หมายเหตุกรณีปิดที่รู้จักกันในเวียดนามที่มีชื่อเสียงนักสืบโคนันการ์ตูนนาฬิกาโคนันการ์ตูนโคนัน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โรงภาพยนตร์ภาพยนตร์กรณีปิดอะนิเมะ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เวียดนาม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โคนันอะนิเมะโคนัน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 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หนังนักสืบที่มีชื่อเสียง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โคนันในโคนันที่มีชื่อเสียงดูโคนันที่มีชื่อเสียงดูโคนันที่มีชื่อเสียงภาพยนตร์นักสืบโคนันนักเลง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ตรอนตรอนเฉิงตูเยี่ยมชมที่มีชื่อเสียง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ดูภาพยนตร์โคนันนักสืบโคนันที่มีชื่อเสียงก้อง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 Case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ปิดคดีปิดvietsub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โบโคนัน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โคนันนักสืบชื่อดังโคนันนักสืบ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ชื่อดัง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tเต็มรูปแบบการ์ตูนเลือดของเขาเอง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แอนิเมชั่นCase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เปล่งเสียง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ดูหนัง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ตอนนักสืบชื่อดัง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tuชื่อดัง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 นักสืบชื่อดัง 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คดีปิด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ดูอะนิเมะกรณีปิด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ละครเกี่ยวข้องกับมีชื่อเสียง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การ์ตูนโคนันที่การ์ตูนโคนัน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ตอนนักสืบที่มีชื่อเสียง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ภาพยนตร์โคนันการ์ตูน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โคการ์ตูนโค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นันโน้ตนันโฮทฮินห์โค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นันโฮทฮินห์กรณีปิด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โมดูลาร์โคนั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อะนิเมะนโคนันตรอนโบ</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โคนันนักสืบชื่อดังเต็ม</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ภาพยนตร์เรื่องโคนัน นักสืบชื่อดังนักสืบชื่อดัง</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ดูการ์ตูนโค</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นันฮ่อฮินห์โคนันการ์ตูน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การ์ตูนโคนัน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คดีปิดตอน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คดีปิดเคสปิด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ภาพยนตร์นักสืบ l โคนัน</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โคนันตูปอด</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นักสืบชื่อดังโคนันนักสืบชื่อดังโคนันนักพากย์เวียดนาม</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ites.google.com/view/pops-app-vn/series/tham-tu-lung-danh-conan-5e857135574ebb00334427a2" TargetMode="Externa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p90V7QNJuX8" TargetMode="Externa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oogle.com/maps/d/u/3/edit?mid=1b0VTGCwRNsTr7fddpQ-3DNtgEkvwRg4e&amp;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forms/d/1pm5NQeUnE96PpvTych5rV1rbAAAzCas1N_ihxN3OcC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u="sng">
                <a:solidFill>
                  <a:schemeClr val="hlink"/>
                </a:solidFill>
                <a:hlinkClick r:id="rId3"/>
              </a:rPr>
              <a:t>นักสืบโคนัน</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4">
            <a:alphaModFix/>
          </a:blip>
          <a:stretch>
            <a:fillRect/>
          </a:stretch>
        </p:blipFill>
        <p:spPr>
          <a:xfrm>
            <a:off x="762000" y="1428750"/>
            <a:ext cx="7620000" cy="304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 Xem trọn bộ Conan trên ứng dụng POPS: https://bit.ly/Conan_PA &#10;▶️ Đăng ký ủng hộ POPS Anime nhé: https://goo.gl/TWfPrJ&#10;&#10;Thám Tử Lừng Danh Conan - Tập 1 - Vụ Án Mạng Trên Tàu Lượn Siêu Tốc - Conan Lồng Tiếng Mới Nhất&#10;&#10;Thám tử lừng danh Conan xoay quanh câu chuyện về chàng thám tử trung học Kudo Shinichi, trong một lần đang điều tra đã bị Tổ chức Áo Đen ép uống thuốc độc, khiến cho cơ thể của cậu bị teo nhỏ. Với thân hình của cậu học sinh lớp 1, Shinichi chuyển đến sống ở nhà của người bạn thuở niên thiếu Ran Mori cùng người bố Kogoro Mori. Tại đây, cậu dùng văn phòng thám tử của ông Kogoro để truy tìm tung tích của tổ chức Áo Đen đồng thời giúp ông phá nhiều vụ án dưới một thân phận mới là Conan Edogawa. &#10;&#10;------------------------&#10;Kênh POPS Anime&#10;Kênh hoạt hình trực tuyến phát sóng các bộ phim hoạt hình có bản quyền dành cho thiếu nhi. Kho phim gồm rất nhiều bộ Anime bom tấn với đủ các thể loại và liên tục cập nhật các bộ phim mới nhất mùa. &#10;Subscribe ngay để xem thêm nhiều hoạt hình hay: https://goo.gl/TWfPrJ&#10;&#10;Xem thêm các bộ phim chiếu trên POPS Anime nhé: &#10;&#10;1. Đảo Hải Tặc - One Piece - Trọn bộ lồng tiếng việt: https://goo.gl/wjLUM8 &#10;2. Phim Sailor Moon - Thủy Thủ Mặt Trăng trọn bồ lồng tiếng Việt hay nhất: https://bit.ly/2K884Mx&#10;3. Beyblade Burst - Vòng Xoáy Thần Tốc - Trọn Bộ Lồng Tiếng Việt: https://goo.gl/T721vj &#10;4. One Piece Siêu Clip Trọn bộ - Những Cuộc Phiêu Lưu Của Luffy Và Băng Mũ Rơm - Phim Hoạt Hình Nhật Bản: https://goo.gl/EWbpKz &#10;5. Phim Dragon Ball - Bảy Viên Ngọc Rồng trọn bộ lồng tiếng hay nhất: https://bit.ly/3b9vaOJ&#10;6. Superkar - Siêu Xe Biến Hình: https://goo.gl/hacGr1 &#10;7. Đảo Hải Tặc Bí Mật Vương Quốc Wano - One Piece Wano Land Arc: https://bit.ly/2XAkCEp&#10;8. GGO - Người Hùng Sân Cỏ - Trọn bộ 75 tập - Xem ngay: https://goo.gl/iZ88J9 &#10;9. Trọn Bộ Ben 10 Alien Force Mới Nhất 2020 Thuyết Minh Tiếng Việt: https://bit.ly/3cjZ2YU&#10;10. Trọn bộ Ben 10 (2016) Season 1&amp;2: https://bit.ly/2K4STE7&#10;&#10;▶️ Đăng ký kênh YouTube Learning For Kidz: https://www.youtube.com/c/learningforkidz&#10;▶️ Đăng ký kênh YouTube POPS Anime: https://www.youtube.com/c/popsanime&#10;▶️ Đăng ký kênh YouTube POPS Kids Junior: https://www.youtube.com/c/popskidsjunior&#10;▶️ Đăng ký kênh YouTube POPS Kids Music: https://www.youtube.com/c/popskidsmusic&#10;▶️ Đăng ký kênh YouTube POPS Kids: https://www.youtube.com/c/popskids&#10;▶️ Đăng ký kênh YouTube POPS Up: https://www.youtube.com/c/popsupchannel&#10;▶️ Đăng ký kênh YouTube Babyccino: https://www.youtube.com/c/babyccinotv&#10;▶️ Tham gia cộng đồng FB POPS Kids: https://www.facebook.com/pops.kids&#10;▶️ Tham gia cộng đồng FB POPS Anime: https://www.facebook.com/pops.anime&#10;▶️ Tham gia cộng đồng FB Thích Hoạt Hình: https://www.facebook.com/thichoathinh&#10;▶️ Tham gia cộng đồng group Mẹ Đẹp Thông Thái: https://www.facebook.com/groups/338036913815334/&#10;▶️ Theo dõi Instagram: https://www.instagram.com/pops_kids/ &#10;#conan #thamtulungdanhconan #popsanime" id="63" name="Google Shape;63;p14" title="Thám Tử Lừng Danh Conan - Tập 1 - Vụ Án Mạng Trên Tàu Lượn Siêu Tốc - Conan Lồng Tiếng Mới Nhất">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1700">
                <a:latin typeface="Times New Roman"/>
                <a:ea typeface="Times New Roman"/>
                <a:cs typeface="Times New Roman"/>
                <a:sym typeface="Times New Roman"/>
              </a:rPr>
              <a:t>1. คุณต้องจ่ายเงินเพื่อดูนักสืบโคนันพากย์เต็มหรือไม่?</a:t>
            </a:r>
            <a:endParaRPr b="1" sz="17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69" name="Google Shape;69;p15"/>
          <p:cNvSpPr txBox="1"/>
          <p:nvPr>
            <p:ph idx="1" type="body"/>
          </p:nvPr>
        </p:nvSpPr>
        <p:spPr>
          <a:xfrm>
            <a:off x="311700" y="12044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สิ่งหนึ่งที่หลาย ๆ คนที่ชื่นชอบโคนันยอดนักสืบชื่อดังอยากรู้ก็คือเสียค่าธรรมเนียมในการรับชมหรือไม่ หากต้องการทราบว่าค่าใช้จ่ายในการ "ดูภาพยนตร์พากย์เสียงของนักสืบโคนัน" หรือไม่และแพลตฟอร์มใดให้บริการคุณภาพสูงโปรดติดตาม!</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Detective Conan เป็นแอนิเมชั่นนักสืบยอดนิยมของญี่ปุ่น ด้วยเหตุนี้จึงไม่มีไซต์ภาพยนตร์ออนไลน์ที่อัปโหลดซีรีส์เวอร์ชันพากย์เสียง โดยเฉพาะอย่างยิ่งหากคุณเสียค่าธรรมเนียมในการชมภาพยนตร์โคนันทางออนไลน์คุณสามารถดูได้จากเว็บไซต์ใด ปัจจุบันมีเว็บไซต์มากมายที่อนุญาตให้ผู้ใช้รับชม Detective Conan vietsub ได้ฟรี แต่ยังมีบางเว็บไซต์ที่ต้องชำระเงินเพื่อดู</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35175"/>
            <a:ext cx="8520600" cy="10173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2. จะเลือกแบบไหนระหว่าง Detective Conan vietsub กับเวอร์ชั่นพากย์?</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vi" sz="2100">
                <a:solidFill>
                  <a:schemeClr val="dk1"/>
                </a:solidFill>
                <a:latin typeface="Times New Roman"/>
                <a:ea typeface="Times New Roman"/>
                <a:cs typeface="Times New Roman"/>
                <a:sym typeface="Times New Roman"/>
              </a:rPr>
              <a:t>ขึ้นอยู่กับรายการโปรดของคุณ บางคนชอบดูเวอร์ชั่น vietsub แต่ก็มีคนขี้เกียจอ่านซับและชอบดูเวอร์ชั่นพากย์มากกว่า สรุปได้ว่าแค่เลือกเว็บดูหนังออนไลน์ที่มีชื่อเสียงคุณภาพของนักสืบโคนันซับหรือพากย์ก็ไม่ต่างกัน</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vi" u="sng">
                <a:solidFill>
                  <a:schemeClr val="hlink"/>
                </a:solidFill>
                <a:latin typeface="Times New Roman"/>
                <a:ea typeface="Times New Roman"/>
                <a:cs typeface="Times New Roman"/>
                <a:sym typeface="Times New Roman"/>
                <a:hlinkClick r:id="rId3"/>
              </a:rPr>
              <a:t>https://www.google.com/maps/d/u/3/edit?mid=1b0VTGCwRNsTr7fddpQ-3DNtgEkvwRg4e&amp;usp=sharing</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31950"/>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3. เว็บไซต์คุณภาพสูงที่ให้พากย์เสียงนักสืบโคนัน</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81" name="Google Shape;81;p17"/>
          <p:cNvSpPr txBox="1"/>
          <p:nvPr>
            <p:ph idx="1" type="body"/>
          </p:nvPr>
        </p:nvSpPr>
        <p:spPr>
          <a:xfrm>
            <a:off x="311700" y="9878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vi" sz="1600">
                <a:solidFill>
                  <a:schemeClr val="dk1"/>
                </a:solidFill>
                <a:latin typeface="Times New Roman"/>
                <a:ea typeface="Times New Roman"/>
                <a:cs typeface="Times New Roman"/>
                <a:sym typeface="Times New Roman"/>
              </a:rPr>
              <a:t>เว็บไซต์ใดบ้างที่ให้บริการภาพยนตร์ Detective Conan คุณภาพสูง แม้ว่าจะมีเว็บไซต์มากมายที่อัปโหลดซีรีส์นี้ แต่หนึ่งในเว็บไซต์ที่ดีที่สุดคือ pops.vn ความมุ่งมั่นของ Popsvn: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อัปเดตโคนันตอนใหม่ที่เร็วที่สุด</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ภาพยนตร์ Full HD คุณภาพสูงเสียงสดใส</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การเชื่อมต่อที่รวดเร็วไม่ล้าหลัง</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ฟรีโดยสิ้นเชิง</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ปรับให้เข้ากับอุปกรณ์อิเล็กทรอนิกส์ทั้งหมด</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ความบันเทิงที่หลากหลาย</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a:solidFill>
                  <a:schemeClr val="dk1"/>
                </a:solidFill>
                <a:latin typeface="Times New Roman"/>
                <a:ea typeface="Times New Roman"/>
                <a:cs typeface="Times New Roman"/>
                <a:sym typeface="Times New Roman"/>
              </a:rPr>
              <a:t>ดังนั้นหากคุณต้องการรับชม Detective Conan ฉบับเต็มโปรดเข้าไปที่เว็บไซต์ Pops.vn เราจะไม่ทำให้คุณผิดหวัง!</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u="sng">
                <a:solidFill>
                  <a:schemeClr val="hlink"/>
                </a:solidFill>
                <a:latin typeface="Times New Roman"/>
                <a:ea typeface="Times New Roman"/>
                <a:cs typeface="Times New Roman"/>
                <a:sym typeface="Times New Roman"/>
                <a:hlinkClick r:id="rId3"/>
              </a:rPr>
              <a:t>https://docs.google.com/forms/d/1pm5NQeUnE96PpvTych5rV1rbAAAzCas1N_ihxN3OcC8/</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