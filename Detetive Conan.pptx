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rgbClr val="0097A7"/>
                </a:solidFill>
                <a:hlinkClick r:id="rId2">
                  <a:extLst>
                    <a:ext uri="{A12FA001-AC4F-418D-AE19-62706E023703}">
                      <ahyp:hlinkClr val="tx"/>
                    </a:ext>
                  </a:extLst>
                </a:hlinkClick>
              </a:rPr>
              <a:t>https://youtu.be/p90V7QNJuX8</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anime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moi nhat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tron bo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 tieng viet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lồng tiếng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coi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vietsub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tư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tư lưng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trọn bộ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 tiếng việt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rgbClr val="0097A7"/>
                </a:solidFill>
                <a:hlinkClick r:id="rId2">
                  <a:extLst>
                    <a:ext uri="{A12FA001-AC4F-418D-AE19-62706E023703}">
                      <ahyp:hlinkClr val="tx"/>
                    </a:ext>
                  </a:extLst>
                </a:hlinkClick>
              </a:rPr>
              <a:t>https://youtu.be/p90V7QNJuX8</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anime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moi nhat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tron bo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 tieng viet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lồng tiếng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coi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vietsub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tư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tư lưng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trọn bộ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 tiếng việt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 sz="1150" u="sng">
                <a:solidFill>
                  <a:srgbClr val="1155CC"/>
                </a:solidFill>
                <a:hlinkClick r:id="rId2">
                  <a:extLst>
                    <a:ext uri="{A12FA001-AC4F-418D-AE19-62706E023703}">
                      <ahyp:hlinkClr val="tx"/>
                    </a:ext>
                  </a:extLst>
                </a:hlinkClick>
              </a:rPr>
              <a:t>https://youtu.be/p90V7QNJuX8</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Casofechado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famoso detetive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vietsub</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Detetive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assistir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Caso Closed overs</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completo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famoso detetive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desenho animado conan NOTAS</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Caso fechado conhecido vietnamita</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famoso detetive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detetive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assistir desenhos animados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cartoon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filme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cinema Caso fechado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anime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vietnamita</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anime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 Closed</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CaseModular</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 famoso detetive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no famoso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assistindo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famoso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assistindo conan famoso detetive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conhecedor de filmes</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tron ​​tron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você</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visita famoso conan tuan thuyet</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assistindo conan famososdetetive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filmes deconan expressado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moi nhat</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desenhos animados</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Caso encerrado vietsub</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tron bo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famoso detetive overs</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famoso detetive tron ​​bo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ver Casefechado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Filmeconan t Seu próprio sanguecompleta em quadrinhos</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animaçãoCase Closed</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Case Closed</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assista a filmes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Case Closed</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Case Closed</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famoso detetive episódio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watch Case Closed</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vietsub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take tu renomado NOTES</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cartoon Case Fechado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 nime conan famoso detetive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Casofechado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filmeconan tron ​​bo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 famoso detetive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assistindo anime Caso fechado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Connan famoso detetive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drama envolvido tu famoso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desenho animado conan quadrinhos</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famoso episódio de detetive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Casofechado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Filmeconan comic</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Casefechado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Filmeconan NOTAS</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desenho animado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hoat hinh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hoat hinh Caso fechado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Modular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anime conan tron ​​tron ​​bo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famoso detetivecompleto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filmeconan famoso detetive</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assistindo desenhos animados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hoat hinh conanquadrinhos</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desenhos animados emconan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Caso episódio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encerrado Caso encerrado Caso fechado</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filme de detetive l famoso conan</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conan tu pulmão famoso long tieng</a:t>
            </a:r>
            <a:endParaRPr sz="1150">
              <a:solidFill>
                <a:schemeClr val="dk1"/>
              </a:solidFill>
            </a:endParaRPr>
          </a:p>
          <a:p>
            <a:pPr indent="0" lvl="0" marL="0" rtl="0" algn="l">
              <a:lnSpc>
                <a:spcPct val="115000"/>
              </a:lnSpc>
              <a:spcBef>
                <a:spcPts val="0"/>
              </a:spcBef>
              <a:spcAft>
                <a:spcPts val="0"/>
              </a:spcAft>
              <a:buNone/>
            </a:pPr>
            <a:r>
              <a:rPr lang="vi" sz="1150">
                <a:solidFill>
                  <a:schemeClr val="dk1"/>
                </a:solidFill>
              </a:rPr>
              <a:t>famoso detetive conan narração vietnamita</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sz="1150" u="sng">
                <a:solidFill>
                  <a:srgbClr val="1155CC"/>
                </a:solidFill>
                <a:hlinkClick r:id="rId2">
                  <a:extLst>
                    <a:ext uri="{A12FA001-AC4F-418D-AE19-62706E023703}">
                      <ahyp:hlinkClr val="tx"/>
                    </a:ext>
                  </a:extLst>
                </a:hlinkClick>
              </a:rPr>
              <a:t>https://youtu.be/p90V7QNJuX8</a:t>
            </a:r>
            <a:endParaRPr sz="1150">
              <a:solidFill>
                <a:schemeClr val="dk1"/>
              </a:solidFill>
            </a:endParaRPr>
          </a:p>
          <a:p>
            <a:pPr indent="0" lvl="0" marL="0" rtl="0" algn="l">
              <a:spcBef>
                <a:spcPts val="0"/>
              </a:spcBef>
              <a:spcAft>
                <a:spcPts val="0"/>
              </a:spcAft>
              <a:buNone/>
            </a:pPr>
            <a:r>
              <a:rPr lang="vi" sz="1150">
                <a:solidFill>
                  <a:schemeClr val="dk1"/>
                </a:solidFill>
              </a:rPr>
              <a:t>conan</a:t>
            </a:r>
            <a:endParaRPr sz="1150">
              <a:solidFill>
                <a:schemeClr val="dk1"/>
              </a:solidFill>
            </a:endParaRPr>
          </a:p>
          <a:p>
            <a:pPr indent="0" lvl="0" marL="0" rtl="0" algn="l">
              <a:spcBef>
                <a:spcPts val="0"/>
              </a:spcBef>
              <a:spcAft>
                <a:spcPts val="0"/>
              </a:spcAft>
              <a:buNone/>
            </a:pPr>
            <a:r>
              <a:rPr lang="vi" sz="1150">
                <a:solidFill>
                  <a:schemeClr val="dk1"/>
                </a:solidFill>
              </a:rPr>
              <a:t>Casofechado</a:t>
            </a:r>
            <a:endParaRPr sz="1150">
              <a:solidFill>
                <a:schemeClr val="dk1"/>
              </a:solidFill>
            </a:endParaRPr>
          </a:p>
          <a:p>
            <a:pPr indent="0" lvl="0" marL="0" rtl="0" algn="l">
              <a:spcBef>
                <a:spcPts val="0"/>
              </a:spcBef>
              <a:spcAft>
                <a:spcPts val="0"/>
              </a:spcAft>
              <a:buNone/>
            </a:pPr>
            <a:r>
              <a:rPr lang="vi" sz="1150">
                <a:solidFill>
                  <a:schemeClr val="dk1"/>
                </a:solidFill>
              </a:rPr>
              <a:t>filmeconan</a:t>
            </a:r>
            <a:endParaRPr sz="1150">
              <a:solidFill>
                <a:schemeClr val="dk1"/>
              </a:solidFill>
            </a:endParaRPr>
          </a:p>
          <a:p>
            <a:pPr indent="0" lvl="0" marL="0" rtl="0" algn="l">
              <a:spcBef>
                <a:spcPts val="0"/>
              </a:spcBef>
              <a:spcAft>
                <a:spcPts val="0"/>
              </a:spcAft>
              <a:buNone/>
            </a:pPr>
            <a:r>
              <a:rPr lang="vi" sz="1150">
                <a:solidFill>
                  <a:schemeClr val="dk1"/>
                </a:solidFill>
              </a:rPr>
              <a:t>conan famoso detetive</a:t>
            </a:r>
            <a:endParaRPr sz="1150">
              <a:solidFill>
                <a:schemeClr val="dk1"/>
              </a:solidFill>
            </a:endParaRPr>
          </a:p>
          <a:p>
            <a:pPr indent="0" lvl="0" marL="0" rtl="0" algn="l">
              <a:spcBef>
                <a:spcPts val="0"/>
              </a:spcBef>
              <a:spcAft>
                <a:spcPts val="0"/>
              </a:spcAft>
              <a:buNone/>
            </a:pPr>
            <a:r>
              <a:rPr lang="vi" sz="1150">
                <a:solidFill>
                  <a:schemeClr val="dk1"/>
                </a:solidFill>
              </a:rPr>
              <a:t>Connan</a:t>
            </a:r>
            <a:endParaRPr sz="1150">
              <a:solidFill>
                <a:schemeClr val="dk1"/>
              </a:solidFill>
            </a:endParaRPr>
          </a:p>
          <a:p>
            <a:pPr indent="0" lvl="0" marL="0" rtl="0" algn="l">
              <a:spcBef>
                <a:spcPts val="0"/>
              </a:spcBef>
              <a:spcAft>
                <a:spcPts val="0"/>
              </a:spcAft>
              <a:buNone/>
            </a:pPr>
            <a:r>
              <a:rPr lang="vi" sz="1150">
                <a:solidFill>
                  <a:schemeClr val="dk1"/>
                </a:solidFill>
              </a:rPr>
              <a:t>conan vietsub</a:t>
            </a:r>
            <a:endParaRPr sz="1150">
              <a:solidFill>
                <a:schemeClr val="dk1"/>
              </a:solidFill>
            </a:endParaRPr>
          </a:p>
          <a:p>
            <a:pPr indent="0" lvl="0" marL="0" rtl="0" algn="l">
              <a:spcBef>
                <a:spcPts val="0"/>
              </a:spcBef>
              <a:spcAft>
                <a:spcPts val="0"/>
              </a:spcAft>
              <a:buNone/>
            </a:pPr>
            <a:r>
              <a:rPr lang="vi" sz="1150">
                <a:solidFill>
                  <a:schemeClr val="dk1"/>
                </a:solidFill>
              </a:rPr>
              <a:t>Detetive Conan</a:t>
            </a:r>
            <a:endParaRPr sz="1150">
              <a:solidFill>
                <a:schemeClr val="dk1"/>
              </a:solidFill>
            </a:endParaRPr>
          </a:p>
          <a:p>
            <a:pPr indent="0" lvl="0" marL="0" rtl="0" algn="l">
              <a:spcBef>
                <a:spcPts val="0"/>
              </a:spcBef>
              <a:spcAft>
                <a:spcPts val="0"/>
              </a:spcAft>
              <a:buNone/>
            </a:pPr>
            <a:r>
              <a:rPr lang="vi" sz="1150">
                <a:solidFill>
                  <a:schemeClr val="dk1"/>
                </a:solidFill>
              </a:rPr>
              <a:t>filme conan</a:t>
            </a:r>
            <a:endParaRPr sz="1150">
              <a:solidFill>
                <a:schemeClr val="dk1"/>
              </a:solidFill>
            </a:endParaRPr>
          </a:p>
          <a:p>
            <a:pPr indent="0" lvl="0" marL="0" rtl="0" algn="l">
              <a:spcBef>
                <a:spcPts val="0"/>
              </a:spcBef>
              <a:spcAft>
                <a:spcPts val="0"/>
              </a:spcAft>
              <a:buNone/>
            </a:pPr>
            <a:r>
              <a:rPr lang="vi" sz="1150">
                <a:solidFill>
                  <a:schemeClr val="dk1"/>
                </a:solidFill>
              </a:rPr>
              <a:t>assistir conan</a:t>
            </a:r>
            <a:endParaRPr sz="1150">
              <a:solidFill>
                <a:schemeClr val="dk1"/>
              </a:solidFill>
            </a:endParaRPr>
          </a:p>
          <a:p>
            <a:pPr indent="0" lvl="0" marL="0" rtl="0" algn="l">
              <a:spcBef>
                <a:spcPts val="0"/>
              </a:spcBef>
              <a:spcAft>
                <a:spcPts val="0"/>
              </a:spcAft>
              <a:buNone/>
            </a:pPr>
            <a:r>
              <a:rPr lang="vi" sz="1150">
                <a:solidFill>
                  <a:schemeClr val="dk1"/>
                </a:solidFill>
              </a:rPr>
              <a:t>Caso Closed overs</a:t>
            </a:r>
            <a:endParaRPr sz="1150">
              <a:solidFill>
                <a:schemeClr val="dk1"/>
              </a:solidFill>
            </a:endParaRPr>
          </a:p>
          <a:p>
            <a:pPr indent="0" lvl="0" marL="0" rtl="0" algn="l">
              <a:spcBef>
                <a:spcPts val="0"/>
              </a:spcBef>
              <a:spcAft>
                <a:spcPts val="0"/>
              </a:spcAft>
              <a:buNone/>
            </a:pPr>
            <a:r>
              <a:rPr lang="vi" sz="1150">
                <a:solidFill>
                  <a:schemeClr val="dk1"/>
                </a:solidFill>
              </a:rPr>
              <a:t>conan completo</a:t>
            </a:r>
            <a:endParaRPr sz="1150">
              <a:solidFill>
                <a:schemeClr val="dk1"/>
              </a:solidFill>
            </a:endParaRPr>
          </a:p>
          <a:p>
            <a:pPr indent="0" lvl="0" marL="0" rtl="0" algn="l">
              <a:spcBef>
                <a:spcPts val="0"/>
              </a:spcBef>
              <a:spcAft>
                <a:spcPts val="0"/>
              </a:spcAft>
              <a:buNone/>
            </a:pPr>
            <a:r>
              <a:rPr lang="vi" sz="1150">
                <a:solidFill>
                  <a:schemeClr val="dk1"/>
                </a:solidFill>
              </a:rPr>
              <a:t>conan famoso detetive</a:t>
            </a:r>
            <a:endParaRPr sz="1150">
              <a:solidFill>
                <a:schemeClr val="dk1"/>
              </a:solidFill>
            </a:endParaRPr>
          </a:p>
          <a:p>
            <a:pPr indent="0" lvl="0" marL="0" rtl="0" algn="l">
              <a:spcBef>
                <a:spcPts val="0"/>
              </a:spcBef>
              <a:spcAft>
                <a:spcPts val="0"/>
              </a:spcAft>
              <a:buNone/>
            </a:pPr>
            <a:r>
              <a:rPr lang="vi" sz="1150">
                <a:solidFill>
                  <a:schemeClr val="dk1"/>
                </a:solidFill>
              </a:rPr>
              <a:t>desenho animado conan NOTAS</a:t>
            </a:r>
            <a:endParaRPr sz="1150">
              <a:solidFill>
                <a:schemeClr val="dk1"/>
              </a:solidFill>
            </a:endParaRPr>
          </a:p>
          <a:p>
            <a:pPr indent="0" lvl="0" marL="0" rtl="0" algn="l">
              <a:spcBef>
                <a:spcPts val="0"/>
              </a:spcBef>
              <a:spcAft>
                <a:spcPts val="0"/>
              </a:spcAft>
              <a:buNone/>
            </a:pPr>
            <a:r>
              <a:rPr lang="vi" sz="1150">
                <a:solidFill>
                  <a:schemeClr val="dk1"/>
                </a:solidFill>
              </a:rPr>
              <a:t>Caso fechado conhecido vietnamita</a:t>
            </a:r>
            <a:endParaRPr sz="1150">
              <a:solidFill>
                <a:schemeClr val="dk1"/>
              </a:solidFill>
            </a:endParaRPr>
          </a:p>
          <a:p>
            <a:pPr indent="0" lvl="0" marL="0" rtl="0" algn="l">
              <a:spcBef>
                <a:spcPts val="0"/>
              </a:spcBef>
              <a:spcAft>
                <a:spcPts val="0"/>
              </a:spcAft>
              <a:buNone/>
            </a:pPr>
            <a:r>
              <a:rPr lang="vi" sz="1150">
                <a:solidFill>
                  <a:schemeClr val="dk1"/>
                </a:solidFill>
              </a:rPr>
              <a:t>famoso detetive</a:t>
            </a:r>
            <a:endParaRPr sz="1150">
              <a:solidFill>
                <a:schemeClr val="dk1"/>
              </a:solidFill>
            </a:endParaRPr>
          </a:p>
          <a:p>
            <a:pPr indent="0" lvl="0" marL="0" rtl="0" algn="l">
              <a:spcBef>
                <a:spcPts val="0"/>
              </a:spcBef>
              <a:spcAft>
                <a:spcPts val="0"/>
              </a:spcAft>
              <a:buNone/>
            </a:pPr>
            <a:r>
              <a:rPr lang="vi" sz="1150">
                <a:solidFill>
                  <a:schemeClr val="dk1"/>
                </a:solidFill>
              </a:rPr>
              <a:t>detetive conan</a:t>
            </a:r>
            <a:endParaRPr sz="1150">
              <a:solidFill>
                <a:schemeClr val="dk1"/>
              </a:solidFill>
            </a:endParaRPr>
          </a:p>
          <a:p>
            <a:pPr indent="0" lvl="0" marL="0" rtl="0" algn="l">
              <a:spcBef>
                <a:spcPts val="0"/>
              </a:spcBef>
              <a:spcAft>
                <a:spcPts val="0"/>
              </a:spcAft>
              <a:buNone/>
            </a:pPr>
            <a:r>
              <a:rPr lang="vi" sz="1150">
                <a:solidFill>
                  <a:schemeClr val="dk1"/>
                </a:solidFill>
              </a:rPr>
              <a:t>assistir desenhos animados conan</a:t>
            </a:r>
            <a:endParaRPr sz="1150">
              <a:solidFill>
                <a:schemeClr val="dk1"/>
              </a:solidFill>
            </a:endParaRPr>
          </a:p>
          <a:p>
            <a:pPr indent="0" lvl="0" marL="0" rtl="0" algn="l">
              <a:spcBef>
                <a:spcPts val="0"/>
              </a:spcBef>
              <a:spcAft>
                <a:spcPts val="0"/>
              </a:spcAft>
              <a:buNone/>
            </a:pPr>
            <a:r>
              <a:rPr lang="vi" sz="1150">
                <a:solidFill>
                  <a:schemeClr val="dk1"/>
                </a:solidFill>
              </a:rPr>
              <a:t>cartoon conan</a:t>
            </a:r>
            <a:endParaRPr sz="1150">
              <a:solidFill>
                <a:schemeClr val="dk1"/>
              </a:solidFill>
            </a:endParaRPr>
          </a:p>
          <a:p>
            <a:pPr indent="0" lvl="0" marL="0" rtl="0" algn="l">
              <a:spcBef>
                <a:spcPts val="0"/>
              </a:spcBef>
              <a:spcAft>
                <a:spcPts val="0"/>
              </a:spcAft>
              <a:buNone/>
            </a:pPr>
            <a:r>
              <a:rPr lang="vi" sz="1150">
                <a:solidFill>
                  <a:schemeClr val="dk1"/>
                </a:solidFill>
              </a:rPr>
              <a:t>conan filme</a:t>
            </a:r>
            <a:endParaRPr sz="1150">
              <a:solidFill>
                <a:schemeClr val="dk1"/>
              </a:solidFill>
            </a:endParaRPr>
          </a:p>
          <a:p>
            <a:pPr indent="0" lvl="0" marL="0" rtl="0" algn="l">
              <a:spcBef>
                <a:spcPts val="0"/>
              </a:spcBef>
              <a:spcAft>
                <a:spcPts val="0"/>
              </a:spcAft>
              <a:buNone/>
            </a:pPr>
            <a:r>
              <a:rPr lang="vi" sz="1150">
                <a:solidFill>
                  <a:schemeClr val="dk1"/>
                </a:solidFill>
              </a:rPr>
              <a:t>cinema Caso fechado</a:t>
            </a:r>
            <a:endParaRPr sz="1150">
              <a:solidFill>
                <a:schemeClr val="dk1"/>
              </a:solidFill>
            </a:endParaRPr>
          </a:p>
          <a:p>
            <a:pPr indent="0" lvl="0" marL="0" rtl="0" algn="l">
              <a:spcBef>
                <a:spcPts val="0"/>
              </a:spcBef>
              <a:spcAft>
                <a:spcPts val="0"/>
              </a:spcAft>
              <a:buNone/>
            </a:pPr>
            <a:r>
              <a:rPr lang="vi" sz="1150">
                <a:solidFill>
                  <a:schemeClr val="dk1"/>
                </a:solidFill>
              </a:rPr>
              <a:t>anime conan</a:t>
            </a:r>
            <a:endParaRPr sz="1150">
              <a:solidFill>
                <a:schemeClr val="dk1"/>
              </a:solidFill>
            </a:endParaRPr>
          </a:p>
          <a:p>
            <a:pPr indent="0" lvl="0" marL="0" rtl="0" algn="l">
              <a:spcBef>
                <a:spcPts val="0"/>
              </a:spcBef>
              <a:spcAft>
                <a:spcPts val="0"/>
              </a:spcAft>
              <a:buNone/>
            </a:pPr>
            <a:r>
              <a:rPr lang="vi" sz="1150">
                <a:solidFill>
                  <a:schemeClr val="dk1"/>
                </a:solidFill>
              </a:rPr>
              <a:t>conan vietnamita</a:t>
            </a:r>
            <a:endParaRPr sz="1150">
              <a:solidFill>
                <a:schemeClr val="dk1"/>
              </a:solidFill>
            </a:endParaRPr>
          </a:p>
          <a:p>
            <a:pPr indent="0" lvl="0" marL="0" rtl="0" algn="l">
              <a:spcBef>
                <a:spcPts val="0"/>
              </a:spcBef>
              <a:spcAft>
                <a:spcPts val="0"/>
              </a:spcAft>
              <a:buNone/>
            </a:pPr>
            <a:r>
              <a:rPr lang="vi" sz="1150">
                <a:solidFill>
                  <a:schemeClr val="dk1"/>
                </a:solidFill>
              </a:rPr>
              <a:t>conan anime</a:t>
            </a:r>
            <a:endParaRPr sz="1150">
              <a:solidFill>
                <a:schemeClr val="dk1"/>
              </a:solidFill>
            </a:endParaRPr>
          </a:p>
          <a:p>
            <a:pPr indent="0" lvl="0" marL="0" rtl="0" algn="l">
              <a:spcBef>
                <a:spcPts val="0"/>
              </a:spcBef>
              <a:spcAft>
                <a:spcPts val="0"/>
              </a:spcAft>
              <a:buNone/>
            </a:pPr>
            <a:r>
              <a:rPr lang="vi" sz="1150">
                <a:solidFill>
                  <a:schemeClr val="dk1"/>
                </a:solidFill>
              </a:rPr>
              <a:t>conan - Closed</a:t>
            </a:r>
            <a:endParaRPr sz="1150">
              <a:solidFill>
                <a:schemeClr val="dk1"/>
              </a:solidFill>
            </a:endParaRPr>
          </a:p>
          <a:p>
            <a:pPr indent="0" lvl="0" marL="0" rtl="0" algn="l">
              <a:spcBef>
                <a:spcPts val="0"/>
              </a:spcBef>
              <a:spcAft>
                <a:spcPts val="0"/>
              </a:spcAft>
              <a:buNone/>
            </a:pPr>
            <a:r>
              <a:rPr lang="vi" sz="1150">
                <a:solidFill>
                  <a:schemeClr val="dk1"/>
                </a:solidFill>
              </a:rPr>
              <a:t>CaseModular</a:t>
            </a:r>
            <a:endParaRPr sz="1150">
              <a:solidFill>
                <a:schemeClr val="dk1"/>
              </a:solidFill>
            </a:endParaRPr>
          </a:p>
          <a:p>
            <a:pPr indent="0" lvl="0" marL="0" rtl="0" algn="l">
              <a:spcBef>
                <a:spcPts val="0"/>
              </a:spcBef>
              <a:spcAft>
                <a:spcPts val="0"/>
              </a:spcAft>
              <a:buNone/>
            </a:pPr>
            <a:r>
              <a:rPr lang="vi" sz="1150">
                <a:solidFill>
                  <a:schemeClr val="dk1"/>
                </a:solidFill>
              </a:rPr>
              <a:t>filme famoso detetive Conan</a:t>
            </a:r>
            <a:endParaRPr sz="1150">
              <a:solidFill>
                <a:schemeClr val="dk1"/>
              </a:solidFill>
            </a:endParaRPr>
          </a:p>
          <a:p>
            <a:pPr indent="0" lvl="0" marL="0" rtl="0" algn="l">
              <a:spcBef>
                <a:spcPts val="0"/>
              </a:spcBef>
              <a:spcAft>
                <a:spcPts val="0"/>
              </a:spcAft>
              <a:buNone/>
            </a:pPr>
            <a:r>
              <a:rPr lang="vi" sz="1150">
                <a:solidFill>
                  <a:schemeClr val="dk1"/>
                </a:solidFill>
              </a:rPr>
              <a:t>conan</a:t>
            </a:r>
            <a:endParaRPr sz="1150">
              <a:solidFill>
                <a:schemeClr val="dk1"/>
              </a:solidFill>
            </a:endParaRPr>
          </a:p>
          <a:p>
            <a:pPr indent="0" lvl="0" marL="0" rtl="0" algn="l">
              <a:spcBef>
                <a:spcPts val="0"/>
              </a:spcBef>
              <a:spcAft>
                <a:spcPts val="0"/>
              </a:spcAft>
              <a:buNone/>
            </a:pPr>
            <a:r>
              <a:rPr lang="vi" sz="1150">
                <a:solidFill>
                  <a:schemeClr val="dk1"/>
                </a:solidFill>
              </a:rPr>
              <a:t>no famoso conan</a:t>
            </a:r>
            <a:endParaRPr sz="1150">
              <a:solidFill>
                <a:schemeClr val="dk1"/>
              </a:solidFill>
            </a:endParaRPr>
          </a:p>
          <a:p>
            <a:pPr indent="0" lvl="0" marL="0" rtl="0" algn="l">
              <a:spcBef>
                <a:spcPts val="0"/>
              </a:spcBef>
              <a:spcAft>
                <a:spcPts val="0"/>
              </a:spcAft>
              <a:buNone/>
            </a:pPr>
            <a:r>
              <a:rPr lang="vi" sz="1150">
                <a:solidFill>
                  <a:schemeClr val="dk1"/>
                </a:solidFill>
              </a:rPr>
              <a:t>assistindo</a:t>
            </a:r>
            <a:endParaRPr sz="1150">
              <a:solidFill>
                <a:schemeClr val="dk1"/>
              </a:solidFill>
            </a:endParaRPr>
          </a:p>
          <a:p>
            <a:pPr indent="0" lvl="0" marL="0" rtl="0" algn="l">
              <a:spcBef>
                <a:spcPts val="0"/>
              </a:spcBef>
              <a:spcAft>
                <a:spcPts val="0"/>
              </a:spcAft>
              <a:buNone/>
            </a:pPr>
            <a:r>
              <a:rPr lang="vi" sz="1150">
                <a:solidFill>
                  <a:schemeClr val="dk1"/>
                </a:solidFill>
              </a:rPr>
              <a:t>famoso conan</a:t>
            </a:r>
            <a:endParaRPr sz="1150">
              <a:solidFill>
                <a:schemeClr val="dk1"/>
              </a:solidFill>
            </a:endParaRPr>
          </a:p>
          <a:p>
            <a:pPr indent="0" lvl="0" marL="0" rtl="0" algn="l">
              <a:spcBef>
                <a:spcPts val="0"/>
              </a:spcBef>
              <a:spcAft>
                <a:spcPts val="0"/>
              </a:spcAft>
              <a:buNone/>
            </a:pPr>
            <a:r>
              <a:rPr lang="vi" sz="1150">
                <a:solidFill>
                  <a:schemeClr val="dk1"/>
                </a:solidFill>
              </a:rPr>
              <a:t>assistindo conan famoso detetive conan</a:t>
            </a:r>
            <a:endParaRPr sz="1150">
              <a:solidFill>
                <a:schemeClr val="dk1"/>
              </a:solidFill>
            </a:endParaRPr>
          </a:p>
          <a:p>
            <a:pPr indent="0" lvl="0" marL="0" rtl="0" algn="l">
              <a:spcBef>
                <a:spcPts val="0"/>
              </a:spcBef>
              <a:spcAft>
                <a:spcPts val="0"/>
              </a:spcAft>
              <a:buNone/>
            </a:pPr>
            <a:r>
              <a:rPr lang="vi" sz="1150">
                <a:solidFill>
                  <a:schemeClr val="dk1"/>
                </a:solidFill>
              </a:rPr>
              <a:t>conhecedor de filmes</a:t>
            </a:r>
            <a:endParaRPr sz="1150">
              <a:solidFill>
                <a:schemeClr val="dk1"/>
              </a:solidFill>
            </a:endParaRPr>
          </a:p>
          <a:p>
            <a:pPr indent="0" lvl="0" marL="0" rtl="0" algn="l">
              <a:spcBef>
                <a:spcPts val="0"/>
              </a:spcBef>
              <a:spcAft>
                <a:spcPts val="0"/>
              </a:spcAft>
              <a:buNone/>
            </a:pPr>
            <a:r>
              <a:rPr lang="vi" sz="1150">
                <a:solidFill>
                  <a:schemeClr val="dk1"/>
                </a:solidFill>
              </a:rPr>
              <a:t>conan tron ​​tron</a:t>
            </a:r>
            <a:endParaRPr sz="1150">
              <a:solidFill>
                <a:schemeClr val="dk1"/>
              </a:solidFill>
            </a:endParaRPr>
          </a:p>
          <a:p>
            <a:pPr indent="0" lvl="0" marL="0" rtl="0" algn="l">
              <a:spcBef>
                <a:spcPts val="0"/>
              </a:spcBef>
              <a:spcAft>
                <a:spcPts val="0"/>
              </a:spcAft>
              <a:buNone/>
            </a:pPr>
            <a:r>
              <a:rPr lang="vi" sz="1150">
                <a:solidFill>
                  <a:schemeClr val="dk1"/>
                </a:solidFill>
              </a:rPr>
              <a:t>você</a:t>
            </a:r>
            <a:endParaRPr sz="1150">
              <a:solidFill>
                <a:schemeClr val="dk1"/>
              </a:solidFill>
            </a:endParaRPr>
          </a:p>
          <a:p>
            <a:pPr indent="0" lvl="0" marL="0" rtl="0" algn="l">
              <a:spcBef>
                <a:spcPts val="0"/>
              </a:spcBef>
              <a:spcAft>
                <a:spcPts val="0"/>
              </a:spcAft>
              <a:buNone/>
            </a:pPr>
            <a:r>
              <a:rPr lang="vi" sz="1150">
                <a:solidFill>
                  <a:schemeClr val="dk1"/>
                </a:solidFill>
              </a:rPr>
              <a:t>visita famoso conan tuan thuyet</a:t>
            </a:r>
            <a:endParaRPr sz="1150">
              <a:solidFill>
                <a:schemeClr val="dk1"/>
              </a:solidFill>
            </a:endParaRPr>
          </a:p>
          <a:p>
            <a:pPr indent="0" lvl="0" marL="0" rtl="0" algn="l">
              <a:spcBef>
                <a:spcPts val="0"/>
              </a:spcBef>
              <a:spcAft>
                <a:spcPts val="0"/>
              </a:spcAft>
              <a:buNone/>
            </a:pPr>
            <a:r>
              <a:rPr lang="vi" sz="1150">
                <a:solidFill>
                  <a:schemeClr val="dk1"/>
                </a:solidFill>
              </a:rPr>
              <a:t>assistindo conan famososdetetive</a:t>
            </a:r>
            <a:endParaRPr sz="1150">
              <a:solidFill>
                <a:schemeClr val="dk1"/>
              </a:solidFill>
            </a:endParaRPr>
          </a:p>
          <a:p>
            <a:pPr indent="0" lvl="0" marL="0" rtl="0" algn="l">
              <a:spcBef>
                <a:spcPts val="0"/>
              </a:spcBef>
              <a:spcAft>
                <a:spcPts val="0"/>
              </a:spcAft>
              <a:buNone/>
            </a:pPr>
            <a:r>
              <a:rPr lang="vi" sz="1150">
                <a:solidFill>
                  <a:schemeClr val="dk1"/>
                </a:solidFill>
              </a:rPr>
              <a:t>filmes deconan expressado</a:t>
            </a:r>
            <a:endParaRPr sz="1150">
              <a:solidFill>
                <a:schemeClr val="dk1"/>
              </a:solidFill>
            </a:endParaRPr>
          </a:p>
          <a:p>
            <a:pPr indent="0" lvl="0" marL="0" rtl="0" algn="l">
              <a:spcBef>
                <a:spcPts val="0"/>
              </a:spcBef>
              <a:spcAft>
                <a:spcPts val="0"/>
              </a:spcAft>
              <a:buNone/>
            </a:pPr>
            <a:r>
              <a:rPr lang="vi" sz="1150">
                <a:solidFill>
                  <a:schemeClr val="dk1"/>
                </a:solidFill>
              </a:rPr>
              <a:t>conan moi nhat</a:t>
            </a:r>
            <a:endParaRPr sz="1150">
              <a:solidFill>
                <a:schemeClr val="dk1"/>
              </a:solidFill>
            </a:endParaRPr>
          </a:p>
          <a:p>
            <a:pPr indent="0" lvl="0" marL="0" rtl="0" algn="l">
              <a:spcBef>
                <a:spcPts val="0"/>
              </a:spcBef>
              <a:spcAft>
                <a:spcPts val="0"/>
              </a:spcAft>
              <a:buNone/>
            </a:pPr>
            <a:r>
              <a:rPr lang="vi" sz="1150">
                <a:solidFill>
                  <a:schemeClr val="dk1"/>
                </a:solidFill>
              </a:rPr>
              <a:t>desenhos animados</a:t>
            </a:r>
            <a:endParaRPr sz="1150">
              <a:solidFill>
                <a:schemeClr val="dk1"/>
              </a:solidFill>
            </a:endParaRPr>
          </a:p>
          <a:p>
            <a:pPr indent="0" lvl="0" marL="0" rtl="0" algn="l">
              <a:spcBef>
                <a:spcPts val="0"/>
              </a:spcBef>
              <a:spcAft>
                <a:spcPts val="0"/>
              </a:spcAft>
              <a:buNone/>
            </a:pPr>
            <a:r>
              <a:rPr lang="vi" sz="1150">
                <a:solidFill>
                  <a:schemeClr val="dk1"/>
                </a:solidFill>
              </a:rPr>
              <a:t>Caso encerrado vietsub</a:t>
            </a:r>
            <a:endParaRPr sz="1150">
              <a:solidFill>
                <a:schemeClr val="dk1"/>
              </a:solidFill>
            </a:endParaRPr>
          </a:p>
          <a:p>
            <a:pPr indent="0" lvl="0" marL="0" rtl="0" algn="l">
              <a:spcBef>
                <a:spcPts val="0"/>
              </a:spcBef>
              <a:spcAft>
                <a:spcPts val="0"/>
              </a:spcAft>
              <a:buNone/>
            </a:pPr>
            <a:r>
              <a:rPr lang="vi" sz="1150">
                <a:solidFill>
                  <a:schemeClr val="dk1"/>
                </a:solidFill>
              </a:rPr>
              <a:t>tron bo conan</a:t>
            </a:r>
            <a:endParaRPr sz="1150">
              <a:solidFill>
                <a:schemeClr val="dk1"/>
              </a:solidFill>
            </a:endParaRPr>
          </a:p>
          <a:p>
            <a:pPr indent="0" lvl="0" marL="0" rtl="0" algn="l">
              <a:spcBef>
                <a:spcPts val="0"/>
              </a:spcBef>
              <a:spcAft>
                <a:spcPts val="0"/>
              </a:spcAft>
              <a:buNone/>
            </a:pPr>
            <a:r>
              <a:rPr lang="vi" sz="1150">
                <a:solidFill>
                  <a:schemeClr val="dk1"/>
                </a:solidFill>
              </a:rPr>
              <a:t>conan famoso detetive overs</a:t>
            </a:r>
            <a:endParaRPr sz="1150">
              <a:solidFill>
                <a:schemeClr val="dk1"/>
              </a:solidFill>
            </a:endParaRPr>
          </a:p>
          <a:p>
            <a:pPr indent="0" lvl="0" marL="0" rtl="0" algn="l">
              <a:spcBef>
                <a:spcPts val="0"/>
              </a:spcBef>
              <a:spcAft>
                <a:spcPts val="0"/>
              </a:spcAft>
              <a:buNone/>
            </a:pPr>
            <a:r>
              <a:rPr lang="vi" sz="1150">
                <a:solidFill>
                  <a:schemeClr val="dk1"/>
                </a:solidFill>
              </a:rPr>
              <a:t>conan famoso detetive tron ​​bo</a:t>
            </a:r>
            <a:endParaRPr sz="1150">
              <a:solidFill>
                <a:schemeClr val="dk1"/>
              </a:solidFill>
            </a:endParaRPr>
          </a:p>
          <a:p>
            <a:pPr indent="0" lvl="0" marL="0" rtl="0" algn="l">
              <a:spcBef>
                <a:spcPts val="0"/>
              </a:spcBef>
              <a:spcAft>
                <a:spcPts val="0"/>
              </a:spcAft>
              <a:buNone/>
            </a:pPr>
            <a:r>
              <a:rPr lang="vi" sz="1150">
                <a:solidFill>
                  <a:schemeClr val="dk1"/>
                </a:solidFill>
              </a:rPr>
              <a:t>ver Casefechado</a:t>
            </a:r>
            <a:endParaRPr sz="1150">
              <a:solidFill>
                <a:schemeClr val="dk1"/>
              </a:solidFill>
            </a:endParaRPr>
          </a:p>
          <a:p>
            <a:pPr indent="0" lvl="0" marL="0" rtl="0" algn="l">
              <a:spcBef>
                <a:spcPts val="0"/>
              </a:spcBef>
              <a:spcAft>
                <a:spcPts val="0"/>
              </a:spcAft>
              <a:buNone/>
            </a:pPr>
            <a:r>
              <a:rPr lang="vi" sz="1150">
                <a:solidFill>
                  <a:schemeClr val="dk1"/>
                </a:solidFill>
              </a:rPr>
              <a:t>Filmeconan t Seu próprio sanguecompleta em quadrinhos</a:t>
            </a:r>
            <a:endParaRPr sz="1150">
              <a:solidFill>
                <a:schemeClr val="dk1"/>
              </a:solidFill>
            </a:endParaRPr>
          </a:p>
          <a:p>
            <a:pPr indent="0" lvl="0" marL="0" rtl="0" algn="l">
              <a:spcBef>
                <a:spcPts val="0"/>
              </a:spcBef>
              <a:spcAft>
                <a:spcPts val="0"/>
              </a:spcAft>
              <a:buNone/>
            </a:pPr>
            <a:r>
              <a:rPr lang="vi" sz="1150">
                <a:solidFill>
                  <a:schemeClr val="dk1"/>
                </a:solidFill>
              </a:rPr>
              <a:t>animaçãoCase Closed</a:t>
            </a:r>
            <a:endParaRPr sz="1150">
              <a:solidFill>
                <a:schemeClr val="dk1"/>
              </a:solidFill>
            </a:endParaRPr>
          </a:p>
          <a:p>
            <a:pPr indent="0" lvl="0" marL="0" rtl="0" algn="l">
              <a:spcBef>
                <a:spcPts val="0"/>
              </a:spcBef>
              <a:spcAft>
                <a:spcPts val="0"/>
              </a:spcAft>
              <a:buNone/>
            </a:pPr>
            <a:r>
              <a:rPr lang="vi" sz="1150">
                <a:solidFill>
                  <a:schemeClr val="dk1"/>
                </a:solidFill>
              </a:rPr>
              <a:t>Case Closed</a:t>
            </a:r>
            <a:endParaRPr sz="1150">
              <a:solidFill>
                <a:schemeClr val="dk1"/>
              </a:solidFill>
            </a:endParaRPr>
          </a:p>
          <a:p>
            <a:pPr indent="0" lvl="0" marL="0" rtl="0" algn="l">
              <a:spcBef>
                <a:spcPts val="0"/>
              </a:spcBef>
              <a:spcAft>
                <a:spcPts val="0"/>
              </a:spcAft>
              <a:buNone/>
            </a:pPr>
            <a:r>
              <a:rPr lang="vi" sz="1150">
                <a:solidFill>
                  <a:schemeClr val="dk1"/>
                </a:solidFill>
              </a:rPr>
              <a:t>assista a filmes conan</a:t>
            </a:r>
            <a:endParaRPr sz="1150">
              <a:solidFill>
                <a:schemeClr val="dk1"/>
              </a:solidFill>
            </a:endParaRPr>
          </a:p>
          <a:p>
            <a:pPr indent="0" lvl="0" marL="0" rtl="0" algn="l">
              <a:spcBef>
                <a:spcPts val="0"/>
              </a:spcBef>
              <a:spcAft>
                <a:spcPts val="0"/>
              </a:spcAft>
              <a:buNone/>
            </a:pPr>
            <a:r>
              <a:rPr lang="vi" sz="1150">
                <a:solidFill>
                  <a:schemeClr val="dk1"/>
                </a:solidFill>
              </a:rPr>
              <a:t>conan Case Closed</a:t>
            </a:r>
            <a:endParaRPr sz="1150">
              <a:solidFill>
                <a:schemeClr val="dk1"/>
              </a:solidFill>
            </a:endParaRPr>
          </a:p>
          <a:p>
            <a:pPr indent="0" lvl="0" marL="0" rtl="0" algn="l">
              <a:spcBef>
                <a:spcPts val="0"/>
              </a:spcBef>
              <a:spcAft>
                <a:spcPts val="0"/>
              </a:spcAft>
              <a:buNone/>
            </a:pPr>
            <a:r>
              <a:rPr lang="vi" sz="1150">
                <a:solidFill>
                  <a:schemeClr val="dk1"/>
                </a:solidFill>
              </a:rPr>
              <a:t>Case Closed</a:t>
            </a:r>
            <a:endParaRPr sz="1150">
              <a:solidFill>
                <a:schemeClr val="dk1"/>
              </a:solidFill>
            </a:endParaRPr>
          </a:p>
          <a:p>
            <a:pPr indent="0" lvl="0" marL="0" rtl="0" algn="l">
              <a:spcBef>
                <a:spcPts val="0"/>
              </a:spcBef>
              <a:spcAft>
                <a:spcPts val="0"/>
              </a:spcAft>
              <a:buNone/>
            </a:pPr>
            <a:r>
              <a:rPr lang="vi" sz="1150">
                <a:solidFill>
                  <a:schemeClr val="dk1"/>
                </a:solidFill>
              </a:rPr>
              <a:t>conan famoso detetive episódio</a:t>
            </a:r>
            <a:endParaRPr sz="1150">
              <a:solidFill>
                <a:schemeClr val="dk1"/>
              </a:solidFill>
            </a:endParaRPr>
          </a:p>
          <a:p>
            <a:pPr indent="0" lvl="0" marL="0" rtl="0" algn="l">
              <a:spcBef>
                <a:spcPts val="0"/>
              </a:spcBef>
              <a:spcAft>
                <a:spcPts val="0"/>
              </a:spcAft>
              <a:buNone/>
            </a:pPr>
            <a:r>
              <a:rPr lang="vi" sz="1150">
                <a:solidFill>
                  <a:schemeClr val="dk1"/>
                </a:solidFill>
              </a:rPr>
              <a:t>watch Case Closed</a:t>
            </a:r>
            <a:endParaRPr sz="1150">
              <a:solidFill>
                <a:schemeClr val="dk1"/>
              </a:solidFill>
            </a:endParaRPr>
          </a:p>
          <a:p>
            <a:pPr indent="0" lvl="0" marL="0" rtl="0" algn="l">
              <a:spcBef>
                <a:spcPts val="0"/>
              </a:spcBef>
              <a:spcAft>
                <a:spcPts val="0"/>
              </a:spcAft>
              <a:buNone/>
            </a:pPr>
            <a:r>
              <a:rPr lang="vi" sz="1150">
                <a:solidFill>
                  <a:schemeClr val="dk1"/>
                </a:solidFill>
              </a:rPr>
              <a:t>vietsub conan</a:t>
            </a:r>
            <a:endParaRPr sz="1150">
              <a:solidFill>
                <a:schemeClr val="dk1"/>
              </a:solidFill>
            </a:endParaRPr>
          </a:p>
          <a:p>
            <a:pPr indent="0" lvl="0" marL="0" rtl="0" algn="l">
              <a:spcBef>
                <a:spcPts val="0"/>
              </a:spcBef>
              <a:spcAft>
                <a:spcPts val="0"/>
              </a:spcAft>
              <a:buNone/>
            </a:pPr>
            <a:r>
              <a:rPr lang="vi" sz="1150">
                <a:solidFill>
                  <a:schemeClr val="dk1"/>
                </a:solidFill>
              </a:rPr>
              <a:t>conan take tu renomado NOTES</a:t>
            </a:r>
            <a:endParaRPr sz="1150">
              <a:solidFill>
                <a:schemeClr val="dk1"/>
              </a:solidFill>
            </a:endParaRPr>
          </a:p>
          <a:p>
            <a:pPr indent="0" lvl="0" marL="0" rtl="0" algn="l">
              <a:spcBef>
                <a:spcPts val="0"/>
              </a:spcBef>
              <a:spcAft>
                <a:spcPts val="0"/>
              </a:spcAft>
              <a:buNone/>
            </a:pPr>
            <a:r>
              <a:rPr lang="vi" sz="1150">
                <a:solidFill>
                  <a:schemeClr val="dk1"/>
                </a:solidFill>
              </a:rPr>
              <a:t>cartoon Case Fechado</a:t>
            </a:r>
            <a:endParaRPr sz="1150">
              <a:solidFill>
                <a:schemeClr val="dk1"/>
              </a:solidFill>
            </a:endParaRPr>
          </a:p>
          <a:p>
            <a:pPr indent="0" lvl="0" marL="0" rtl="0" algn="l">
              <a:spcBef>
                <a:spcPts val="0"/>
              </a:spcBef>
              <a:spcAft>
                <a:spcPts val="0"/>
              </a:spcAft>
              <a:buNone/>
            </a:pPr>
            <a:r>
              <a:rPr lang="vi" sz="1150">
                <a:solidFill>
                  <a:schemeClr val="dk1"/>
                </a:solidFill>
              </a:rPr>
              <a:t>a nime conan famoso detetive</a:t>
            </a:r>
            <a:endParaRPr sz="1150">
              <a:solidFill>
                <a:schemeClr val="dk1"/>
              </a:solidFill>
            </a:endParaRPr>
          </a:p>
          <a:p>
            <a:pPr indent="0" lvl="0" marL="0" rtl="0" algn="l">
              <a:spcBef>
                <a:spcPts val="0"/>
              </a:spcBef>
              <a:spcAft>
                <a:spcPts val="0"/>
              </a:spcAft>
              <a:buNone/>
            </a:pPr>
            <a:r>
              <a:rPr lang="vi" sz="1150">
                <a:solidFill>
                  <a:schemeClr val="dk1"/>
                </a:solidFill>
              </a:rPr>
              <a:t>Casofechado</a:t>
            </a:r>
            <a:endParaRPr sz="1150">
              <a:solidFill>
                <a:schemeClr val="dk1"/>
              </a:solidFill>
            </a:endParaRPr>
          </a:p>
          <a:p>
            <a:pPr indent="0" lvl="0" marL="0" rtl="0" algn="l">
              <a:spcBef>
                <a:spcPts val="0"/>
              </a:spcBef>
              <a:spcAft>
                <a:spcPts val="0"/>
              </a:spcAft>
              <a:buNone/>
            </a:pPr>
            <a:r>
              <a:rPr lang="vi" sz="1150">
                <a:solidFill>
                  <a:schemeClr val="dk1"/>
                </a:solidFill>
              </a:rPr>
              <a:t>filmeconan tron ​​bo</a:t>
            </a:r>
            <a:endParaRPr sz="1150">
              <a:solidFill>
                <a:schemeClr val="dk1"/>
              </a:solidFill>
            </a:endParaRPr>
          </a:p>
          <a:p>
            <a:pPr indent="0" lvl="0" marL="0" rtl="0" algn="l">
              <a:spcBef>
                <a:spcPts val="0"/>
              </a:spcBef>
              <a:spcAft>
                <a:spcPts val="0"/>
              </a:spcAft>
              <a:buNone/>
            </a:pPr>
            <a:r>
              <a:rPr lang="vi" sz="1150">
                <a:solidFill>
                  <a:schemeClr val="dk1"/>
                </a:solidFill>
              </a:rPr>
              <a:t>filme famoso detetive</a:t>
            </a:r>
            <a:endParaRPr sz="1150">
              <a:solidFill>
                <a:schemeClr val="dk1"/>
              </a:solidFill>
            </a:endParaRPr>
          </a:p>
          <a:p>
            <a:pPr indent="0" lvl="0" marL="0" rtl="0" algn="l">
              <a:spcBef>
                <a:spcPts val="0"/>
              </a:spcBef>
              <a:spcAft>
                <a:spcPts val="0"/>
              </a:spcAft>
              <a:buNone/>
            </a:pPr>
            <a:r>
              <a:rPr lang="vi" sz="1150">
                <a:solidFill>
                  <a:schemeClr val="dk1"/>
                </a:solidFill>
              </a:rPr>
              <a:t>assistindo anime Caso fechado</a:t>
            </a:r>
            <a:endParaRPr sz="1150">
              <a:solidFill>
                <a:schemeClr val="dk1"/>
              </a:solidFill>
            </a:endParaRPr>
          </a:p>
          <a:p>
            <a:pPr indent="0" lvl="0" marL="0" rtl="0" algn="l">
              <a:spcBef>
                <a:spcPts val="0"/>
              </a:spcBef>
              <a:spcAft>
                <a:spcPts val="0"/>
              </a:spcAft>
              <a:buNone/>
            </a:pPr>
            <a:r>
              <a:rPr lang="vi" sz="1150">
                <a:solidFill>
                  <a:schemeClr val="dk1"/>
                </a:solidFill>
              </a:rPr>
              <a:t>Connan famoso detetive</a:t>
            </a:r>
            <a:endParaRPr sz="1150">
              <a:solidFill>
                <a:schemeClr val="dk1"/>
              </a:solidFill>
            </a:endParaRPr>
          </a:p>
          <a:p>
            <a:pPr indent="0" lvl="0" marL="0" rtl="0" algn="l">
              <a:spcBef>
                <a:spcPts val="0"/>
              </a:spcBef>
              <a:spcAft>
                <a:spcPts val="0"/>
              </a:spcAft>
              <a:buNone/>
            </a:pPr>
            <a:r>
              <a:rPr lang="vi" sz="1150">
                <a:solidFill>
                  <a:schemeClr val="dk1"/>
                </a:solidFill>
              </a:rPr>
              <a:t>drama envolvido tu famoso</a:t>
            </a:r>
            <a:endParaRPr sz="1150">
              <a:solidFill>
                <a:schemeClr val="dk1"/>
              </a:solidFill>
            </a:endParaRPr>
          </a:p>
          <a:p>
            <a:pPr indent="0" lvl="0" marL="0" rtl="0" algn="l">
              <a:spcBef>
                <a:spcPts val="0"/>
              </a:spcBef>
              <a:spcAft>
                <a:spcPts val="0"/>
              </a:spcAft>
              <a:buNone/>
            </a:pPr>
            <a:r>
              <a:rPr lang="vi" sz="1150">
                <a:solidFill>
                  <a:schemeClr val="dk1"/>
                </a:solidFill>
              </a:rPr>
              <a:t>desenho animado conan quadrinhos</a:t>
            </a:r>
            <a:endParaRPr sz="1150">
              <a:solidFill>
                <a:schemeClr val="dk1"/>
              </a:solidFill>
            </a:endParaRPr>
          </a:p>
          <a:p>
            <a:pPr indent="0" lvl="0" marL="0" rtl="0" algn="l">
              <a:spcBef>
                <a:spcPts val="0"/>
              </a:spcBef>
              <a:spcAft>
                <a:spcPts val="0"/>
              </a:spcAft>
              <a:buNone/>
            </a:pPr>
            <a:r>
              <a:rPr lang="vi" sz="1150">
                <a:solidFill>
                  <a:schemeClr val="dk1"/>
                </a:solidFill>
              </a:rPr>
              <a:t>conan famoso episódio de detetive</a:t>
            </a:r>
            <a:endParaRPr sz="1150">
              <a:solidFill>
                <a:schemeClr val="dk1"/>
              </a:solidFill>
            </a:endParaRPr>
          </a:p>
          <a:p>
            <a:pPr indent="0" lvl="0" marL="0" rtl="0" algn="l">
              <a:spcBef>
                <a:spcPts val="0"/>
              </a:spcBef>
              <a:spcAft>
                <a:spcPts val="0"/>
              </a:spcAft>
              <a:buNone/>
            </a:pPr>
            <a:r>
              <a:rPr lang="vi" sz="1150">
                <a:solidFill>
                  <a:schemeClr val="dk1"/>
                </a:solidFill>
              </a:rPr>
              <a:t>Casofechado</a:t>
            </a:r>
            <a:endParaRPr sz="1150">
              <a:solidFill>
                <a:schemeClr val="dk1"/>
              </a:solidFill>
            </a:endParaRPr>
          </a:p>
          <a:p>
            <a:pPr indent="0" lvl="0" marL="0" rtl="0" algn="l">
              <a:spcBef>
                <a:spcPts val="0"/>
              </a:spcBef>
              <a:spcAft>
                <a:spcPts val="0"/>
              </a:spcAft>
              <a:buNone/>
            </a:pPr>
            <a:r>
              <a:rPr lang="vi" sz="1150">
                <a:solidFill>
                  <a:schemeClr val="dk1"/>
                </a:solidFill>
              </a:rPr>
              <a:t>Filmeconan comic</a:t>
            </a:r>
            <a:endParaRPr sz="1150">
              <a:solidFill>
                <a:schemeClr val="dk1"/>
              </a:solidFill>
            </a:endParaRPr>
          </a:p>
          <a:p>
            <a:pPr indent="0" lvl="0" marL="0" rtl="0" algn="l">
              <a:spcBef>
                <a:spcPts val="0"/>
              </a:spcBef>
              <a:spcAft>
                <a:spcPts val="0"/>
              </a:spcAft>
              <a:buNone/>
            </a:pPr>
            <a:r>
              <a:rPr lang="vi" sz="1150">
                <a:solidFill>
                  <a:schemeClr val="dk1"/>
                </a:solidFill>
              </a:rPr>
              <a:t>Casefechado</a:t>
            </a:r>
            <a:endParaRPr sz="1150">
              <a:solidFill>
                <a:schemeClr val="dk1"/>
              </a:solidFill>
            </a:endParaRPr>
          </a:p>
          <a:p>
            <a:pPr indent="0" lvl="0" marL="0" rtl="0" algn="l">
              <a:spcBef>
                <a:spcPts val="0"/>
              </a:spcBef>
              <a:spcAft>
                <a:spcPts val="0"/>
              </a:spcAft>
              <a:buNone/>
            </a:pPr>
            <a:r>
              <a:rPr lang="vi" sz="1150">
                <a:solidFill>
                  <a:schemeClr val="dk1"/>
                </a:solidFill>
              </a:rPr>
              <a:t>Filmeconan NOTAS</a:t>
            </a:r>
            <a:endParaRPr sz="1150">
              <a:solidFill>
                <a:schemeClr val="dk1"/>
              </a:solidFill>
            </a:endParaRPr>
          </a:p>
          <a:p>
            <a:pPr indent="0" lvl="0" marL="0" rtl="0" algn="l">
              <a:spcBef>
                <a:spcPts val="0"/>
              </a:spcBef>
              <a:spcAft>
                <a:spcPts val="0"/>
              </a:spcAft>
              <a:buNone/>
            </a:pPr>
            <a:r>
              <a:rPr lang="vi" sz="1150">
                <a:solidFill>
                  <a:schemeClr val="dk1"/>
                </a:solidFill>
              </a:rPr>
              <a:t>desenho animado conan</a:t>
            </a:r>
            <a:endParaRPr sz="1150">
              <a:solidFill>
                <a:schemeClr val="dk1"/>
              </a:solidFill>
            </a:endParaRPr>
          </a:p>
          <a:p>
            <a:pPr indent="0" lvl="0" marL="0" rtl="0" algn="l">
              <a:spcBef>
                <a:spcPts val="0"/>
              </a:spcBef>
              <a:spcAft>
                <a:spcPts val="0"/>
              </a:spcAft>
              <a:buNone/>
            </a:pPr>
            <a:r>
              <a:rPr lang="vi" sz="1150">
                <a:solidFill>
                  <a:schemeClr val="dk1"/>
                </a:solidFill>
              </a:rPr>
              <a:t>hoat hinh conan</a:t>
            </a:r>
            <a:endParaRPr sz="1150">
              <a:solidFill>
                <a:schemeClr val="dk1"/>
              </a:solidFill>
            </a:endParaRPr>
          </a:p>
          <a:p>
            <a:pPr indent="0" lvl="0" marL="0" rtl="0" algn="l">
              <a:spcBef>
                <a:spcPts val="0"/>
              </a:spcBef>
              <a:spcAft>
                <a:spcPts val="0"/>
              </a:spcAft>
              <a:buNone/>
            </a:pPr>
            <a:r>
              <a:rPr lang="vi" sz="1150">
                <a:solidFill>
                  <a:schemeClr val="dk1"/>
                </a:solidFill>
              </a:rPr>
              <a:t>hoat hinh Caso fechado</a:t>
            </a:r>
            <a:endParaRPr sz="1150">
              <a:solidFill>
                <a:schemeClr val="dk1"/>
              </a:solidFill>
            </a:endParaRPr>
          </a:p>
          <a:p>
            <a:pPr indent="0" lvl="0" marL="0" rtl="0" algn="l">
              <a:spcBef>
                <a:spcPts val="0"/>
              </a:spcBef>
              <a:spcAft>
                <a:spcPts val="0"/>
              </a:spcAft>
              <a:buNone/>
            </a:pPr>
            <a:r>
              <a:rPr lang="vi" sz="1150">
                <a:solidFill>
                  <a:schemeClr val="dk1"/>
                </a:solidFill>
              </a:rPr>
              <a:t>Modular conan</a:t>
            </a:r>
            <a:endParaRPr sz="1150">
              <a:solidFill>
                <a:schemeClr val="dk1"/>
              </a:solidFill>
            </a:endParaRPr>
          </a:p>
          <a:p>
            <a:pPr indent="0" lvl="0" marL="0" rtl="0" algn="l">
              <a:spcBef>
                <a:spcPts val="0"/>
              </a:spcBef>
              <a:spcAft>
                <a:spcPts val="0"/>
              </a:spcAft>
              <a:buNone/>
            </a:pPr>
            <a:r>
              <a:rPr lang="vi" sz="1150">
                <a:solidFill>
                  <a:schemeClr val="dk1"/>
                </a:solidFill>
              </a:rPr>
              <a:t>anime conan tron ​​tron ​​bo</a:t>
            </a:r>
            <a:endParaRPr sz="1150">
              <a:solidFill>
                <a:schemeClr val="dk1"/>
              </a:solidFill>
            </a:endParaRPr>
          </a:p>
          <a:p>
            <a:pPr indent="0" lvl="0" marL="0" rtl="0" algn="l">
              <a:spcBef>
                <a:spcPts val="0"/>
              </a:spcBef>
              <a:spcAft>
                <a:spcPts val="0"/>
              </a:spcAft>
              <a:buNone/>
            </a:pPr>
            <a:r>
              <a:rPr lang="vi" sz="1150">
                <a:solidFill>
                  <a:schemeClr val="dk1"/>
                </a:solidFill>
              </a:rPr>
              <a:t>conan famoso detetivecompleto</a:t>
            </a:r>
            <a:endParaRPr sz="1150">
              <a:solidFill>
                <a:schemeClr val="dk1"/>
              </a:solidFill>
            </a:endParaRPr>
          </a:p>
          <a:p>
            <a:pPr indent="0" lvl="0" marL="0" rtl="0" algn="l">
              <a:spcBef>
                <a:spcPts val="0"/>
              </a:spcBef>
              <a:spcAft>
                <a:spcPts val="0"/>
              </a:spcAft>
              <a:buNone/>
            </a:pPr>
            <a:r>
              <a:rPr lang="vi" sz="1150">
                <a:solidFill>
                  <a:schemeClr val="dk1"/>
                </a:solidFill>
              </a:rPr>
              <a:t>filmeconan famoso detetive</a:t>
            </a:r>
            <a:endParaRPr sz="1150">
              <a:solidFill>
                <a:schemeClr val="dk1"/>
              </a:solidFill>
            </a:endParaRPr>
          </a:p>
          <a:p>
            <a:pPr indent="0" lvl="0" marL="0" rtl="0" algn="l">
              <a:spcBef>
                <a:spcPts val="0"/>
              </a:spcBef>
              <a:spcAft>
                <a:spcPts val="0"/>
              </a:spcAft>
              <a:buNone/>
            </a:pPr>
            <a:r>
              <a:rPr lang="vi" sz="1150">
                <a:solidFill>
                  <a:schemeClr val="dk1"/>
                </a:solidFill>
              </a:rPr>
              <a:t>assistindo desenhos animados conan</a:t>
            </a:r>
            <a:endParaRPr sz="1150">
              <a:solidFill>
                <a:schemeClr val="dk1"/>
              </a:solidFill>
            </a:endParaRPr>
          </a:p>
          <a:p>
            <a:pPr indent="0" lvl="0" marL="0" rtl="0" algn="l">
              <a:spcBef>
                <a:spcPts val="0"/>
              </a:spcBef>
              <a:spcAft>
                <a:spcPts val="0"/>
              </a:spcAft>
              <a:buNone/>
            </a:pPr>
            <a:r>
              <a:rPr lang="vi" sz="1150">
                <a:solidFill>
                  <a:schemeClr val="dk1"/>
                </a:solidFill>
              </a:rPr>
              <a:t>hoat hinh conanquadrinhos</a:t>
            </a:r>
            <a:endParaRPr sz="1150">
              <a:solidFill>
                <a:schemeClr val="dk1"/>
              </a:solidFill>
            </a:endParaRPr>
          </a:p>
          <a:p>
            <a:pPr indent="0" lvl="0" marL="0" rtl="0" algn="l">
              <a:spcBef>
                <a:spcPts val="0"/>
              </a:spcBef>
              <a:spcAft>
                <a:spcPts val="0"/>
              </a:spcAft>
              <a:buNone/>
            </a:pPr>
            <a:r>
              <a:rPr lang="vi" sz="1150">
                <a:solidFill>
                  <a:schemeClr val="dk1"/>
                </a:solidFill>
              </a:rPr>
              <a:t>desenhos animados emconan</a:t>
            </a:r>
            <a:endParaRPr sz="1150">
              <a:solidFill>
                <a:schemeClr val="dk1"/>
              </a:solidFill>
            </a:endParaRPr>
          </a:p>
          <a:p>
            <a:pPr indent="0" lvl="0" marL="0" rtl="0" algn="l">
              <a:spcBef>
                <a:spcPts val="0"/>
              </a:spcBef>
              <a:spcAft>
                <a:spcPts val="0"/>
              </a:spcAft>
              <a:buNone/>
            </a:pPr>
            <a:r>
              <a:rPr lang="vi" sz="1150">
                <a:solidFill>
                  <a:schemeClr val="dk1"/>
                </a:solidFill>
              </a:rPr>
              <a:t>Caso episódio</a:t>
            </a:r>
            <a:endParaRPr sz="1150">
              <a:solidFill>
                <a:schemeClr val="dk1"/>
              </a:solidFill>
            </a:endParaRPr>
          </a:p>
          <a:p>
            <a:pPr indent="0" lvl="0" marL="0" rtl="0" algn="l">
              <a:spcBef>
                <a:spcPts val="0"/>
              </a:spcBef>
              <a:spcAft>
                <a:spcPts val="0"/>
              </a:spcAft>
              <a:buNone/>
            </a:pPr>
            <a:r>
              <a:rPr lang="vi" sz="1150">
                <a:solidFill>
                  <a:schemeClr val="dk1"/>
                </a:solidFill>
              </a:rPr>
              <a:t>encerrado Caso encerrado Caso fechado</a:t>
            </a:r>
            <a:endParaRPr sz="1150">
              <a:solidFill>
                <a:schemeClr val="dk1"/>
              </a:solidFill>
            </a:endParaRPr>
          </a:p>
          <a:p>
            <a:pPr indent="0" lvl="0" marL="0" rtl="0" algn="l">
              <a:spcBef>
                <a:spcPts val="0"/>
              </a:spcBef>
              <a:spcAft>
                <a:spcPts val="0"/>
              </a:spcAft>
              <a:buNone/>
            </a:pPr>
            <a:r>
              <a:rPr lang="vi" sz="1150">
                <a:solidFill>
                  <a:schemeClr val="dk1"/>
                </a:solidFill>
              </a:rPr>
              <a:t>filme de detetive l famoso conan</a:t>
            </a:r>
            <a:endParaRPr sz="1150">
              <a:solidFill>
                <a:schemeClr val="dk1"/>
              </a:solidFill>
            </a:endParaRPr>
          </a:p>
          <a:p>
            <a:pPr indent="0" lvl="0" marL="0" rtl="0" algn="l">
              <a:spcBef>
                <a:spcPts val="0"/>
              </a:spcBef>
              <a:spcAft>
                <a:spcPts val="0"/>
              </a:spcAft>
              <a:buNone/>
            </a:pPr>
            <a:r>
              <a:rPr lang="vi" sz="1150">
                <a:solidFill>
                  <a:schemeClr val="dk1"/>
                </a:solidFill>
              </a:rPr>
              <a:t>conan tu pulmão famoso long tieng</a:t>
            </a:r>
            <a:endParaRPr sz="1150">
              <a:solidFill>
                <a:schemeClr val="dk1"/>
              </a:solidFill>
            </a:endParaRPr>
          </a:p>
          <a:p>
            <a:pPr indent="0" lvl="0" marL="0" rtl="0" algn="l">
              <a:spcBef>
                <a:spcPts val="0"/>
              </a:spcBef>
              <a:spcAft>
                <a:spcPts val="0"/>
              </a:spcAft>
              <a:buNone/>
            </a:pPr>
            <a:r>
              <a:rPr lang="vi" sz="1150">
                <a:solidFill>
                  <a:schemeClr val="dk1"/>
                </a:solidFill>
              </a:rPr>
              <a:t>famoso detetive conan narração vietnamita</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sz="1150" u="sng">
                <a:solidFill>
                  <a:srgbClr val="1155CC"/>
                </a:solidFill>
                <a:hlinkClick r:id="rId2">
                  <a:extLst>
                    <a:ext uri="{A12FA001-AC4F-418D-AE19-62706E023703}">
                      <ahyp:hlinkClr val="tx"/>
                    </a:ext>
                  </a:extLst>
                </a:hlinkClick>
              </a:rPr>
              <a:t>https://youtu.be/p90V7QNJuX8</a:t>
            </a:r>
            <a:endParaRPr sz="1150">
              <a:solidFill>
                <a:schemeClr val="dk1"/>
              </a:solidFill>
            </a:endParaRPr>
          </a:p>
          <a:p>
            <a:pPr indent="0" lvl="0" marL="0" rtl="0" algn="l">
              <a:spcBef>
                <a:spcPts val="0"/>
              </a:spcBef>
              <a:spcAft>
                <a:spcPts val="0"/>
              </a:spcAft>
              <a:buNone/>
            </a:pPr>
            <a:r>
              <a:rPr lang="vi" sz="1150">
                <a:solidFill>
                  <a:schemeClr val="dk1"/>
                </a:solidFill>
              </a:rPr>
              <a:t>conan</a:t>
            </a:r>
            <a:endParaRPr sz="1150">
              <a:solidFill>
                <a:schemeClr val="dk1"/>
              </a:solidFill>
            </a:endParaRPr>
          </a:p>
          <a:p>
            <a:pPr indent="0" lvl="0" marL="0" rtl="0" algn="l">
              <a:spcBef>
                <a:spcPts val="0"/>
              </a:spcBef>
              <a:spcAft>
                <a:spcPts val="0"/>
              </a:spcAft>
              <a:buNone/>
            </a:pPr>
            <a:r>
              <a:rPr lang="vi" sz="1150">
                <a:solidFill>
                  <a:schemeClr val="dk1"/>
                </a:solidFill>
              </a:rPr>
              <a:t>Casofechado</a:t>
            </a:r>
            <a:endParaRPr sz="1150">
              <a:solidFill>
                <a:schemeClr val="dk1"/>
              </a:solidFill>
            </a:endParaRPr>
          </a:p>
          <a:p>
            <a:pPr indent="0" lvl="0" marL="0" rtl="0" algn="l">
              <a:spcBef>
                <a:spcPts val="0"/>
              </a:spcBef>
              <a:spcAft>
                <a:spcPts val="0"/>
              </a:spcAft>
              <a:buNone/>
            </a:pPr>
            <a:r>
              <a:rPr lang="vi" sz="1150">
                <a:solidFill>
                  <a:schemeClr val="dk1"/>
                </a:solidFill>
              </a:rPr>
              <a:t>filmeconan</a:t>
            </a:r>
            <a:endParaRPr sz="1150">
              <a:solidFill>
                <a:schemeClr val="dk1"/>
              </a:solidFill>
            </a:endParaRPr>
          </a:p>
          <a:p>
            <a:pPr indent="0" lvl="0" marL="0" rtl="0" algn="l">
              <a:spcBef>
                <a:spcPts val="0"/>
              </a:spcBef>
              <a:spcAft>
                <a:spcPts val="0"/>
              </a:spcAft>
              <a:buNone/>
            </a:pPr>
            <a:r>
              <a:rPr lang="vi" sz="1150">
                <a:solidFill>
                  <a:schemeClr val="dk1"/>
                </a:solidFill>
              </a:rPr>
              <a:t>conan famoso detetive</a:t>
            </a:r>
            <a:endParaRPr sz="1150">
              <a:solidFill>
                <a:schemeClr val="dk1"/>
              </a:solidFill>
            </a:endParaRPr>
          </a:p>
          <a:p>
            <a:pPr indent="0" lvl="0" marL="0" rtl="0" algn="l">
              <a:spcBef>
                <a:spcPts val="0"/>
              </a:spcBef>
              <a:spcAft>
                <a:spcPts val="0"/>
              </a:spcAft>
              <a:buNone/>
            </a:pPr>
            <a:r>
              <a:rPr lang="vi" sz="1150">
                <a:solidFill>
                  <a:schemeClr val="dk1"/>
                </a:solidFill>
              </a:rPr>
              <a:t>Connan</a:t>
            </a:r>
            <a:endParaRPr sz="1150">
              <a:solidFill>
                <a:schemeClr val="dk1"/>
              </a:solidFill>
            </a:endParaRPr>
          </a:p>
          <a:p>
            <a:pPr indent="0" lvl="0" marL="0" rtl="0" algn="l">
              <a:spcBef>
                <a:spcPts val="0"/>
              </a:spcBef>
              <a:spcAft>
                <a:spcPts val="0"/>
              </a:spcAft>
              <a:buNone/>
            </a:pPr>
            <a:r>
              <a:rPr lang="vi" sz="1150">
                <a:solidFill>
                  <a:schemeClr val="dk1"/>
                </a:solidFill>
              </a:rPr>
              <a:t>conan vietsub</a:t>
            </a:r>
            <a:endParaRPr sz="1150">
              <a:solidFill>
                <a:schemeClr val="dk1"/>
              </a:solidFill>
            </a:endParaRPr>
          </a:p>
          <a:p>
            <a:pPr indent="0" lvl="0" marL="0" rtl="0" algn="l">
              <a:spcBef>
                <a:spcPts val="0"/>
              </a:spcBef>
              <a:spcAft>
                <a:spcPts val="0"/>
              </a:spcAft>
              <a:buNone/>
            </a:pPr>
            <a:r>
              <a:rPr lang="vi" sz="1150">
                <a:solidFill>
                  <a:schemeClr val="dk1"/>
                </a:solidFill>
              </a:rPr>
              <a:t>Detetive Conan</a:t>
            </a:r>
            <a:endParaRPr sz="1150">
              <a:solidFill>
                <a:schemeClr val="dk1"/>
              </a:solidFill>
            </a:endParaRPr>
          </a:p>
          <a:p>
            <a:pPr indent="0" lvl="0" marL="0" rtl="0" algn="l">
              <a:spcBef>
                <a:spcPts val="0"/>
              </a:spcBef>
              <a:spcAft>
                <a:spcPts val="0"/>
              </a:spcAft>
              <a:buNone/>
            </a:pPr>
            <a:r>
              <a:rPr lang="vi" sz="1150">
                <a:solidFill>
                  <a:schemeClr val="dk1"/>
                </a:solidFill>
              </a:rPr>
              <a:t>filme conan</a:t>
            </a:r>
            <a:endParaRPr sz="1150">
              <a:solidFill>
                <a:schemeClr val="dk1"/>
              </a:solidFill>
            </a:endParaRPr>
          </a:p>
          <a:p>
            <a:pPr indent="0" lvl="0" marL="0" rtl="0" algn="l">
              <a:spcBef>
                <a:spcPts val="0"/>
              </a:spcBef>
              <a:spcAft>
                <a:spcPts val="0"/>
              </a:spcAft>
              <a:buNone/>
            </a:pPr>
            <a:r>
              <a:rPr lang="vi" sz="1150">
                <a:solidFill>
                  <a:schemeClr val="dk1"/>
                </a:solidFill>
              </a:rPr>
              <a:t>assistir conan</a:t>
            </a:r>
            <a:endParaRPr sz="1150">
              <a:solidFill>
                <a:schemeClr val="dk1"/>
              </a:solidFill>
            </a:endParaRPr>
          </a:p>
          <a:p>
            <a:pPr indent="0" lvl="0" marL="0" rtl="0" algn="l">
              <a:spcBef>
                <a:spcPts val="0"/>
              </a:spcBef>
              <a:spcAft>
                <a:spcPts val="0"/>
              </a:spcAft>
              <a:buNone/>
            </a:pPr>
            <a:r>
              <a:rPr lang="vi" sz="1150">
                <a:solidFill>
                  <a:schemeClr val="dk1"/>
                </a:solidFill>
              </a:rPr>
              <a:t>Caso Closed overs</a:t>
            </a:r>
            <a:endParaRPr sz="1150">
              <a:solidFill>
                <a:schemeClr val="dk1"/>
              </a:solidFill>
            </a:endParaRPr>
          </a:p>
          <a:p>
            <a:pPr indent="0" lvl="0" marL="0" rtl="0" algn="l">
              <a:spcBef>
                <a:spcPts val="0"/>
              </a:spcBef>
              <a:spcAft>
                <a:spcPts val="0"/>
              </a:spcAft>
              <a:buNone/>
            </a:pPr>
            <a:r>
              <a:rPr lang="vi" sz="1150">
                <a:solidFill>
                  <a:schemeClr val="dk1"/>
                </a:solidFill>
              </a:rPr>
              <a:t>conan completo</a:t>
            </a:r>
            <a:endParaRPr sz="1150">
              <a:solidFill>
                <a:schemeClr val="dk1"/>
              </a:solidFill>
            </a:endParaRPr>
          </a:p>
          <a:p>
            <a:pPr indent="0" lvl="0" marL="0" rtl="0" algn="l">
              <a:spcBef>
                <a:spcPts val="0"/>
              </a:spcBef>
              <a:spcAft>
                <a:spcPts val="0"/>
              </a:spcAft>
              <a:buNone/>
            </a:pPr>
            <a:r>
              <a:rPr lang="vi" sz="1150">
                <a:solidFill>
                  <a:schemeClr val="dk1"/>
                </a:solidFill>
              </a:rPr>
              <a:t>conan famoso detetive</a:t>
            </a:r>
            <a:endParaRPr sz="1150">
              <a:solidFill>
                <a:schemeClr val="dk1"/>
              </a:solidFill>
            </a:endParaRPr>
          </a:p>
          <a:p>
            <a:pPr indent="0" lvl="0" marL="0" rtl="0" algn="l">
              <a:spcBef>
                <a:spcPts val="0"/>
              </a:spcBef>
              <a:spcAft>
                <a:spcPts val="0"/>
              </a:spcAft>
              <a:buNone/>
            </a:pPr>
            <a:r>
              <a:rPr lang="vi" sz="1150">
                <a:solidFill>
                  <a:schemeClr val="dk1"/>
                </a:solidFill>
              </a:rPr>
              <a:t>desenho animado conan NOTAS</a:t>
            </a:r>
            <a:endParaRPr sz="1150">
              <a:solidFill>
                <a:schemeClr val="dk1"/>
              </a:solidFill>
            </a:endParaRPr>
          </a:p>
          <a:p>
            <a:pPr indent="0" lvl="0" marL="0" rtl="0" algn="l">
              <a:spcBef>
                <a:spcPts val="0"/>
              </a:spcBef>
              <a:spcAft>
                <a:spcPts val="0"/>
              </a:spcAft>
              <a:buNone/>
            </a:pPr>
            <a:r>
              <a:rPr lang="vi" sz="1150">
                <a:solidFill>
                  <a:schemeClr val="dk1"/>
                </a:solidFill>
              </a:rPr>
              <a:t>Caso fechado conhecido vietnamita</a:t>
            </a:r>
            <a:endParaRPr sz="1150">
              <a:solidFill>
                <a:schemeClr val="dk1"/>
              </a:solidFill>
            </a:endParaRPr>
          </a:p>
          <a:p>
            <a:pPr indent="0" lvl="0" marL="0" rtl="0" algn="l">
              <a:spcBef>
                <a:spcPts val="0"/>
              </a:spcBef>
              <a:spcAft>
                <a:spcPts val="0"/>
              </a:spcAft>
              <a:buNone/>
            </a:pPr>
            <a:r>
              <a:rPr lang="vi" sz="1150">
                <a:solidFill>
                  <a:schemeClr val="dk1"/>
                </a:solidFill>
              </a:rPr>
              <a:t>famoso detetive</a:t>
            </a:r>
            <a:endParaRPr sz="1150">
              <a:solidFill>
                <a:schemeClr val="dk1"/>
              </a:solidFill>
            </a:endParaRPr>
          </a:p>
          <a:p>
            <a:pPr indent="0" lvl="0" marL="0" rtl="0" algn="l">
              <a:spcBef>
                <a:spcPts val="0"/>
              </a:spcBef>
              <a:spcAft>
                <a:spcPts val="0"/>
              </a:spcAft>
              <a:buNone/>
            </a:pPr>
            <a:r>
              <a:rPr lang="vi" sz="1150">
                <a:solidFill>
                  <a:schemeClr val="dk1"/>
                </a:solidFill>
              </a:rPr>
              <a:t>detetive conan</a:t>
            </a:r>
            <a:endParaRPr sz="1150">
              <a:solidFill>
                <a:schemeClr val="dk1"/>
              </a:solidFill>
            </a:endParaRPr>
          </a:p>
          <a:p>
            <a:pPr indent="0" lvl="0" marL="0" rtl="0" algn="l">
              <a:spcBef>
                <a:spcPts val="0"/>
              </a:spcBef>
              <a:spcAft>
                <a:spcPts val="0"/>
              </a:spcAft>
              <a:buNone/>
            </a:pPr>
            <a:r>
              <a:rPr lang="vi" sz="1150">
                <a:solidFill>
                  <a:schemeClr val="dk1"/>
                </a:solidFill>
              </a:rPr>
              <a:t>assistir desenhos animados conan</a:t>
            </a:r>
            <a:endParaRPr sz="1150">
              <a:solidFill>
                <a:schemeClr val="dk1"/>
              </a:solidFill>
            </a:endParaRPr>
          </a:p>
          <a:p>
            <a:pPr indent="0" lvl="0" marL="0" rtl="0" algn="l">
              <a:spcBef>
                <a:spcPts val="0"/>
              </a:spcBef>
              <a:spcAft>
                <a:spcPts val="0"/>
              </a:spcAft>
              <a:buNone/>
            </a:pPr>
            <a:r>
              <a:rPr lang="vi" sz="1150">
                <a:solidFill>
                  <a:schemeClr val="dk1"/>
                </a:solidFill>
              </a:rPr>
              <a:t>cartoon conan</a:t>
            </a:r>
            <a:endParaRPr sz="1150">
              <a:solidFill>
                <a:schemeClr val="dk1"/>
              </a:solidFill>
            </a:endParaRPr>
          </a:p>
          <a:p>
            <a:pPr indent="0" lvl="0" marL="0" rtl="0" algn="l">
              <a:spcBef>
                <a:spcPts val="0"/>
              </a:spcBef>
              <a:spcAft>
                <a:spcPts val="0"/>
              </a:spcAft>
              <a:buNone/>
            </a:pPr>
            <a:r>
              <a:rPr lang="vi" sz="1150">
                <a:solidFill>
                  <a:schemeClr val="dk1"/>
                </a:solidFill>
              </a:rPr>
              <a:t>conan filme</a:t>
            </a:r>
            <a:endParaRPr sz="1150">
              <a:solidFill>
                <a:schemeClr val="dk1"/>
              </a:solidFill>
            </a:endParaRPr>
          </a:p>
          <a:p>
            <a:pPr indent="0" lvl="0" marL="0" rtl="0" algn="l">
              <a:spcBef>
                <a:spcPts val="0"/>
              </a:spcBef>
              <a:spcAft>
                <a:spcPts val="0"/>
              </a:spcAft>
              <a:buNone/>
            </a:pPr>
            <a:r>
              <a:rPr lang="vi" sz="1150">
                <a:solidFill>
                  <a:schemeClr val="dk1"/>
                </a:solidFill>
              </a:rPr>
              <a:t>cinema Caso fechado</a:t>
            </a:r>
            <a:endParaRPr sz="1150">
              <a:solidFill>
                <a:schemeClr val="dk1"/>
              </a:solidFill>
            </a:endParaRPr>
          </a:p>
          <a:p>
            <a:pPr indent="0" lvl="0" marL="0" rtl="0" algn="l">
              <a:spcBef>
                <a:spcPts val="0"/>
              </a:spcBef>
              <a:spcAft>
                <a:spcPts val="0"/>
              </a:spcAft>
              <a:buNone/>
            </a:pPr>
            <a:r>
              <a:rPr lang="vi" sz="1150">
                <a:solidFill>
                  <a:schemeClr val="dk1"/>
                </a:solidFill>
              </a:rPr>
              <a:t>anime conan</a:t>
            </a:r>
            <a:endParaRPr sz="1150">
              <a:solidFill>
                <a:schemeClr val="dk1"/>
              </a:solidFill>
            </a:endParaRPr>
          </a:p>
          <a:p>
            <a:pPr indent="0" lvl="0" marL="0" rtl="0" algn="l">
              <a:spcBef>
                <a:spcPts val="0"/>
              </a:spcBef>
              <a:spcAft>
                <a:spcPts val="0"/>
              </a:spcAft>
              <a:buNone/>
            </a:pPr>
            <a:r>
              <a:rPr lang="vi" sz="1150">
                <a:solidFill>
                  <a:schemeClr val="dk1"/>
                </a:solidFill>
              </a:rPr>
              <a:t>conan vietnamita</a:t>
            </a:r>
            <a:endParaRPr sz="1150">
              <a:solidFill>
                <a:schemeClr val="dk1"/>
              </a:solidFill>
            </a:endParaRPr>
          </a:p>
          <a:p>
            <a:pPr indent="0" lvl="0" marL="0" rtl="0" algn="l">
              <a:spcBef>
                <a:spcPts val="0"/>
              </a:spcBef>
              <a:spcAft>
                <a:spcPts val="0"/>
              </a:spcAft>
              <a:buNone/>
            </a:pPr>
            <a:r>
              <a:rPr lang="vi" sz="1150">
                <a:solidFill>
                  <a:schemeClr val="dk1"/>
                </a:solidFill>
              </a:rPr>
              <a:t>conan anime</a:t>
            </a:r>
            <a:endParaRPr sz="1150">
              <a:solidFill>
                <a:schemeClr val="dk1"/>
              </a:solidFill>
            </a:endParaRPr>
          </a:p>
          <a:p>
            <a:pPr indent="0" lvl="0" marL="0" rtl="0" algn="l">
              <a:spcBef>
                <a:spcPts val="0"/>
              </a:spcBef>
              <a:spcAft>
                <a:spcPts val="0"/>
              </a:spcAft>
              <a:buNone/>
            </a:pPr>
            <a:r>
              <a:rPr lang="vi" sz="1150">
                <a:solidFill>
                  <a:schemeClr val="dk1"/>
                </a:solidFill>
              </a:rPr>
              <a:t>conan - Closed</a:t>
            </a:r>
            <a:endParaRPr sz="1150">
              <a:solidFill>
                <a:schemeClr val="dk1"/>
              </a:solidFill>
            </a:endParaRPr>
          </a:p>
          <a:p>
            <a:pPr indent="0" lvl="0" marL="0" rtl="0" algn="l">
              <a:spcBef>
                <a:spcPts val="0"/>
              </a:spcBef>
              <a:spcAft>
                <a:spcPts val="0"/>
              </a:spcAft>
              <a:buNone/>
            </a:pPr>
            <a:r>
              <a:rPr lang="vi" sz="1150">
                <a:solidFill>
                  <a:schemeClr val="dk1"/>
                </a:solidFill>
              </a:rPr>
              <a:t>CaseModular</a:t>
            </a:r>
            <a:endParaRPr sz="1150">
              <a:solidFill>
                <a:schemeClr val="dk1"/>
              </a:solidFill>
            </a:endParaRPr>
          </a:p>
          <a:p>
            <a:pPr indent="0" lvl="0" marL="0" rtl="0" algn="l">
              <a:spcBef>
                <a:spcPts val="0"/>
              </a:spcBef>
              <a:spcAft>
                <a:spcPts val="0"/>
              </a:spcAft>
              <a:buNone/>
            </a:pPr>
            <a:r>
              <a:rPr lang="vi" sz="1150">
                <a:solidFill>
                  <a:schemeClr val="dk1"/>
                </a:solidFill>
              </a:rPr>
              <a:t>filme famoso detetive Conan</a:t>
            </a:r>
            <a:endParaRPr sz="1150">
              <a:solidFill>
                <a:schemeClr val="dk1"/>
              </a:solidFill>
            </a:endParaRPr>
          </a:p>
          <a:p>
            <a:pPr indent="0" lvl="0" marL="0" rtl="0" algn="l">
              <a:spcBef>
                <a:spcPts val="0"/>
              </a:spcBef>
              <a:spcAft>
                <a:spcPts val="0"/>
              </a:spcAft>
              <a:buNone/>
            </a:pPr>
            <a:r>
              <a:rPr lang="vi" sz="1150">
                <a:solidFill>
                  <a:schemeClr val="dk1"/>
                </a:solidFill>
              </a:rPr>
              <a:t>conan</a:t>
            </a:r>
            <a:endParaRPr sz="1150">
              <a:solidFill>
                <a:schemeClr val="dk1"/>
              </a:solidFill>
            </a:endParaRPr>
          </a:p>
          <a:p>
            <a:pPr indent="0" lvl="0" marL="0" rtl="0" algn="l">
              <a:spcBef>
                <a:spcPts val="0"/>
              </a:spcBef>
              <a:spcAft>
                <a:spcPts val="0"/>
              </a:spcAft>
              <a:buNone/>
            </a:pPr>
            <a:r>
              <a:rPr lang="vi" sz="1150">
                <a:solidFill>
                  <a:schemeClr val="dk1"/>
                </a:solidFill>
              </a:rPr>
              <a:t>no famoso conan</a:t>
            </a:r>
            <a:endParaRPr sz="1150">
              <a:solidFill>
                <a:schemeClr val="dk1"/>
              </a:solidFill>
            </a:endParaRPr>
          </a:p>
          <a:p>
            <a:pPr indent="0" lvl="0" marL="0" rtl="0" algn="l">
              <a:spcBef>
                <a:spcPts val="0"/>
              </a:spcBef>
              <a:spcAft>
                <a:spcPts val="0"/>
              </a:spcAft>
              <a:buNone/>
            </a:pPr>
            <a:r>
              <a:rPr lang="vi" sz="1150">
                <a:solidFill>
                  <a:schemeClr val="dk1"/>
                </a:solidFill>
              </a:rPr>
              <a:t>assistindo</a:t>
            </a:r>
            <a:endParaRPr sz="1150">
              <a:solidFill>
                <a:schemeClr val="dk1"/>
              </a:solidFill>
            </a:endParaRPr>
          </a:p>
          <a:p>
            <a:pPr indent="0" lvl="0" marL="0" rtl="0" algn="l">
              <a:spcBef>
                <a:spcPts val="0"/>
              </a:spcBef>
              <a:spcAft>
                <a:spcPts val="0"/>
              </a:spcAft>
              <a:buNone/>
            </a:pPr>
            <a:r>
              <a:rPr lang="vi" sz="1150">
                <a:solidFill>
                  <a:schemeClr val="dk1"/>
                </a:solidFill>
              </a:rPr>
              <a:t>famoso conan</a:t>
            </a:r>
            <a:endParaRPr sz="1150">
              <a:solidFill>
                <a:schemeClr val="dk1"/>
              </a:solidFill>
            </a:endParaRPr>
          </a:p>
          <a:p>
            <a:pPr indent="0" lvl="0" marL="0" rtl="0" algn="l">
              <a:spcBef>
                <a:spcPts val="0"/>
              </a:spcBef>
              <a:spcAft>
                <a:spcPts val="0"/>
              </a:spcAft>
              <a:buNone/>
            </a:pPr>
            <a:r>
              <a:rPr lang="vi" sz="1150">
                <a:solidFill>
                  <a:schemeClr val="dk1"/>
                </a:solidFill>
              </a:rPr>
              <a:t>assistindo conan famoso detetive conan</a:t>
            </a:r>
            <a:endParaRPr sz="1150">
              <a:solidFill>
                <a:schemeClr val="dk1"/>
              </a:solidFill>
            </a:endParaRPr>
          </a:p>
          <a:p>
            <a:pPr indent="0" lvl="0" marL="0" rtl="0" algn="l">
              <a:spcBef>
                <a:spcPts val="0"/>
              </a:spcBef>
              <a:spcAft>
                <a:spcPts val="0"/>
              </a:spcAft>
              <a:buNone/>
            </a:pPr>
            <a:r>
              <a:rPr lang="vi" sz="1150">
                <a:solidFill>
                  <a:schemeClr val="dk1"/>
                </a:solidFill>
              </a:rPr>
              <a:t>conhecedor de filmes</a:t>
            </a:r>
            <a:endParaRPr sz="1150">
              <a:solidFill>
                <a:schemeClr val="dk1"/>
              </a:solidFill>
            </a:endParaRPr>
          </a:p>
          <a:p>
            <a:pPr indent="0" lvl="0" marL="0" rtl="0" algn="l">
              <a:spcBef>
                <a:spcPts val="0"/>
              </a:spcBef>
              <a:spcAft>
                <a:spcPts val="0"/>
              </a:spcAft>
              <a:buNone/>
            </a:pPr>
            <a:r>
              <a:rPr lang="vi" sz="1150">
                <a:solidFill>
                  <a:schemeClr val="dk1"/>
                </a:solidFill>
              </a:rPr>
              <a:t>conan tron ​​tron</a:t>
            </a:r>
            <a:endParaRPr sz="1150">
              <a:solidFill>
                <a:schemeClr val="dk1"/>
              </a:solidFill>
            </a:endParaRPr>
          </a:p>
          <a:p>
            <a:pPr indent="0" lvl="0" marL="0" rtl="0" algn="l">
              <a:spcBef>
                <a:spcPts val="0"/>
              </a:spcBef>
              <a:spcAft>
                <a:spcPts val="0"/>
              </a:spcAft>
              <a:buNone/>
            </a:pPr>
            <a:r>
              <a:rPr lang="vi" sz="1150">
                <a:solidFill>
                  <a:schemeClr val="dk1"/>
                </a:solidFill>
              </a:rPr>
              <a:t>você</a:t>
            </a:r>
            <a:endParaRPr sz="1150">
              <a:solidFill>
                <a:schemeClr val="dk1"/>
              </a:solidFill>
            </a:endParaRPr>
          </a:p>
          <a:p>
            <a:pPr indent="0" lvl="0" marL="0" rtl="0" algn="l">
              <a:spcBef>
                <a:spcPts val="0"/>
              </a:spcBef>
              <a:spcAft>
                <a:spcPts val="0"/>
              </a:spcAft>
              <a:buNone/>
            </a:pPr>
            <a:r>
              <a:rPr lang="vi" sz="1150">
                <a:solidFill>
                  <a:schemeClr val="dk1"/>
                </a:solidFill>
              </a:rPr>
              <a:t>visita famoso conan tuan thuyet</a:t>
            </a:r>
            <a:endParaRPr sz="1150">
              <a:solidFill>
                <a:schemeClr val="dk1"/>
              </a:solidFill>
            </a:endParaRPr>
          </a:p>
          <a:p>
            <a:pPr indent="0" lvl="0" marL="0" rtl="0" algn="l">
              <a:spcBef>
                <a:spcPts val="0"/>
              </a:spcBef>
              <a:spcAft>
                <a:spcPts val="0"/>
              </a:spcAft>
              <a:buNone/>
            </a:pPr>
            <a:r>
              <a:rPr lang="vi" sz="1150">
                <a:solidFill>
                  <a:schemeClr val="dk1"/>
                </a:solidFill>
              </a:rPr>
              <a:t>assistindo conan famososdetetive</a:t>
            </a:r>
            <a:endParaRPr sz="1150">
              <a:solidFill>
                <a:schemeClr val="dk1"/>
              </a:solidFill>
            </a:endParaRPr>
          </a:p>
          <a:p>
            <a:pPr indent="0" lvl="0" marL="0" rtl="0" algn="l">
              <a:spcBef>
                <a:spcPts val="0"/>
              </a:spcBef>
              <a:spcAft>
                <a:spcPts val="0"/>
              </a:spcAft>
              <a:buNone/>
            </a:pPr>
            <a:r>
              <a:rPr lang="vi" sz="1150">
                <a:solidFill>
                  <a:schemeClr val="dk1"/>
                </a:solidFill>
              </a:rPr>
              <a:t>filmes deconan expressado</a:t>
            </a:r>
            <a:endParaRPr sz="1150">
              <a:solidFill>
                <a:schemeClr val="dk1"/>
              </a:solidFill>
            </a:endParaRPr>
          </a:p>
          <a:p>
            <a:pPr indent="0" lvl="0" marL="0" rtl="0" algn="l">
              <a:spcBef>
                <a:spcPts val="0"/>
              </a:spcBef>
              <a:spcAft>
                <a:spcPts val="0"/>
              </a:spcAft>
              <a:buNone/>
            </a:pPr>
            <a:r>
              <a:rPr lang="vi" sz="1150">
                <a:solidFill>
                  <a:schemeClr val="dk1"/>
                </a:solidFill>
              </a:rPr>
              <a:t>conan moi nhat</a:t>
            </a:r>
            <a:endParaRPr sz="1150">
              <a:solidFill>
                <a:schemeClr val="dk1"/>
              </a:solidFill>
            </a:endParaRPr>
          </a:p>
          <a:p>
            <a:pPr indent="0" lvl="0" marL="0" rtl="0" algn="l">
              <a:spcBef>
                <a:spcPts val="0"/>
              </a:spcBef>
              <a:spcAft>
                <a:spcPts val="0"/>
              </a:spcAft>
              <a:buNone/>
            </a:pPr>
            <a:r>
              <a:rPr lang="vi" sz="1150">
                <a:solidFill>
                  <a:schemeClr val="dk1"/>
                </a:solidFill>
              </a:rPr>
              <a:t>desenhos animados</a:t>
            </a:r>
            <a:endParaRPr sz="1150">
              <a:solidFill>
                <a:schemeClr val="dk1"/>
              </a:solidFill>
            </a:endParaRPr>
          </a:p>
          <a:p>
            <a:pPr indent="0" lvl="0" marL="0" rtl="0" algn="l">
              <a:spcBef>
                <a:spcPts val="0"/>
              </a:spcBef>
              <a:spcAft>
                <a:spcPts val="0"/>
              </a:spcAft>
              <a:buNone/>
            </a:pPr>
            <a:r>
              <a:rPr lang="vi" sz="1150">
                <a:solidFill>
                  <a:schemeClr val="dk1"/>
                </a:solidFill>
              </a:rPr>
              <a:t>Caso encerrado vietsub</a:t>
            </a:r>
            <a:endParaRPr sz="1150">
              <a:solidFill>
                <a:schemeClr val="dk1"/>
              </a:solidFill>
            </a:endParaRPr>
          </a:p>
          <a:p>
            <a:pPr indent="0" lvl="0" marL="0" rtl="0" algn="l">
              <a:spcBef>
                <a:spcPts val="0"/>
              </a:spcBef>
              <a:spcAft>
                <a:spcPts val="0"/>
              </a:spcAft>
              <a:buNone/>
            </a:pPr>
            <a:r>
              <a:rPr lang="vi" sz="1150">
                <a:solidFill>
                  <a:schemeClr val="dk1"/>
                </a:solidFill>
              </a:rPr>
              <a:t>tron bo conan</a:t>
            </a:r>
            <a:endParaRPr sz="1150">
              <a:solidFill>
                <a:schemeClr val="dk1"/>
              </a:solidFill>
            </a:endParaRPr>
          </a:p>
          <a:p>
            <a:pPr indent="0" lvl="0" marL="0" rtl="0" algn="l">
              <a:spcBef>
                <a:spcPts val="0"/>
              </a:spcBef>
              <a:spcAft>
                <a:spcPts val="0"/>
              </a:spcAft>
              <a:buNone/>
            </a:pPr>
            <a:r>
              <a:rPr lang="vi" sz="1150">
                <a:solidFill>
                  <a:schemeClr val="dk1"/>
                </a:solidFill>
              </a:rPr>
              <a:t>conan famoso detetive overs</a:t>
            </a:r>
            <a:endParaRPr sz="1150">
              <a:solidFill>
                <a:schemeClr val="dk1"/>
              </a:solidFill>
            </a:endParaRPr>
          </a:p>
          <a:p>
            <a:pPr indent="0" lvl="0" marL="0" rtl="0" algn="l">
              <a:spcBef>
                <a:spcPts val="0"/>
              </a:spcBef>
              <a:spcAft>
                <a:spcPts val="0"/>
              </a:spcAft>
              <a:buNone/>
            </a:pPr>
            <a:r>
              <a:rPr lang="vi" sz="1150">
                <a:solidFill>
                  <a:schemeClr val="dk1"/>
                </a:solidFill>
              </a:rPr>
              <a:t>conan famoso detetive tron ​​bo</a:t>
            </a:r>
            <a:endParaRPr sz="1150">
              <a:solidFill>
                <a:schemeClr val="dk1"/>
              </a:solidFill>
            </a:endParaRPr>
          </a:p>
          <a:p>
            <a:pPr indent="0" lvl="0" marL="0" rtl="0" algn="l">
              <a:spcBef>
                <a:spcPts val="0"/>
              </a:spcBef>
              <a:spcAft>
                <a:spcPts val="0"/>
              </a:spcAft>
              <a:buNone/>
            </a:pPr>
            <a:r>
              <a:rPr lang="vi" sz="1150">
                <a:solidFill>
                  <a:schemeClr val="dk1"/>
                </a:solidFill>
              </a:rPr>
              <a:t>ver Casefechado</a:t>
            </a:r>
            <a:endParaRPr sz="1150">
              <a:solidFill>
                <a:schemeClr val="dk1"/>
              </a:solidFill>
            </a:endParaRPr>
          </a:p>
          <a:p>
            <a:pPr indent="0" lvl="0" marL="0" rtl="0" algn="l">
              <a:spcBef>
                <a:spcPts val="0"/>
              </a:spcBef>
              <a:spcAft>
                <a:spcPts val="0"/>
              </a:spcAft>
              <a:buNone/>
            </a:pPr>
            <a:r>
              <a:rPr lang="vi" sz="1150">
                <a:solidFill>
                  <a:schemeClr val="dk1"/>
                </a:solidFill>
              </a:rPr>
              <a:t>Filmeconan t Seu próprio sanguecompleta em quadrinhos</a:t>
            </a:r>
            <a:endParaRPr sz="1150">
              <a:solidFill>
                <a:schemeClr val="dk1"/>
              </a:solidFill>
            </a:endParaRPr>
          </a:p>
          <a:p>
            <a:pPr indent="0" lvl="0" marL="0" rtl="0" algn="l">
              <a:spcBef>
                <a:spcPts val="0"/>
              </a:spcBef>
              <a:spcAft>
                <a:spcPts val="0"/>
              </a:spcAft>
              <a:buNone/>
            </a:pPr>
            <a:r>
              <a:rPr lang="vi" sz="1150">
                <a:solidFill>
                  <a:schemeClr val="dk1"/>
                </a:solidFill>
              </a:rPr>
              <a:t>animaçãoCase Closed</a:t>
            </a:r>
            <a:endParaRPr sz="1150">
              <a:solidFill>
                <a:schemeClr val="dk1"/>
              </a:solidFill>
            </a:endParaRPr>
          </a:p>
          <a:p>
            <a:pPr indent="0" lvl="0" marL="0" rtl="0" algn="l">
              <a:spcBef>
                <a:spcPts val="0"/>
              </a:spcBef>
              <a:spcAft>
                <a:spcPts val="0"/>
              </a:spcAft>
              <a:buNone/>
            </a:pPr>
            <a:r>
              <a:rPr lang="vi" sz="1150">
                <a:solidFill>
                  <a:schemeClr val="dk1"/>
                </a:solidFill>
              </a:rPr>
              <a:t>Case Closed</a:t>
            </a:r>
            <a:endParaRPr sz="1150">
              <a:solidFill>
                <a:schemeClr val="dk1"/>
              </a:solidFill>
            </a:endParaRPr>
          </a:p>
          <a:p>
            <a:pPr indent="0" lvl="0" marL="0" rtl="0" algn="l">
              <a:spcBef>
                <a:spcPts val="0"/>
              </a:spcBef>
              <a:spcAft>
                <a:spcPts val="0"/>
              </a:spcAft>
              <a:buNone/>
            </a:pPr>
            <a:r>
              <a:rPr lang="vi" sz="1150">
                <a:solidFill>
                  <a:schemeClr val="dk1"/>
                </a:solidFill>
              </a:rPr>
              <a:t>assista a filmes conan</a:t>
            </a:r>
            <a:endParaRPr sz="1150">
              <a:solidFill>
                <a:schemeClr val="dk1"/>
              </a:solidFill>
            </a:endParaRPr>
          </a:p>
          <a:p>
            <a:pPr indent="0" lvl="0" marL="0" rtl="0" algn="l">
              <a:spcBef>
                <a:spcPts val="0"/>
              </a:spcBef>
              <a:spcAft>
                <a:spcPts val="0"/>
              </a:spcAft>
              <a:buNone/>
            </a:pPr>
            <a:r>
              <a:rPr lang="vi" sz="1150">
                <a:solidFill>
                  <a:schemeClr val="dk1"/>
                </a:solidFill>
              </a:rPr>
              <a:t>conan Case Closed</a:t>
            </a:r>
            <a:endParaRPr sz="1150">
              <a:solidFill>
                <a:schemeClr val="dk1"/>
              </a:solidFill>
            </a:endParaRPr>
          </a:p>
          <a:p>
            <a:pPr indent="0" lvl="0" marL="0" rtl="0" algn="l">
              <a:spcBef>
                <a:spcPts val="0"/>
              </a:spcBef>
              <a:spcAft>
                <a:spcPts val="0"/>
              </a:spcAft>
              <a:buNone/>
            </a:pPr>
            <a:r>
              <a:rPr lang="vi" sz="1150">
                <a:solidFill>
                  <a:schemeClr val="dk1"/>
                </a:solidFill>
              </a:rPr>
              <a:t>Case Closed</a:t>
            </a:r>
            <a:endParaRPr sz="1150">
              <a:solidFill>
                <a:schemeClr val="dk1"/>
              </a:solidFill>
            </a:endParaRPr>
          </a:p>
          <a:p>
            <a:pPr indent="0" lvl="0" marL="0" rtl="0" algn="l">
              <a:spcBef>
                <a:spcPts val="0"/>
              </a:spcBef>
              <a:spcAft>
                <a:spcPts val="0"/>
              </a:spcAft>
              <a:buNone/>
            </a:pPr>
            <a:r>
              <a:rPr lang="vi" sz="1150">
                <a:solidFill>
                  <a:schemeClr val="dk1"/>
                </a:solidFill>
              </a:rPr>
              <a:t>conan famoso detetive episódio</a:t>
            </a:r>
            <a:endParaRPr sz="1150">
              <a:solidFill>
                <a:schemeClr val="dk1"/>
              </a:solidFill>
            </a:endParaRPr>
          </a:p>
          <a:p>
            <a:pPr indent="0" lvl="0" marL="0" rtl="0" algn="l">
              <a:spcBef>
                <a:spcPts val="0"/>
              </a:spcBef>
              <a:spcAft>
                <a:spcPts val="0"/>
              </a:spcAft>
              <a:buNone/>
            </a:pPr>
            <a:r>
              <a:rPr lang="vi" sz="1150">
                <a:solidFill>
                  <a:schemeClr val="dk1"/>
                </a:solidFill>
              </a:rPr>
              <a:t>watch Case Closed</a:t>
            </a:r>
            <a:endParaRPr sz="1150">
              <a:solidFill>
                <a:schemeClr val="dk1"/>
              </a:solidFill>
            </a:endParaRPr>
          </a:p>
          <a:p>
            <a:pPr indent="0" lvl="0" marL="0" rtl="0" algn="l">
              <a:spcBef>
                <a:spcPts val="0"/>
              </a:spcBef>
              <a:spcAft>
                <a:spcPts val="0"/>
              </a:spcAft>
              <a:buNone/>
            </a:pPr>
            <a:r>
              <a:rPr lang="vi" sz="1150">
                <a:solidFill>
                  <a:schemeClr val="dk1"/>
                </a:solidFill>
              </a:rPr>
              <a:t>vietsub conan</a:t>
            </a:r>
            <a:endParaRPr sz="1150">
              <a:solidFill>
                <a:schemeClr val="dk1"/>
              </a:solidFill>
            </a:endParaRPr>
          </a:p>
          <a:p>
            <a:pPr indent="0" lvl="0" marL="0" rtl="0" algn="l">
              <a:spcBef>
                <a:spcPts val="0"/>
              </a:spcBef>
              <a:spcAft>
                <a:spcPts val="0"/>
              </a:spcAft>
              <a:buNone/>
            </a:pPr>
            <a:r>
              <a:rPr lang="vi" sz="1150">
                <a:solidFill>
                  <a:schemeClr val="dk1"/>
                </a:solidFill>
              </a:rPr>
              <a:t>conan take tu renomado NOTES</a:t>
            </a:r>
            <a:endParaRPr sz="1150">
              <a:solidFill>
                <a:schemeClr val="dk1"/>
              </a:solidFill>
            </a:endParaRPr>
          </a:p>
          <a:p>
            <a:pPr indent="0" lvl="0" marL="0" rtl="0" algn="l">
              <a:spcBef>
                <a:spcPts val="0"/>
              </a:spcBef>
              <a:spcAft>
                <a:spcPts val="0"/>
              </a:spcAft>
              <a:buNone/>
            </a:pPr>
            <a:r>
              <a:rPr lang="vi" sz="1150">
                <a:solidFill>
                  <a:schemeClr val="dk1"/>
                </a:solidFill>
              </a:rPr>
              <a:t>cartoon Case Fechado</a:t>
            </a:r>
            <a:endParaRPr sz="1150">
              <a:solidFill>
                <a:schemeClr val="dk1"/>
              </a:solidFill>
            </a:endParaRPr>
          </a:p>
          <a:p>
            <a:pPr indent="0" lvl="0" marL="0" rtl="0" algn="l">
              <a:spcBef>
                <a:spcPts val="0"/>
              </a:spcBef>
              <a:spcAft>
                <a:spcPts val="0"/>
              </a:spcAft>
              <a:buNone/>
            </a:pPr>
            <a:r>
              <a:rPr lang="vi" sz="1150">
                <a:solidFill>
                  <a:schemeClr val="dk1"/>
                </a:solidFill>
              </a:rPr>
              <a:t>a nime conan famoso detetive</a:t>
            </a:r>
            <a:endParaRPr sz="1150">
              <a:solidFill>
                <a:schemeClr val="dk1"/>
              </a:solidFill>
            </a:endParaRPr>
          </a:p>
          <a:p>
            <a:pPr indent="0" lvl="0" marL="0" rtl="0" algn="l">
              <a:spcBef>
                <a:spcPts val="0"/>
              </a:spcBef>
              <a:spcAft>
                <a:spcPts val="0"/>
              </a:spcAft>
              <a:buNone/>
            </a:pPr>
            <a:r>
              <a:rPr lang="vi" sz="1150">
                <a:solidFill>
                  <a:schemeClr val="dk1"/>
                </a:solidFill>
              </a:rPr>
              <a:t>Casofechado</a:t>
            </a:r>
            <a:endParaRPr sz="1150">
              <a:solidFill>
                <a:schemeClr val="dk1"/>
              </a:solidFill>
            </a:endParaRPr>
          </a:p>
          <a:p>
            <a:pPr indent="0" lvl="0" marL="0" rtl="0" algn="l">
              <a:spcBef>
                <a:spcPts val="0"/>
              </a:spcBef>
              <a:spcAft>
                <a:spcPts val="0"/>
              </a:spcAft>
              <a:buNone/>
            </a:pPr>
            <a:r>
              <a:rPr lang="vi" sz="1150">
                <a:solidFill>
                  <a:schemeClr val="dk1"/>
                </a:solidFill>
              </a:rPr>
              <a:t>filmeconan tron ​​bo</a:t>
            </a:r>
            <a:endParaRPr sz="1150">
              <a:solidFill>
                <a:schemeClr val="dk1"/>
              </a:solidFill>
            </a:endParaRPr>
          </a:p>
          <a:p>
            <a:pPr indent="0" lvl="0" marL="0" rtl="0" algn="l">
              <a:spcBef>
                <a:spcPts val="0"/>
              </a:spcBef>
              <a:spcAft>
                <a:spcPts val="0"/>
              </a:spcAft>
              <a:buNone/>
            </a:pPr>
            <a:r>
              <a:rPr lang="vi" sz="1150">
                <a:solidFill>
                  <a:schemeClr val="dk1"/>
                </a:solidFill>
              </a:rPr>
              <a:t>filme famoso detetive</a:t>
            </a:r>
            <a:endParaRPr sz="1150">
              <a:solidFill>
                <a:schemeClr val="dk1"/>
              </a:solidFill>
            </a:endParaRPr>
          </a:p>
          <a:p>
            <a:pPr indent="0" lvl="0" marL="0" rtl="0" algn="l">
              <a:spcBef>
                <a:spcPts val="0"/>
              </a:spcBef>
              <a:spcAft>
                <a:spcPts val="0"/>
              </a:spcAft>
              <a:buNone/>
            </a:pPr>
            <a:r>
              <a:rPr lang="vi" sz="1150">
                <a:solidFill>
                  <a:schemeClr val="dk1"/>
                </a:solidFill>
              </a:rPr>
              <a:t>assistindo anime Caso fechado</a:t>
            </a:r>
            <a:endParaRPr sz="1150">
              <a:solidFill>
                <a:schemeClr val="dk1"/>
              </a:solidFill>
            </a:endParaRPr>
          </a:p>
          <a:p>
            <a:pPr indent="0" lvl="0" marL="0" rtl="0" algn="l">
              <a:spcBef>
                <a:spcPts val="0"/>
              </a:spcBef>
              <a:spcAft>
                <a:spcPts val="0"/>
              </a:spcAft>
              <a:buNone/>
            </a:pPr>
            <a:r>
              <a:rPr lang="vi" sz="1150">
                <a:solidFill>
                  <a:schemeClr val="dk1"/>
                </a:solidFill>
              </a:rPr>
              <a:t>Connan famoso detetive</a:t>
            </a:r>
            <a:endParaRPr sz="1150">
              <a:solidFill>
                <a:schemeClr val="dk1"/>
              </a:solidFill>
            </a:endParaRPr>
          </a:p>
          <a:p>
            <a:pPr indent="0" lvl="0" marL="0" rtl="0" algn="l">
              <a:spcBef>
                <a:spcPts val="0"/>
              </a:spcBef>
              <a:spcAft>
                <a:spcPts val="0"/>
              </a:spcAft>
              <a:buNone/>
            </a:pPr>
            <a:r>
              <a:rPr lang="vi" sz="1150">
                <a:solidFill>
                  <a:schemeClr val="dk1"/>
                </a:solidFill>
              </a:rPr>
              <a:t>drama envolvido tu famoso</a:t>
            </a:r>
            <a:endParaRPr sz="1150">
              <a:solidFill>
                <a:schemeClr val="dk1"/>
              </a:solidFill>
            </a:endParaRPr>
          </a:p>
          <a:p>
            <a:pPr indent="0" lvl="0" marL="0" rtl="0" algn="l">
              <a:spcBef>
                <a:spcPts val="0"/>
              </a:spcBef>
              <a:spcAft>
                <a:spcPts val="0"/>
              </a:spcAft>
              <a:buNone/>
            </a:pPr>
            <a:r>
              <a:rPr lang="vi" sz="1150">
                <a:solidFill>
                  <a:schemeClr val="dk1"/>
                </a:solidFill>
              </a:rPr>
              <a:t>desenho animado conan quadrinhos</a:t>
            </a:r>
            <a:endParaRPr sz="1150">
              <a:solidFill>
                <a:schemeClr val="dk1"/>
              </a:solidFill>
            </a:endParaRPr>
          </a:p>
          <a:p>
            <a:pPr indent="0" lvl="0" marL="0" rtl="0" algn="l">
              <a:spcBef>
                <a:spcPts val="0"/>
              </a:spcBef>
              <a:spcAft>
                <a:spcPts val="0"/>
              </a:spcAft>
              <a:buNone/>
            </a:pPr>
            <a:r>
              <a:rPr lang="vi" sz="1150">
                <a:solidFill>
                  <a:schemeClr val="dk1"/>
                </a:solidFill>
              </a:rPr>
              <a:t>conan famoso episódio de detetive</a:t>
            </a:r>
            <a:endParaRPr sz="1150">
              <a:solidFill>
                <a:schemeClr val="dk1"/>
              </a:solidFill>
            </a:endParaRPr>
          </a:p>
          <a:p>
            <a:pPr indent="0" lvl="0" marL="0" rtl="0" algn="l">
              <a:spcBef>
                <a:spcPts val="0"/>
              </a:spcBef>
              <a:spcAft>
                <a:spcPts val="0"/>
              </a:spcAft>
              <a:buNone/>
            </a:pPr>
            <a:r>
              <a:rPr lang="vi" sz="1150">
                <a:solidFill>
                  <a:schemeClr val="dk1"/>
                </a:solidFill>
              </a:rPr>
              <a:t>Casofechado</a:t>
            </a:r>
            <a:endParaRPr sz="1150">
              <a:solidFill>
                <a:schemeClr val="dk1"/>
              </a:solidFill>
            </a:endParaRPr>
          </a:p>
          <a:p>
            <a:pPr indent="0" lvl="0" marL="0" rtl="0" algn="l">
              <a:spcBef>
                <a:spcPts val="0"/>
              </a:spcBef>
              <a:spcAft>
                <a:spcPts val="0"/>
              </a:spcAft>
              <a:buNone/>
            </a:pPr>
            <a:r>
              <a:rPr lang="vi" sz="1150">
                <a:solidFill>
                  <a:schemeClr val="dk1"/>
                </a:solidFill>
              </a:rPr>
              <a:t>Filmeconan comic</a:t>
            </a:r>
            <a:endParaRPr sz="1150">
              <a:solidFill>
                <a:schemeClr val="dk1"/>
              </a:solidFill>
            </a:endParaRPr>
          </a:p>
          <a:p>
            <a:pPr indent="0" lvl="0" marL="0" rtl="0" algn="l">
              <a:spcBef>
                <a:spcPts val="0"/>
              </a:spcBef>
              <a:spcAft>
                <a:spcPts val="0"/>
              </a:spcAft>
              <a:buNone/>
            </a:pPr>
            <a:r>
              <a:rPr lang="vi" sz="1150">
                <a:solidFill>
                  <a:schemeClr val="dk1"/>
                </a:solidFill>
              </a:rPr>
              <a:t>Casefechado</a:t>
            </a:r>
            <a:endParaRPr sz="1150">
              <a:solidFill>
                <a:schemeClr val="dk1"/>
              </a:solidFill>
            </a:endParaRPr>
          </a:p>
          <a:p>
            <a:pPr indent="0" lvl="0" marL="0" rtl="0" algn="l">
              <a:spcBef>
                <a:spcPts val="0"/>
              </a:spcBef>
              <a:spcAft>
                <a:spcPts val="0"/>
              </a:spcAft>
              <a:buNone/>
            </a:pPr>
            <a:r>
              <a:rPr lang="vi" sz="1150">
                <a:solidFill>
                  <a:schemeClr val="dk1"/>
                </a:solidFill>
              </a:rPr>
              <a:t>Filmeconan NOTAS</a:t>
            </a:r>
            <a:endParaRPr sz="1150">
              <a:solidFill>
                <a:schemeClr val="dk1"/>
              </a:solidFill>
            </a:endParaRPr>
          </a:p>
          <a:p>
            <a:pPr indent="0" lvl="0" marL="0" rtl="0" algn="l">
              <a:spcBef>
                <a:spcPts val="0"/>
              </a:spcBef>
              <a:spcAft>
                <a:spcPts val="0"/>
              </a:spcAft>
              <a:buNone/>
            </a:pPr>
            <a:r>
              <a:rPr lang="vi" sz="1150">
                <a:solidFill>
                  <a:schemeClr val="dk1"/>
                </a:solidFill>
              </a:rPr>
              <a:t>desenho animado conan</a:t>
            </a:r>
            <a:endParaRPr sz="1150">
              <a:solidFill>
                <a:schemeClr val="dk1"/>
              </a:solidFill>
            </a:endParaRPr>
          </a:p>
          <a:p>
            <a:pPr indent="0" lvl="0" marL="0" rtl="0" algn="l">
              <a:spcBef>
                <a:spcPts val="0"/>
              </a:spcBef>
              <a:spcAft>
                <a:spcPts val="0"/>
              </a:spcAft>
              <a:buNone/>
            </a:pPr>
            <a:r>
              <a:rPr lang="vi" sz="1150">
                <a:solidFill>
                  <a:schemeClr val="dk1"/>
                </a:solidFill>
              </a:rPr>
              <a:t>hoat hinh conan</a:t>
            </a:r>
            <a:endParaRPr sz="1150">
              <a:solidFill>
                <a:schemeClr val="dk1"/>
              </a:solidFill>
            </a:endParaRPr>
          </a:p>
          <a:p>
            <a:pPr indent="0" lvl="0" marL="0" rtl="0" algn="l">
              <a:spcBef>
                <a:spcPts val="0"/>
              </a:spcBef>
              <a:spcAft>
                <a:spcPts val="0"/>
              </a:spcAft>
              <a:buNone/>
            </a:pPr>
            <a:r>
              <a:rPr lang="vi" sz="1150">
                <a:solidFill>
                  <a:schemeClr val="dk1"/>
                </a:solidFill>
              </a:rPr>
              <a:t>hoat hinh Caso fechado</a:t>
            </a:r>
            <a:endParaRPr sz="1150">
              <a:solidFill>
                <a:schemeClr val="dk1"/>
              </a:solidFill>
            </a:endParaRPr>
          </a:p>
          <a:p>
            <a:pPr indent="0" lvl="0" marL="0" rtl="0" algn="l">
              <a:spcBef>
                <a:spcPts val="0"/>
              </a:spcBef>
              <a:spcAft>
                <a:spcPts val="0"/>
              </a:spcAft>
              <a:buNone/>
            </a:pPr>
            <a:r>
              <a:rPr lang="vi" sz="1150">
                <a:solidFill>
                  <a:schemeClr val="dk1"/>
                </a:solidFill>
              </a:rPr>
              <a:t>Modular conan</a:t>
            </a:r>
            <a:endParaRPr sz="1150">
              <a:solidFill>
                <a:schemeClr val="dk1"/>
              </a:solidFill>
            </a:endParaRPr>
          </a:p>
          <a:p>
            <a:pPr indent="0" lvl="0" marL="0" rtl="0" algn="l">
              <a:spcBef>
                <a:spcPts val="0"/>
              </a:spcBef>
              <a:spcAft>
                <a:spcPts val="0"/>
              </a:spcAft>
              <a:buNone/>
            </a:pPr>
            <a:r>
              <a:rPr lang="vi" sz="1150">
                <a:solidFill>
                  <a:schemeClr val="dk1"/>
                </a:solidFill>
              </a:rPr>
              <a:t>anime conan tron ​​tron ​​bo</a:t>
            </a:r>
            <a:endParaRPr sz="1150">
              <a:solidFill>
                <a:schemeClr val="dk1"/>
              </a:solidFill>
            </a:endParaRPr>
          </a:p>
          <a:p>
            <a:pPr indent="0" lvl="0" marL="0" rtl="0" algn="l">
              <a:spcBef>
                <a:spcPts val="0"/>
              </a:spcBef>
              <a:spcAft>
                <a:spcPts val="0"/>
              </a:spcAft>
              <a:buNone/>
            </a:pPr>
            <a:r>
              <a:rPr lang="vi" sz="1150">
                <a:solidFill>
                  <a:schemeClr val="dk1"/>
                </a:solidFill>
              </a:rPr>
              <a:t>conan famoso detetivecompleto</a:t>
            </a:r>
            <a:endParaRPr sz="1150">
              <a:solidFill>
                <a:schemeClr val="dk1"/>
              </a:solidFill>
            </a:endParaRPr>
          </a:p>
          <a:p>
            <a:pPr indent="0" lvl="0" marL="0" rtl="0" algn="l">
              <a:spcBef>
                <a:spcPts val="0"/>
              </a:spcBef>
              <a:spcAft>
                <a:spcPts val="0"/>
              </a:spcAft>
              <a:buNone/>
            </a:pPr>
            <a:r>
              <a:rPr lang="vi" sz="1150">
                <a:solidFill>
                  <a:schemeClr val="dk1"/>
                </a:solidFill>
              </a:rPr>
              <a:t>filmeconan famoso detetive</a:t>
            </a:r>
            <a:endParaRPr sz="1150">
              <a:solidFill>
                <a:schemeClr val="dk1"/>
              </a:solidFill>
            </a:endParaRPr>
          </a:p>
          <a:p>
            <a:pPr indent="0" lvl="0" marL="0" rtl="0" algn="l">
              <a:spcBef>
                <a:spcPts val="0"/>
              </a:spcBef>
              <a:spcAft>
                <a:spcPts val="0"/>
              </a:spcAft>
              <a:buNone/>
            </a:pPr>
            <a:r>
              <a:rPr lang="vi" sz="1150">
                <a:solidFill>
                  <a:schemeClr val="dk1"/>
                </a:solidFill>
              </a:rPr>
              <a:t>assistindo desenhos animados conan</a:t>
            </a:r>
            <a:endParaRPr sz="1150">
              <a:solidFill>
                <a:schemeClr val="dk1"/>
              </a:solidFill>
            </a:endParaRPr>
          </a:p>
          <a:p>
            <a:pPr indent="0" lvl="0" marL="0" rtl="0" algn="l">
              <a:spcBef>
                <a:spcPts val="0"/>
              </a:spcBef>
              <a:spcAft>
                <a:spcPts val="0"/>
              </a:spcAft>
              <a:buNone/>
            </a:pPr>
            <a:r>
              <a:rPr lang="vi" sz="1150">
                <a:solidFill>
                  <a:schemeClr val="dk1"/>
                </a:solidFill>
              </a:rPr>
              <a:t>hoat hinh conanquadrinhos</a:t>
            </a:r>
            <a:endParaRPr sz="1150">
              <a:solidFill>
                <a:schemeClr val="dk1"/>
              </a:solidFill>
            </a:endParaRPr>
          </a:p>
          <a:p>
            <a:pPr indent="0" lvl="0" marL="0" rtl="0" algn="l">
              <a:spcBef>
                <a:spcPts val="0"/>
              </a:spcBef>
              <a:spcAft>
                <a:spcPts val="0"/>
              </a:spcAft>
              <a:buNone/>
            </a:pPr>
            <a:r>
              <a:rPr lang="vi" sz="1150">
                <a:solidFill>
                  <a:schemeClr val="dk1"/>
                </a:solidFill>
              </a:rPr>
              <a:t>desenhos animados emconan</a:t>
            </a:r>
            <a:endParaRPr sz="1150">
              <a:solidFill>
                <a:schemeClr val="dk1"/>
              </a:solidFill>
            </a:endParaRPr>
          </a:p>
          <a:p>
            <a:pPr indent="0" lvl="0" marL="0" rtl="0" algn="l">
              <a:spcBef>
                <a:spcPts val="0"/>
              </a:spcBef>
              <a:spcAft>
                <a:spcPts val="0"/>
              </a:spcAft>
              <a:buNone/>
            </a:pPr>
            <a:r>
              <a:rPr lang="vi" sz="1150">
                <a:solidFill>
                  <a:schemeClr val="dk1"/>
                </a:solidFill>
              </a:rPr>
              <a:t>Caso episódio</a:t>
            </a:r>
            <a:endParaRPr sz="1150">
              <a:solidFill>
                <a:schemeClr val="dk1"/>
              </a:solidFill>
            </a:endParaRPr>
          </a:p>
          <a:p>
            <a:pPr indent="0" lvl="0" marL="0" rtl="0" algn="l">
              <a:spcBef>
                <a:spcPts val="0"/>
              </a:spcBef>
              <a:spcAft>
                <a:spcPts val="0"/>
              </a:spcAft>
              <a:buNone/>
            </a:pPr>
            <a:r>
              <a:rPr lang="vi" sz="1150">
                <a:solidFill>
                  <a:schemeClr val="dk1"/>
                </a:solidFill>
              </a:rPr>
              <a:t>encerrado Caso encerrado Caso fechado</a:t>
            </a:r>
            <a:endParaRPr sz="1150">
              <a:solidFill>
                <a:schemeClr val="dk1"/>
              </a:solidFill>
            </a:endParaRPr>
          </a:p>
          <a:p>
            <a:pPr indent="0" lvl="0" marL="0" rtl="0" algn="l">
              <a:spcBef>
                <a:spcPts val="0"/>
              </a:spcBef>
              <a:spcAft>
                <a:spcPts val="0"/>
              </a:spcAft>
              <a:buNone/>
            </a:pPr>
            <a:r>
              <a:rPr lang="vi" sz="1150">
                <a:solidFill>
                  <a:schemeClr val="dk1"/>
                </a:solidFill>
              </a:rPr>
              <a:t>filme de detetive l famoso conan</a:t>
            </a:r>
            <a:endParaRPr sz="1150">
              <a:solidFill>
                <a:schemeClr val="dk1"/>
              </a:solidFill>
            </a:endParaRPr>
          </a:p>
          <a:p>
            <a:pPr indent="0" lvl="0" marL="0" rtl="0" algn="l">
              <a:spcBef>
                <a:spcPts val="0"/>
              </a:spcBef>
              <a:spcAft>
                <a:spcPts val="0"/>
              </a:spcAft>
              <a:buNone/>
            </a:pPr>
            <a:r>
              <a:rPr lang="vi" sz="1150">
                <a:solidFill>
                  <a:schemeClr val="dk1"/>
                </a:solidFill>
              </a:rPr>
              <a:t>conan tu pulmão famoso long tieng</a:t>
            </a:r>
            <a:endParaRPr sz="1150">
              <a:solidFill>
                <a:schemeClr val="dk1"/>
              </a:solidFill>
            </a:endParaRPr>
          </a:p>
          <a:p>
            <a:pPr indent="0" lvl="0" marL="0" rtl="0" algn="l">
              <a:spcBef>
                <a:spcPts val="0"/>
              </a:spcBef>
              <a:spcAft>
                <a:spcPts val="0"/>
              </a:spcAft>
              <a:buNone/>
            </a:pPr>
            <a:r>
              <a:rPr lang="vi" sz="1150">
                <a:solidFill>
                  <a:schemeClr val="dk1"/>
                </a:solidFill>
              </a:rPr>
              <a:t>famoso detetive conan narração vietnamita</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Detetive Conan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Você precisa pagar para assistir a dublagem completa do detetive Conan?</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Uma coisa que muitas pessoas que amam o famoso detetive Conan querem saber é se custa uma taxa para assistir. Para saber se “assistir a dublagem de filme do detetive Conan” custa ou não taxa e qual plataforma oferece serviços de alta qualidade, fique ligado!</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Detetive Conan é uma animação de detetive japonesa extremamente popular. Como resultado, não há sites de filmes online que enviem a versão de dublagem da série. Especificamente, se você paga uma taxa para assistir a filmes de Conan online, depende de você assisti-los em qual site. Atualmente, existem muitos sites que permitem aos usuários assistir o Detetive Conan vietsub gratuitamente. Mas também existem alguns sites que exigem pagamento para serem visualizados.</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Qual escolher entre o Detetive Conan vietsub e a versão dublagem?</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Isso depende de seus favoritos. Algumas pessoas gostam de assistir a versão do vietsub, mas também há pessoas que têm preguiça de ler a sub e preferem assistir a versão dublada. Em conclusão, basta escolher um site de filmes online respeitável, então a qualidade do detetive Conan legendado ou dublado não é diferente.</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319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Site de alta qualidade que fornece Detetive Conan apelidado</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92700"/>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Então, quais sites fornecem filme apelidado de Detetive Conan de alta qualidade? Embora existam muitos sites que carregaram esta série, um dos melhores é pops.vn. Compromisso de Popsvn: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Atualização mais rápida sobre novos episódios de Conan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Filmes full HD de alta qualidade, som vívido</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Conexão rápida, sem atrasos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Totalmente grátis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Adaptado para todos os dispositivos eletrônicos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Variedade de entretenimento diferente</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Então, se você quiser assistir a dublagem completa do Detetive Conan, acesse o site Pops.vn. Não iremos falhar com você!</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