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Amatic SC"/>
      <p:regular r:id="rId16"/>
      <p:bold r:id="rId17"/>
    </p:embeddedFont>
    <p:embeddedFont>
      <p:font typeface="Source Code Pr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SourceCodePr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maticSC-bold.fntdata"/><Relationship Id="rId16" Type="http://schemas.openxmlformats.org/officeDocument/2006/relationships/font" Target="fonts/AmaticSC-regular.fntdata"/><Relationship Id="rId5" Type="http://schemas.openxmlformats.org/officeDocument/2006/relationships/slide" Target="slides/slide1.xml"/><Relationship Id="rId19" Type="http://schemas.openxmlformats.org/officeDocument/2006/relationships/font" Target="fonts/SourceCodePro-bold.fntdata"/><Relationship Id="rId6" Type="http://schemas.openxmlformats.org/officeDocument/2006/relationships/slide" Target="slides/slide2.xml"/><Relationship Id="rId18" Type="http://schemas.openxmlformats.org/officeDocument/2006/relationships/font" Target="fonts/SourceCodePr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2100f420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2100f420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100f420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2100f420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2100f420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2100f420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100f420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2100f420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100f420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2100f420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2100f420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2100f420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100f420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100f420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2100f420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2100f420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2100f420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2100f420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2100f420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2100f420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ganarmasestatura.com/" TargetMode="External"/><Relationship Id="rId4" Type="http://schemas.openxmlformats.org/officeDocument/2006/relationships/hyperlink" Target="http://ganarmasestatura.com/" TargetMode="External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ganarmasestatura.com/que-es-ganar-estatura" TargetMode="External"/><Relationship Id="rId4" Type="http://schemas.openxmlformats.org/officeDocument/2006/relationships/hyperlink" Target="http://ganarmasestatura.com/que-es-ganar-estatura" TargetMode="External"/><Relationship Id="rId5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ganarmasestatura.com/ganar-estatura-descargar" TargetMode="External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ganarmasestatura.com/ganar-estatura-funciona" TargetMode="External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ganarmasestatura.com/ganar-estatura-gratis/" TargetMode="External"/><Relationship Id="rId4" Type="http://schemas.openxmlformats.org/officeDocument/2006/relationships/hyperlink" Target="http://ganarmasestatura.com/ganar-estatura-gratis/" TargetMode="External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ganarmasestatura.com/ganar-estatura-opiniones" TargetMode="External"/><Relationship Id="rId4" Type="http://schemas.openxmlformats.org/officeDocument/2006/relationships/hyperlink" Target="http://ganarmasestatura.com/ganar-estatura-opiniones" TargetMode="External"/><Relationship Id="rId5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ganarmasestatura.com/como-ganar-estatura-naturalmente/%20%E2%80%8E" TargetMode="External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ganarmasestatura.com/remedios-para-crecer-de-estatura" TargetMode="External"/><Relationship Id="rId4" Type="http://schemas.openxmlformats.org/officeDocument/2006/relationships/hyperlink" Target="http://ganarmasestatura.com/remedios-para-crecer-de-estatura" TargetMode="External"/><Relationship Id="rId5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ganarmasestatura.com/ejercicios-para-ganar-estatura" TargetMode="External"/><Relationship Id="rId4" Type="http://schemas.openxmlformats.org/officeDocument/2006/relationships/hyperlink" Target="http://ganarmasestatura.com/ejercicios-para-ganar-estatura" TargetMode="External"/><Relationship Id="rId5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ganarmasestatura.com/como-crecer-de-estatura" TargetMode="External"/><Relationship Id="rId4" Type="http://schemas.openxmlformats.org/officeDocument/2006/relationships/hyperlink" Target="http://ganarmasestatura.com/como-crecer-de-estatura" TargetMode="External"/><Relationship Id="rId5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ganarmasestatura.com/como-crecer-rapido" TargetMode="External"/><Relationship Id="rId4" Type="http://schemas.openxmlformats.org/officeDocument/2006/relationships/hyperlink" Target="http://ganarmasestatura.com/como-crecer-rapido" TargetMode="External"/><Relationship Id="rId5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1801950" y="122400"/>
            <a:ext cx="55401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1801950" y="0"/>
            <a:ext cx="5540100" cy="1143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Ganar Estatura</a:t>
            </a:r>
            <a:endParaRPr/>
          </a:p>
        </p:txBody>
      </p:sp>
      <p:pic>
        <p:nvPicPr>
          <p:cNvPr descr="ganar-estatura3.png" id="58" name="Google Shape;58;p1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402874"/>
            <a:ext cx="9144000" cy="282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699750" y="122400"/>
            <a:ext cx="77445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type="ctrTitle"/>
          </p:nvPr>
        </p:nvSpPr>
        <p:spPr>
          <a:xfrm>
            <a:off x="699900" y="122400"/>
            <a:ext cx="7744500" cy="89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 u="sng">
                <a:solidFill>
                  <a:schemeClr val="hlink"/>
                </a:solidFill>
                <a:hlinkClick r:id="rId3"/>
              </a:rPr>
              <a:t>¿Qué es Ganar Estatura?</a:t>
            </a:r>
            <a:endParaRPr sz="7200"/>
          </a:p>
        </p:txBody>
      </p:sp>
      <p:pic>
        <p:nvPicPr>
          <p:cNvPr id="65" name="Google Shape;65;p1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7037" l="6412" r="5629" t="6933"/>
          <a:stretch/>
        </p:blipFill>
        <p:spPr>
          <a:xfrm>
            <a:off x="3084938" y="1154675"/>
            <a:ext cx="2974125" cy="398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1017600" y="122400"/>
            <a:ext cx="71088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type="ctrTitle"/>
          </p:nvPr>
        </p:nvSpPr>
        <p:spPr>
          <a:xfrm>
            <a:off x="1017450" y="122400"/>
            <a:ext cx="7108800" cy="89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 u="sng">
                <a:solidFill>
                  <a:schemeClr val="hlink"/>
                </a:solidFill>
                <a:hlinkClick r:id="rId3"/>
              </a:rPr>
              <a:t> Descargar Ganar Estatura</a:t>
            </a:r>
            <a:endParaRPr sz="7200"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3456" l="0" r="3409" t="0"/>
          <a:stretch/>
        </p:blipFill>
        <p:spPr>
          <a:xfrm>
            <a:off x="2262762" y="1189650"/>
            <a:ext cx="4618475" cy="389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947700" y="122400"/>
            <a:ext cx="72486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type="ctrTitle"/>
          </p:nvPr>
        </p:nvSpPr>
        <p:spPr>
          <a:xfrm>
            <a:off x="947700" y="122400"/>
            <a:ext cx="7248600" cy="89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 u="sng">
                <a:solidFill>
                  <a:schemeClr val="hlink"/>
                </a:solidFill>
                <a:hlinkClick r:id="rId3"/>
              </a:rPr>
              <a:t>Ganar Estatura Funciona</a:t>
            </a:r>
            <a:endParaRPr sz="7200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5287" y="1212975"/>
            <a:ext cx="6833426" cy="38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965125" y="122400"/>
            <a:ext cx="70971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type="ctrTitle"/>
          </p:nvPr>
        </p:nvSpPr>
        <p:spPr>
          <a:xfrm>
            <a:off x="965250" y="122400"/>
            <a:ext cx="7097100" cy="89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 u="sng">
                <a:solidFill>
                  <a:schemeClr val="hlink"/>
                </a:solidFill>
                <a:hlinkClick r:id="rId3"/>
              </a:rPr>
              <a:t>Ganar Estatura Gratis</a:t>
            </a:r>
            <a:endParaRPr sz="7200"/>
          </a:p>
        </p:txBody>
      </p:sp>
      <p:pic>
        <p:nvPicPr>
          <p:cNvPr id="86" name="Google Shape;86;p1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5100" y="1212975"/>
            <a:ext cx="6993775" cy="38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941850" y="122400"/>
            <a:ext cx="72603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type="ctrTitle"/>
          </p:nvPr>
        </p:nvSpPr>
        <p:spPr>
          <a:xfrm>
            <a:off x="991375" y="122400"/>
            <a:ext cx="7210800" cy="89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 u="sng">
                <a:solidFill>
                  <a:schemeClr val="hlink"/>
                </a:solidFill>
                <a:hlinkClick r:id="rId3"/>
              </a:rPr>
              <a:t>Ganar Estatura Opiniones</a:t>
            </a:r>
            <a:endParaRPr sz="7200"/>
          </a:p>
        </p:txBody>
      </p:sp>
      <p:pic>
        <p:nvPicPr>
          <p:cNvPr id="93" name="Google Shape;93;p1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1025" y="1123774"/>
            <a:ext cx="5871500" cy="40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930150" y="122400"/>
            <a:ext cx="72837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type="ctrTitle"/>
          </p:nvPr>
        </p:nvSpPr>
        <p:spPr>
          <a:xfrm>
            <a:off x="874750" y="0"/>
            <a:ext cx="7339200" cy="1143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500" u="sng">
                <a:solidFill>
                  <a:schemeClr val="hlink"/>
                </a:solidFill>
                <a:hlinkClick r:id="rId3"/>
              </a:rPr>
              <a:t>¿Cómo ganar estatura naturalmente?</a:t>
            </a:r>
            <a:endParaRPr sz="5500"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4">
            <a:alphaModFix/>
          </a:blip>
          <a:srcRect b="6694" l="27053" r="29121" t="2717"/>
          <a:stretch/>
        </p:blipFill>
        <p:spPr>
          <a:xfrm>
            <a:off x="2128550" y="1208300"/>
            <a:ext cx="4886901" cy="381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965100" y="122400"/>
            <a:ext cx="72138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type="ctrTitle"/>
          </p:nvPr>
        </p:nvSpPr>
        <p:spPr>
          <a:xfrm>
            <a:off x="965100" y="122400"/>
            <a:ext cx="7213800" cy="89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500" u="sng">
                <a:solidFill>
                  <a:schemeClr val="hlink"/>
                </a:solidFill>
                <a:hlinkClick r:id="rId3"/>
              </a:rPr>
              <a:t>Remedios para crecer de estatura</a:t>
            </a:r>
            <a:endParaRPr sz="5500"/>
          </a:p>
        </p:txBody>
      </p:sp>
      <p:pic>
        <p:nvPicPr>
          <p:cNvPr id="107" name="Google Shape;107;p2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200" y="1236300"/>
            <a:ext cx="7325601" cy="38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/>
        </p:nvSpPr>
        <p:spPr>
          <a:xfrm>
            <a:off x="900900" y="122400"/>
            <a:ext cx="73422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>
            <p:ph type="ctrTitle"/>
          </p:nvPr>
        </p:nvSpPr>
        <p:spPr>
          <a:xfrm>
            <a:off x="900900" y="122400"/>
            <a:ext cx="7342200" cy="89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500" u="sng">
                <a:solidFill>
                  <a:schemeClr val="hlink"/>
                </a:solidFill>
                <a:hlinkClick r:id="rId3"/>
              </a:rPr>
              <a:t>Ejercicios para ganar estatura</a:t>
            </a:r>
            <a:endParaRPr sz="5500"/>
          </a:p>
        </p:txBody>
      </p:sp>
      <p:pic>
        <p:nvPicPr>
          <p:cNvPr id="114" name="Google Shape;114;p2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8075" y="1216576"/>
            <a:ext cx="6827850" cy="38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1274250" y="122400"/>
            <a:ext cx="65955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type="ctrTitle"/>
          </p:nvPr>
        </p:nvSpPr>
        <p:spPr>
          <a:xfrm>
            <a:off x="1274250" y="122400"/>
            <a:ext cx="6595500" cy="89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0" u="sng">
                <a:solidFill>
                  <a:schemeClr val="hlink"/>
                </a:solidFill>
                <a:hlinkClick r:id="rId3"/>
              </a:rPr>
              <a:t>¿Cómo crecer de estatura?</a:t>
            </a:r>
            <a:endParaRPr sz="6000"/>
          </a:p>
        </p:txBody>
      </p:sp>
      <p:pic>
        <p:nvPicPr>
          <p:cNvPr id="121" name="Google Shape;121;p22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17753" r="25920" t="0"/>
          <a:stretch/>
        </p:blipFill>
        <p:spPr>
          <a:xfrm>
            <a:off x="2942688" y="1201325"/>
            <a:ext cx="3258625" cy="39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/>
          <p:nvPr/>
        </p:nvSpPr>
        <p:spPr>
          <a:xfrm>
            <a:off x="1087650" y="122400"/>
            <a:ext cx="6968700" cy="898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62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 txBox="1"/>
          <p:nvPr>
            <p:ph type="ctrTitle"/>
          </p:nvPr>
        </p:nvSpPr>
        <p:spPr>
          <a:xfrm>
            <a:off x="1087650" y="122400"/>
            <a:ext cx="6968700" cy="89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0" u="sng">
                <a:solidFill>
                  <a:schemeClr val="hlink"/>
                </a:solidFill>
                <a:hlinkClick r:id="rId3"/>
              </a:rPr>
              <a:t>¿Cómo crecer rápido?</a:t>
            </a:r>
            <a:endParaRPr sz="6000"/>
          </a:p>
        </p:txBody>
      </p:sp>
      <p:pic>
        <p:nvPicPr>
          <p:cNvPr id="128" name="Google Shape;128;p2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3125" y="1182200"/>
            <a:ext cx="6157750" cy="389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