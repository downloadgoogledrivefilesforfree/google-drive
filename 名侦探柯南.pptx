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康南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剧场版柯南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手表柯南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漫画柯南注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名侦探柯南知道越南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看动画片柯南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柯南剧场版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动漫柯南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柯南越南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柯南动漫</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柯南-封闭式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电影著名的名侦探柯南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著名的柯南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柯南看着著名的侦探柯南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剧场版鉴赏家</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，参观闻名柯南疃thuyet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看柯南著名的侦探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柯南电影声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柯南新山一MOI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动画片名侦探柯南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TRON博柯南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柯南著名的侦探TRON博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电影柯南牛逼自己的血漫画全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动画名侦探柯南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观看电影柯南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柯南著名的侦探情节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表壳封闭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柯南采取TU著名注意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卡通休息案例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一尼姆·柯南著名侦探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电影柯南·特伦·波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观看动漫案例关闭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剧集涉及著名</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卡通柯南漫画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柯南著名侦探剧集</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电影笔记NOTES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柯南柯南柯南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an柯南柯南ho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模块化柯南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动漫柯南TRON博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柯南著名的侦探完整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的电影柯南 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看动画片柯南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hinh柯南漫画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侦探柯南插曲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侦探片升著名柯南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柯南恩肺成名已久的tieng</a:t>
            </a:r>
            <a:endParaRPr>
              <a:solidFill>
                <a:schemeClr val="dk1"/>
              </a:solidFill>
            </a:endParaRPr>
          </a:p>
          <a:p>
            <a:pPr indent="0" lvl="0" marL="0" rtl="0" algn="l">
              <a:spcBef>
                <a:spcPts val="0"/>
              </a:spcBef>
              <a:spcAft>
                <a:spcPts val="0"/>
              </a:spcAft>
              <a:buNone/>
            </a:pPr>
            <a:r>
              <a:rPr lang="vi">
                <a:solidFill>
                  <a:schemeClr val="dk1"/>
                </a:solidFill>
              </a:rPr>
              <a:t>著名名侦探柯南配音越南</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康南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剧场版柯南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手表柯南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漫画柯南注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名侦探柯南知道越南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看动画片柯南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柯南剧场版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动漫柯南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柯南越南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柯南动漫</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柯南-封闭式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电影著名的名侦探柯南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著名的柯南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柯南看着著名的侦探柯南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剧场版鉴赏家</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，参观闻名柯南疃thuyet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看柯南著名的侦探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柯南电影声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柯南新山一MOI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动画片名侦探柯南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TRON博柯南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柯南著名的侦探TRON博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电影柯南牛逼自己的血漫画全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动画名侦探柯南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观看电影柯南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柯南著名的侦探情节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表壳封闭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柯南采取TU著名注意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卡通休息案例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一尼姆·柯南著名侦探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电影柯南·特伦·波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观看动漫案例关闭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剧集涉及著名</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卡通柯南漫画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柯南著名侦探剧集</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电影笔记NOTES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柯南柯南柯南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an柯南柯南ho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模块化柯南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动漫柯南TRON博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柯南著名的侦探完整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的电影柯南 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看动画片柯南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hinh柯南漫画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侦探柯南插曲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侦探片升著名柯南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柯南恩肺成名已久的tieng</a:t>
            </a:r>
            <a:endParaRPr>
              <a:solidFill>
                <a:schemeClr val="dk1"/>
              </a:solidFill>
            </a:endParaRPr>
          </a:p>
          <a:p>
            <a:pPr indent="0" lvl="0" marL="0" rtl="0" algn="l">
              <a:spcBef>
                <a:spcPts val="0"/>
              </a:spcBef>
              <a:spcAft>
                <a:spcPts val="0"/>
              </a:spcAft>
              <a:buNone/>
            </a:pPr>
            <a:r>
              <a:rPr lang="vi">
                <a:solidFill>
                  <a:schemeClr val="dk1"/>
                </a:solidFill>
              </a:rPr>
              <a:t>著名名侦探柯南配音越南</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康南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剧场版柯南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手表柯南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漫画柯南注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名侦探柯南知道越南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看动画片柯南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柯南剧场版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动漫柯南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柯南越南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柯南动漫</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柯南-封闭式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电影著名的名侦探柯南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著名的柯南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柯南看着著名的侦探柯南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剧场版鉴赏家</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，参观闻名柯南疃thuyet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看柯南著名的侦探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柯南电影声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柯南新山一MOI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动画片名侦探柯南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TRON博柯南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柯南著名的侦探TRON博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电影柯南牛逼自己的血漫画全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动画名侦探柯南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观看电影柯南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柯南著名的侦探情节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表壳封闭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柯南采取TU著名注意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卡通休息案例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一尼姆·柯南著名侦探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电影柯南·特伦·波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观看动漫案例关闭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剧集涉及著名</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卡通柯南漫画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柯南著名侦探剧集</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电影笔记NOTES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柯南柯南柯南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an柯南柯南ho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模块化柯南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动漫柯南TRON博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柯南著名的侦探完整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的电影柯南 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看动画片柯南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hinh柯南漫画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侦探柯南插曲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侦探片升著名柯南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柯南恩肺成名已久的tieng</a:t>
            </a:r>
            <a:endParaRPr>
              <a:solidFill>
                <a:schemeClr val="dk1"/>
              </a:solidFill>
            </a:endParaRPr>
          </a:p>
          <a:p>
            <a:pPr indent="0" lvl="0" marL="0" rtl="0" algn="l">
              <a:spcBef>
                <a:spcPts val="0"/>
              </a:spcBef>
              <a:spcAft>
                <a:spcPts val="0"/>
              </a:spcAft>
              <a:buNone/>
            </a:pPr>
            <a:r>
              <a:rPr lang="vi">
                <a:solidFill>
                  <a:schemeClr val="dk1"/>
                </a:solidFill>
              </a:rPr>
              <a:t>著名名侦探柯南配音越南</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康南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剧场版柯南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手表柯南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漫画柯南注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名侦探柯南知道越南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看动画片柯南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柯南剧场版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动漫柯南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柯南越南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柯南动漫</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柯南-封闭式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电影著名的名侦探柯南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著名的柯南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柯南看着著名的侦探柯南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剧场版鉴赏家</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，参观闻名柯南疃thuyet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看柯南著名的侦探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柯南电影声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柯南新山一MOI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动画片名侦探柯南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TRON博柯南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柯南著名的侦探TRON博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电影柯南牛逼自己的血漫画全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动画名侦探柯南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观看电影柯南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柯南著名的侦探情节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表壳封闭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柯南采取TU著名注意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卡通休息案例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一尼姆·柯南著名侦探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电影柯南·特伦·波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观看动漫案例关闭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剧集涉及著名</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卡通柯南漫画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柯南著名侦探剧集</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电影笔记NOTES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柯南柯南柯南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an柯南柯南ho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模块化柯南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动漫柯南TRON博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柯南著名的侦探完整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的电影柯南 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看动画片柯南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hinh柯南漫画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侦探柯南插曲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侦探片升著名柯南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柯南恩肺成名已久的tieng</a:t>
            </a:r>
            <a:endParaRPr>
              <a:solidFill>
                <a:schemeClr val="dk1"/>
              </a:solidFill>
            </a:endParaRPr>
          </a:p>
          <a:p>
            <a:pPr indent="0" lvl="0" marL="0" rtl="0" algn="l">
              <a:spcBef>
                <a:spcPts val="0"/>
              </a:spcBef>
              <a:spcAft>
                <a:spcPts val="0"/>
              </a:spcAft>
              <a:buNone/>
            </a:pPr>
            <a:r>
              <a:rPr lang="vi">
                <a:solidFill>
                  <a:schemeClr val="dk1"/>
                </a:solidFill>
              </a:rPr>
              <a:t>著名名侦探柯南配音越南</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康南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剧场版柯南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手表柯南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漫画柯南注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名侦探柯南知道越南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看动画片柯南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柯南剧场版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动漫柯南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柯南越南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柯南动漫</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柯南-封闭式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电影著名的名侦探柯南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著名的柯南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柯南看着著名的侦探柯南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剧场版鉴赏家</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，参观闻名柯南疃thuyet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看柯南著名的侦探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柯南电影声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柯南新山一MOI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动画片名侦探柯南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TRON博柯南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柯南著名的侦探TRON博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电影柯南牛逼自己的血漫画全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动画名侦探柯南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侦探柯南配音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观看电影柯南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柯南著名的侦探情节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表壳封闭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柯南采取TU著名注意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卡通休息案例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一尼姆·柯南著名侦探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电影柯南·特伦·波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观看动漫案例关闭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剧集涉及著名</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卡通柯南漫画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柯南著名侦探剧集</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案例关闭</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电影笔记NOTES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柯南柯南柯南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an柯南柯南ho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模块化柯南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动漫柯南TRON博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柯南著名的侦探完整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的电影柯南 著名的侦探</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看动画片柯南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hinh柯南漫画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卡通柯南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侦探柯南插曲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名侦探柯南侦探柯南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侦探片升著名柯南</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柯南恩肺成名已久的tieng</a:t>
            </a:r>
            <a:endParaRPr>
              <a:solidFill>
                <a:schemeClr val="dk1"/>
              </a:solidFill>
            </a:endParaRPr>
          </a:p>
          <a:p>
            <a:pPr indent="0" lvl="0" marL="0" rtl="0" algn="l">
              <a:spcBef>
                <a:spcPts val="0"/>
              </a:spcBef>
              <a:spcAft>
                <a:spcPts val="0"/>
              </a:spcAft>
              <a:buNone/>
            </a:pPr>
            <a:r>
              <a:rPr lang="vi">
                <a:solidFill>
                  <a:schemeClr val="dk1"/>
                </a:solidFill>
              </a:rPr>
              <a:t>著名名侦探柯南配音越南</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名侦探柯南</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1.您需要付费观看名叫柯南的侦探柯南吗？</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许多爱著名侦探柯南的人想知道的一件事是，看电视是否要付费？ 要了解“观看名侦探柯南配音电影”是否需要付费，以及哪个平台可以提供高质量的服务，敬请期待！</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名侦探柯南是日本最受欢迎的侦探动画。 结果，没有在线电影网站上载该系列的配音版本。 具体来说，如果您支付在线观看柯南电影的费用，则取决于您在哪个网站上观看电影。 当前，有许多网站允许用户免费观看名侦探柯南越战。 但也有一些网站需要付费才能查看。</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Which to choose between Detective Conan vietsub and dubbing version?</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这取决于您的收藏夹。 有些人喜欢看vietsub版本，但也有些人懒于阅读字幕，而喜欢看配音版本。 综上所述，只要选择一个信誉良好的在线电影网站，柯南被掩盖或配音的侦探质量就没有什么不同。</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31950"/>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3.提供侦探柯南的高品质网站</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9878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那么哪些网站提供高品质名侦探柯南的电影？ 尽管有许多网站上传了该系列文章，但最好的网站之一是pops.vn。 Popsvn的承诺：</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有关新柯南剧集的最快更新</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高品质的全高清电影，生动的声音</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快速连接，无滞后</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完全免费</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适用于所有电子设备</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各种娱乐方式</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因此，如果您想观看完整的配音名侦探柯南，请访问Pops.vn网站。 我们不会让你失望的！</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