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oltre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noto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sul famoso conan 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il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conan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conoscitore di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visita il famoso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guardando i famosi polizieschi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conan doppiato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cartoni animati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over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vedere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doppiato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guardare 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celebre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famoso detective 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anime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famoso poliziesco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dramma coinvolto tu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 comico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fumetto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guardando i 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fumetti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poliziesco l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famoso lungo tieng</a:t>
            </a:r>
            <a:endParaRPr>
              <a:solidFill>
                <a:schemeClr val="dk1"/>
              </a:solidFill>
            </a:endParaRPr>
          </a:p>
          <a:p>
            <a:pPr indent="0" lvl="0" marL="0" rtl="0" algn="l">
              <a:spcBef>
                <a:spcPts val="0"/>
              </a:spcBef>
              <a:spcAft>
                <a:spcPts val="0"/>
              </a:spcAft>
              <a:buNone/>
            </a:pPr>
            <a:r>
              <a:rPr lang="vi">
                <a:solidFill>
                  <a:schemeClr val="dk1"/>
                </a:solidFill>
              </a:rPr>
              <a:t>famoso detective conan voce fuori campo vietnamita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oltre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noto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sul famoso conan 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il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conan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conoscitore di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visita il famoso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guardando i famosi polizieschi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conan doppiato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cartoni animati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over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vedere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doppiato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guardare 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celebre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famoso detective 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anime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famoso poliziesco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dramma coinvolto tu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 comico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fumetto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guardando i 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fumetti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poliziesco l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famoso lungo tieng</a:t>
            </a:r>
            <a:endParaRPr>
              <a:solidFill>
                <a:schemeClr val="dk1"/>
              </a:solidFill>
            </a:endParaRPr>
          </a:p>
          <a:p>
            <a:pPr indent="0" lvl="0" marL="0" rtl="0" algn="l">
              <a:spcBef>
                <a:spcPts val="0"/>
              </a:spcBef>
              <a:spcAft>
                <a:spcPts val="0"/>
              </a:spcAft>
              <a:buNone/>
            </a:pPr>
            <a:r>
              <a:rPr lang="vi">
                <a:solidFill>
                  <a:schemeClr val="dk1"/>
                </a:solidFill>
              </a:rPr>
              <a:t>famoso detective conan voce fuori campo vietnamita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oltre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noto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sul famoso conan 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il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conan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conoscitore di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visita il famoso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guardando i famosi polizieschi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conan doppiato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cartoni animati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over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vedere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doppiato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guardare 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celebre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famoso detective 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anime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famoso poliziesco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dramma coinvolto tu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 comico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fumetto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guardando i 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fumetti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poliziesco l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famoso lungo tieng</a:t>
            </a:r>
            <a:endParaRPr>
              <a:solidFill>
                <a:schemeClr val="dk1"/>
              </a:solidFill>
            </a:endParaRPr>
          </a:p>
          <a:p>
            <a:pPr indent="0" lvl="0" marL="0" rtl="0" algn="l">
              <a:spcBef>
                <a:spcPts val="0"/>
              </a:spcBef>
              <a:spcAft>
                <a:spcPts val="0"/>
              </a:spcAft>
              <a:buNone/>
            </a:pPr>
            <a:r>
              <a:rPr lang="vi">
                <a:solidFill>
                  <a:schemeClr val="dk1"/>
                </a:solidFill>
              </a:rPr>
              <a:t>famoso detective conan voce fuori campo vietnamita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oltre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noto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sul famoso conan 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il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conan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conoscitore di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visita il famoso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guardando i famosi polizieschi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conan doppiato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cartoni animati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over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vedere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doppiato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guardare 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celebre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famoso detective 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anime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famoso poliziesco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dramma coinvolto tu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 comico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fumetto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guardando i 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fumetti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poliziesco l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famoso lungo tieng</a:t>
            </a:r>
            <a:endParaRPr>
              <a:solidFill>
                <a:schemeClr val="dk1"/>
              </a:solidFill>
            </a:endParaRPr>
          </a:p>
          <a:p>
            <a:pPr indent="0" lvl="0" marL="0" rtl="0" algn="l">
              <a:spcBef>
                <a:spcPts val="0"/>
              </a:spcBef>
              <a:spcAft>
                <a:spcPts val="0"/>
              </a:spcAft>
              <a:buNone/>
            </a:pPr>
            <a:r>
              <a:rPr lang="vi">
                <a:solidFill>
                  <a:schemeClr val="dk1"/>
                </a:solidFill>
              </a:rPr>
              <a:t>famoso detective conan voce fuori campo vietnamita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oltre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noto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sul famoso conan 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il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conan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conoscitore di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visita il famoso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guardando i famosi polizieschi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conan doppiato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cartoni animati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over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vedere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doppiato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guardare 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celebre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famoso detective 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 anime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famoso poliziesco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dramma coinvolto tu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 comico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fumetto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NOTE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cartone animato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guardando i 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fumetti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cartoni animati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chiuso caso chiuso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poliziesco l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famoso lungo tieng</a:t>
            </a:r>
            <a:endParaRPr>
              <a:solidFill>
                <a:schemeClr val="dk1"/>
              </a:solidFill>
            </a:endParaRPr>
          </a:p>
          <a:p>
            <a:pPr indent="0" lvl="0" marL="0" rtl="0" algn="l">
              <a:spcBef>
                <a:spcPts val="0"/>
              </a:spcBef>
              <a:spcAft>
                <a:spcPts val="0"/>
              </a:spcAft>
              <a:buNone/>
            </a:pPr>
            <a:r>
              <a:rPr lang="vi">
                <a:solidFill>
                  <a:schemeClr val="dk1"/>
                </a:solidFill>
              </a:rPr>
              <a:t>famoso detective conan voce fuori campo vietnamita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hyperlink" Target="https://sites.google.com/view/pops-app-vn/series/tham-tu-lung-danh-conan-5e857135574ebb00334427a2" TargetMode="External"/><Relationship Id="rId5" Type="http://schemas.openxmlformats.org/officeDocument/2006/relationships/hyperlink" Target="https://sites.google.com/view/pops-app-vn/series/tham-tu-lung-danh-conan-5e857135574ebb00334427a2" TargetMode="External"/><Relationship Id="rId6"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D</a:t>
            </a:r>
            <a:r>
              <a:rPr lang="vi" u="sng">
                <a:solidFill>
                  <a:schemeClr val="hlink"/>
                </a:solidFill>
                <a:hlinkClick r:id="rId4"/>
              </a:rPr>
              <a:t>etective</a:t>
            </a:r>
            <a:r>
              <a:rPr lang="vi" u="sng">
                <a:solidFill>
                  <a:schemeClr val="hlink"/>
                </a:solidFill>
                <a:hlinkClick r:id="rId5"/>
              </a:rPr>
              <a:t> Conan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6">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Devi pagare per guardare il detective Conan doppiato al completo?</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Una cosa che molte persone che amano il famoso detective Conan vogliono sapere è se guardarlo costa una commissione? Per sapere se "guardare il film di doppiaggio del detective Conan" costa o meno e quale piattaforma fornisce servizi di alta qualità, rimanete sintonizzati!</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Detective Conan è un'animazione poliziesca giapponese estremamente popolare. Di conseguenza, non ci sono siti di film online che caricano la versione doppiaggio della serie. In particolare, se paghi una commissione per guardare i film di Conan online, spetta a te guardarli su quale sito web. Attualmente, ci sono molti siti Web che consentono agli utenti di guardare Detective Conan vietsub gratuitamente. Ma ci sono anche alcuni siti web che richiedono un pagamento per essere visualizzati.</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Which to choose between Detective Conan vietsub and dubbing version?</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Dipende dai tuoi preferiti. Ad alcune persone piace guardare la versione di vietsub, ma ci sono anche persone che sono pigre nel leggere il sottotitolo e preferiscono guardare la versione doppiata. In conclusione, basta scegliere un sito Web di film online rispettabile, quindi la qualità del detective Conan sottotitolato o doppiato non è diversa.</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31950"/>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Sito web di alta qualità che fornisce Detective Conan soprannominato</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9878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Quindi quali siti Web che forniscono film di alta qualità Detective Conan hanno doppiato? Sebbene ci siano molti siti Web che hanno caricato questa serie, uno dei migliori è pops.vn. L'impegno di Popsvn: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Aggiornamento più veloce sui nuovi episodi di Conan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Film Full HD di alta qualità, suono vivido</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Connessione veloce, nessun ritardo</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Completamente gratis</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Adattato a tutti i dispositivi elettronici</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Varietà di intrattenimento diverso</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Quindi, se vuoi vedere il doppiaggio completo di Detective Conan, accedi al sito web Pops.vn. Non ti deluderemo!</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