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11f5e79e027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11f5e79e027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11f5e79e02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11f5e79e02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1f5e79e02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1f5e79e02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5fe9204e3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5fe9204e3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f30009d4dd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f30009d4dd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1a9fae7d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1a9fae7d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hyperlink" Target="https://docs.google.com/spreadsheets/d/1zPfuhk9jPK1ZbD3KHhR0ExVRJfh6gvNi7-XUh8xTotc/" TargetMode="External"/><Relationship Id="rId10" Type="http://schemas.openxmlformats.org/officeDocument/2006/relationships/hyperlink" Target="https://docs.google.com/drawings/d/11Q2QKk52C9GBtux3y1uey4E85a3eR68F8Q-vmcgUnoQ/" TargetMode="External"/><Relationship Id="rId13" Type="http://schemas.openxmlformats.org/officeDocument/2006/relationships/hyperlink" Target="https://lou37.com/" TargetMode="External"/><Relationship Id="rId12" Type="http://schemas.openxmlformats.org/officeDocument/2006/relationships/hyperlink" Target="https://www.google.com/maps/d/edit?mid=18yW_DhqhZuLQ7S6QUgou-0NK_Ao5Vio&amp;usp=sharing" TargetMode="External"/><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lou37.com/" TargetMode="External"/><Relationship Id="rId4" Type="http://schemas.openxmlformats.org/officeDocument/2006/relationships/hyperlink" Target="https://lou37.com/" TargetMode="External"/><Relationship Id="rId9" Type="http://schemas.openxmlformats.org/officeDocument/2006/relationships/hyperlink" Target="https://docs.google.com/presentation/d/17OOykrzhtO7jbaHHV9eRFO4yAcEj2vNtbixwByG3-9g/edit#slide=id.p" TargetMode="External"/><Relationship Id="rId15" Type="http://schemas.openxmlformats.org/officeDocument/2006/relationships/hyperlink" Target="https://lou37.com/" TargetMode="External"/><Relationship Id="rId14" Type="http://schemas.openxmlformats.org/officeDocument/2006/relationships/hyperlink" Target="https://lou37.com/" TargetMode="External"/><Relationship Id="rId17" Type="http://schemas.openxmlformats.org/officeDocument/2006/relationships/image" Target="../media/image1.jpg"/><Relationship Id="rId16" Type="http://schemas.openxmlformats.org/officeDocument/2006/relationships/hyperlink" Target="https://lou37.com/" TargetMode="External"/><Relationship Id="rId5" Type="http://schemas.openxmlformats.org/officeDocument/2006/relationships/hyperlink" Target="https://drive.google.com/drive/folders/1fTy_-9TGJv9XSyq9KgUQpi7jE5TjlMAi" TargetMode="External"/><Relationship Id="rId6" Type="http://schemas.openxmlformats.org/officeDocument/2006/relationships/hyperlink" Target="https://drive.google.com/drive/folders/1V-et-OGDy9dl8-9YrkgSdoF6Aema_Be6" TargetMode="External"/><Relationship Id="rId7" Type="http://schemas.openxmlformats.org/officeDocument/2006/relationships/hyperlink" Target="https://drive.google.com/drive/folders/1uykavxNs0Cp04ZPDdrG2CnfoA3aOaq0p" TargetMode="External"/><Relationship Id="rId8" Type="http://schemas.openxmlformats.org/officeDocument/2006/relationships/hyperlink" Target="https://drive.google.com/drive/folders/1j3fj2pMFpnNMkA7Io2MEHVODJTLPx2cU"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40" Type="http://schemas.openxmlformats.org/officeDocument/2006/relationships/hyperlink" Target="https://hub.docker.com/u/lou37com" TargetMode="External"/><Relationship Id="rId42" Type="http://schemas.openxmlformats.org/officeDocument/2006/relationships/hyperlink" Target="https://500px.com/p/lou37com" TargetMode="External"/><Relationship Id="rId41" Type="http://schemas.openxmlformats.org/officeDocument/2006/relationships/hyperlink" Target="https://community.cisco.com/t5/user/viewprofilepage/user-id/1638310" TargetMode="External"/><Relationship Id="rId44" Type="http://schemas.openxmlformats.org/officeDocument/2006/relationships/hyperlink" Target="https://www.theknot.com/us/lou37com-lou37com-and-lou37com-lou37com" TargetMode="External"/><Relationship Id="rId43" Type="http://schemas.openxmlformats.org/officeDocument/2006/relationships/hyperlink" Target="https://vws.vektor-inc.co.jp/forums/users/46253" TargetMode="External"/><Relationship Id="rId46" Type="http://schemas.openxmlformats.org/officeDocument/2006/relationships/hyperlink" Target="https://small-goose-6a9.notion.site/LOU37-4016d1932b4a46c1b2a5c7834d11b12a?pvs=4" TargetMode="External"/><Relationship Id="rId45" Type="http://schemas.openxmlformats.org/officeDocument/2006/relationships/hyperlink" Target="https://www.producthunt.com/@lou37com" TargetMode="External"/><Relationship Id="rId107" Type="http://schemas.openxmlformats.org/officeDocument/2006/relationships/hyperlink" Target="http://hcxadmin310.kir.jp/it-solutions/hcxwiki/index.php?lou37com" TargetMode="External"/><Relationship Id="rId106" Type="http://schemas.openxmlformats.org/officeDocument/2006/relationships/hyperlink" Target="https://micro.blog/lou37com" TargetMode="External"/><Relationship Id="rId105" Type="http://schemas.openxmlformats.org/officeDocument/2006/relationships/hyperlink" Target="https://www.elephantjournal.com/profile/lou37com/" TargetMode="External"/><Relationship Id="rId104" Type="http://schemas.openxmlformats.org/officeDocument/2006/relationships/hyperlink" Target="https://play.eslgaming.com/player/19751639/" TargetMode="External"/><Relationship Id="rId109" Type="http://schemas.openxmlformats.org/officeDocument/2006/relationships/hyperlink" Target="https://vocal.media/authors/lou37com" TargetMode="External"/><Relationship Id="rId108" Type="http://schemas.openxmlformats.org/officeDocument/2006/relationships/hyperlink" Target="https://www.emoneyspace.com/lou37com" TargetMode="External"/><Relationship Id="rId48" Type="http://schemas.openxmlformats.org/officeDocument/2006/relationships/hyperlink" Target="https://sketchfab.com/lou37com" TargetMode="External"/><Relationship Id="rId47" Type="http://schemas.openxmlformats.org/officeDocument/2006/relationships/hyperlink" Target="https://profile.ameba.jp/ameba/lou37com" TargetMode="External"/><Relationship Id="rId49" Type="http://schemas.openxmlformats.org/officeDocument/2006/relationships/hyperlink" Target="https://www.discogs.com/user/lou37com" TargetMode="External"/><Relationship Id="rId103" Type="http://schemas.openxmlformats.org/officeDocument/2006/relationships/hyperlink" Target="https://www.furaffinity.net/user/lou37com" TargetMode="External"/><Relationship Id="rId102" Type="http://schemas.openxmlformats.org/officeDocument/2006/relationships/hyperlink" Target="https://www.spigotmc.org/members/lou37com.1917551/" TargetMode="External"/><Relationship Id="rId101" Type="http://schemas.openxmlformats.org/officeDocument/2006/relationships/hyperlink" Target="https://gitlab.nic.cz/lou37com" TargetMode="External"/><Relationship Id="rId100" Type="http://schemas.openxmlformats.org/officeDocument/2006/relationships/hyperlink" Target="https://mastodon.online/@lou37com" TargetMode="External"/><Relationship Id="rId31" Type="http://schemas.openxmlformats.org/officeDocument/2006/relationships/hyperlink" Target="https://archive.org/details/@lou37com" TargetMode="External"/><Relationship Id="rId30" Type="http://schemas.openxmlformats.org/officeDocument/2006/relationships/hyperlink" Target="https://profile.hatena.ne.jp/lou37com/profile" TargetMode="External"/><Relationship Id="rId33" Type="http://schemas.openxmlformats.org/officeDocument/2006/relationships/hyperlink" Target="https://issuu.com/lou37com" TargetMode="External"/><Relationship Id="rId32" Type="http://schemas.openxmlformats.org/officeDocument/2006/relationships/hyperlink" Target="https://ok.ru/profile/605331410197/statuses/156577446303765" TargetMode="External"/><Relationship Id="rId35" Type="http://schemas.openxmlformats.org/officeDocument/2006/relationships/hyperlink" Target="https://lou37com.bandcamp.com/album/lou37" TargetMode="External"/><Relationship Id="rId34" Type="http://schemas.openxmlformats.org/officeDocument/2006/relationships/hyperlink" Target="https://www.twitch.tv/lou37com" TargetMode="External"/><Relationship Id="rId37" Type="http://schemas.openxmlformats.org/officeDocument/2006/relationships/hyperlink" Target="https://about.me/lou37com" TargetMode="External"/><Relationship Id="rId36" Type="http://schemas.openxmlformats.org/officeDocument/2006/relationships/hyperlink" Target="https://feedly.com/i/subscription/feed%2Fhttps%3A%2F%2Flou37.com%2Ffeed%2F" TargetMode="External"/><Relationship Id="rId39" Type="http://schemas.openxmlformats.org/officeDocument/2006/relationships/hyperlink" Target="https://codepen.io/lou37com" TargetMode="External"/><Relationship Id="rId38" Type="http://schemas.openxmlformats.org/officeDocument/2006/relationships/hyperlink" Target="https://tawk.to/lou37com" TargetMode="External"/><Relationship Id="rId20" Type="http://schemas.openxmlformats.org/officeDocument/2006/relationships/hyperlink" Target="https://wakelet.com/@lou37com" TargetMode="External"/><Relationship Id="rId22" Type="http://schemas.openxmlformats.org/officeDocument/2006/relationships/hyperlink" Target="https://colab.research.google.com/drive/1gKayhdhMYsy1JU4KqxI80bXfhcJK3ujz?usp=sharing" TargetMode="External"/><Relationship Id="rId21" Type="http://schemas.openxmlformats.org/officeDocument/2006/relationships/hyperlink" Target="https://www.scoop.it/u/lou37com" TargetMode="External"/><Relationship Id="rId24" Type="http://schemas.openxmlformats.org/officeDocument/2006/relationships/hyperlink" Target="https://social.technet.microsoft.com/profile/lou37com/" TargetMode="External"/><Relationship Id="rId23" Type="http://schemas.openxmlformats.org/officeDocument/2006/relationships/hyperlink" Target="https://social.msdn.microsoft.com/Profile/lou37com" TargetMode="External"/><Relationship Id="rId129" Type="http://schemas.openxmlformats.org/officeDocument/2006/relationships/hyperlink" Target="https://app.scholasticahq.com/scholars/244691-lou37" TargetMode="External"/><Relationship Id="rId128" Type="http://schemas.openxmlformats.org/officeDocument/2006/relationships/hyperlink" Target="https://lou37com.danghungphong15.repl.co/" TargetMode="External"/><Relationship Id="rId127" Type="http://schemas.openxmlformats.org/officeDocument/2006/relationships/hyperlink" Target="https://www.jigsawplanet.com/lou37com?viewas=36b548ecb56e" TargetMode="External"/><Relationship Id="rId126" Type="http://schemas.openxmlformats.org/officeDocument/2006/relationships/hyperlink" Target="http://users.atw.hu/tuleles/phpBB2/profile.php?mode=viewprofile&amp;u=20909" TargetMode="External"/><Relationship Id="rId26" Type="http://schemas.openxmlformats.org/officeDocument/2006/relationships/hyperlink" Target="https://www.blogger.com/profile/07123635442110845708" TargetMode="External"/><Relationship Id="rId121" Type="http://schemas.openxmlformats.org/officeDocument/2006/relationships/hyperlink" Target="https://booklog.jp/users/lou37com/profile" TargetMode="External"/><Relationship Id="rId25" Type="http://schemas.openxmlformats.org/officeDocument/2006/relationships/hyperlink" Target="https://bbs.now.qq.com/?6201621" TargetMode="External"/><Relationship Id="rId120" Type="http://schemas.openxmlformats.org/officeDocument/2006/relationships/hyperlink" Target="https://magic.ly/lou37com" TargetMode="External"/><Relationship Id="rId28" Type="http://schemas.openxmlformats.org/officeDocument/2006/relationships/hyperlink" Target="https://talk.plesk.com/members/lou37com.311289/" TargetMode="External"/><Relationship Id="rId27" Type="http://schemas.openxmlformats.org/officeDocument/2006/relationships/hyperlink" Target="https://gravatar.com/lou37com" TargetMode="External"/><Relationship Id="rId125" Type="http://schemas.openxmlformats.org/officeDocument/2006/relationships/hyperlink" Target="https://www.wpgmaps.com/forums/users/lou37com/" TargetMode="External"/><Relationship Id="rId29" Type="http://schemas.openxmlformats.org/officeDocument/2006/relationships/hyperlink" Target="https://www.openstreetmap.org/user/LOU37%20%E8%89%B2%E6%83%85%E5%B0%8F%E8%AF%B4" TargetMode="External"/><Relationship Id="rId124" Type="http://schemas.openxmlformats.org/officeDocument/2006/relationships/hyperlink" Target="https://www.myminifactory.com/users/lou37com" TargetMode="External"/><Relationship Id="rId123" Type="http://schemas.openxmlformats.org/officeDocument/2006/relationships/hyperlink" Target="https://socialtrain.stage.lithium.com/t5/user/viewprofilepage/user-id/32465" TargetMode="External"/><Relationship Id="rId122" Type="http://schemas.openxmlformats.org/officeDocument/2006/relationships/hyperlink" Target="https://coub.com/lou37com" TargetMode="External"/><Relationship Id="rId95" Type="http://schemas.openxmlformats.org/officeDocument/2006/relationships/hyperlink" Target="https://hackmd.io/@lou37com/HkogSHTNT" TargetMode="External"/><Relationship Id="rId94" Type="http://schemas.openxmlformats.org/officeDocument/2006/relationships/hyperlink" Target="https://leetcode.com/lou37com/" TargetMode="External"/><Relationship Id="rId97" Type="http://schemas.openxmlformats.org/officeDocument/2006/relationships/hyperlink" Target="https://pxhere.com/en/photographer/4128944" TargetMode="External"/><Relationship Id="rId96" Type="http://schemas.openxmlformats.org/officeDocument/2006/relationships/hyperlink" Target="https://replit.com/@danghungphong15" TargetMode="External"/><Relationship Id="rId11" Type="http://schemas.openxmlformats.org/officeDocument/2006/relationships/hyperlink" Target="https://www.deviantart.com/lou37com" TargetMode="External"/><Relationship Id="rId99" Type="http://schemas.openxmlformats.org/officeDocument/2006/relationships/hyperlink" Target="https://www.kfz-betrieb.vogel.de/community/user/danghungphong1577" TargetMode="External"/><Relationship Id="rId10" Type="http://schemas.openxmlformats.org/officeDocument/2006/relationships/hyperlink" Target="https://www.diigo.com/user/lou37com" TargetMode="External"/><Relationship Id="rId98" Type="http://schemas.openxmlformats.org/officeDocument/2006/relationships/hyperlink" Target="https://glitch.com/@lou37com" TargetMode="External"/><Relationship Id="rId13" Type="http://schemas.openxmlformats.org/officeDocument/2006/relationships/hyperlink" Target="https://linktr.ee/lou37com" TargetMode="External"/><Relationship Id="rId12" Type="http://schemas.openxmlformats.org/officeDocument/2006/relationships/hyperlink" Target="https://ko-fi.com/lou37com" TargetMode="External"/><Relationship Id="rId91" Type="http://schemas.openxmlformats.org/officeDocument/2006/relationships/hyperlink" Target="https://linkr.bio/lou37com" TargetMode="External"/><Relationship Id="rId90" Type="http://schemas.openxmlformats.org/officeDocument/2006/relationships/hyperlink" Target="https://myanimelist.net/profile/lou37com" TargetMode="External"/><Relationship Id="rId93" Type="http://schemas.openxmlformats.org/officeDocument/2006/relationships/hyperlink" Target="https://www.mindmeister.com/app/map/3052460499?t=qrh2uaEdS1" TargetMode="External"/><Relationship Id="rId92" Type="http://schemas.openxmlformats.org/officeDocument/2006/relationships/hyperlink" Target="https://www.are.na/lou37-com/lou37" TargetMode="External"/><Relationship Id="rId118" Type="http://schemas.openxmlformats.org/officeDocument/2006/relationships/hyperlink" Target="https://files.fm/lou37com/info" TargetMode="External"/><Relationship Id="rId117" Type="http://schemas.openxmlformats.org/officeDocument/2006/relationships/hyperlink" Target="http://ikonoteka.paleo.pan.pl/xwiki/bin/view/XWiki/lou37com" TargetMode="External"/><Relationship Id="rId116" Type="http://schemas.openxmlformats.org/officeDocument/2006/relationships/hyperlink" Target="https://justpaste.it/u/lou37com" TargetMode="External"/><Relationship Id="rId115" Type="http://schemas.openxmlformats.org/officeDocument/2006/relationships/hyperlink" Target="https://allmylinks.com/lou37com" TargetMode="External"/><Relationship Id="rId119" Type="http://schemas.openxmlformats.org/officeDocument/2006/relationships/hyperlink" Target="https://conifer.rhizome.org/lou37com" TargetMode="External"/><Relationship Id="rId15" Type="http://schemas.openxmlformats.org/officeDocument/2006/relationships/hyperlink" Target="https://www.reddit.com/user/lou37com/" TargetMode="External"/><Relationship Id="rId110" Type="http://schemas.openxmlformats.org/officeDocument/2006/relationships/hyperlink" Target="http://forum.yealink.com/forum/member.php?action=profile&amp;uid=294044" TargetMode="External"/><Relationship Id="rId14" Type="http://schemas.openxmlformats.org/officeDocument/2006/relationships/hyperlink" Target="https://www.flickr.com/people/lou37com/" TargetMode="External"/><Relationship Id="rId17" Type="http://schemas.openxmlformats.org/officeDocument/2006/relationships/hyperlink" Target="https://vimeo.com/lou37com" TargetMode="External"/><Relationship Id="rId16" Type="http://schemas.openxmlformats.org/officeDocument/2006/relationships/hyperlink" Target="https://www.pinterest.com/lou37com/" TargetMode="External"/><Relationship Id="rId19" Type="http://schemas.openxmlformats.org/officeDocument/2006/relationships/hyperlink" Target="https://band.us/band/93053017/intro" TargetMode="External"/><Relationship Id="rId114" Type="http://schemas.openxmlformats.org/officeDocument/2006/relationships/hyperlink" Target="https://www.intensedebate.com/people/lou37com1" TargetMode="External"/><Relationship Id="rId18" Type="http://schemas.openxmlformats.org/officeDocument/2006/relationships/hyperlink" Target="https://www.instapaper.com/p/lou37com" TargetMode="External"/><Relationship Id="rId113" Type="http://schemas.openxmlformats.org/officeDocument/2006/relationships/hyperlink" Target="https://www.lifeofpix.com/photographers/lou37com/" TargetMode="External"/><Relationship Id="rId112" Type="http://schemas.openxmlformats.org/officeDocument/2006/relationships/hyperlink" Target="https://the-dots.com/users/lou37-1523698" TargetMode="External"/><Relationship Id="rId111" Type="http://schemas.openxmlformats.org/officeDocument/2006/relationships/hyperlink" Target="https://newspicks.com/user/9655283" TargetMode="External"/><Relationship Id="rId84" Type="http://schemas.openxmlformats.org/officeDocument/2006/relationships/hyperlink" Target="https://chart-studio.plotly.com/~lou37com" TargetMode="External"/><Relationship Id="rId83" Type="http://schemas.openxmlformats.org/officeDocument/2006/relationships/hyperlink" Target="https://www.bitchute.com/channel/xec9rNw8YRbL/" TargetMode="External"/><Relationship Id="rId86" Type="http://schemas.openxmlformats.org/officeDocument/2006/relationships/hyperlink" Target="https://s.id/lou37com" TargetMode="External"/><Relationship Id="rId85" Type="http://schemas.openxmlformats.org/officeDocument/2006/relationships/hyperlink" Target="https://pubhtml5.com/homepage/ireul/" TargetMode="External"/><Relationship Id="rId88" Type="http://schemas.openxmlformats.org/officeDocument/2006/relationships/hyperlink" Target="https://odysee.com/@lou37com:6?view=about" TargetMode="External"/><Relationship Id="rId150" Type="http://schemas.openxmlformats.org/officeDocument/2006/relationships/hyperlink" Target="https://www.fundable.com/lou37" TargetMode="External"/><Relationship Id="rId87" Type="http://schemas.openxmlformats.org/officeDocument/2006/relationships/hyperlink" Target="https://pbase.com/lou37com" TargetMode="External"/><Relationship Id="rId89" Type="http://schemas.openxmlformats.org/officeDocument/2006/relationships/hyperlink" Target="https://audiomack.com/lou37com" TargetMode="External"/><Relationship Id="rId80" Type="http://schemas.openxmlformats.org/officeDocument/2006/relationships/hyperlink" Target="https://www.docdroid.net/lNAS65C/document" TargetMode="External"/><Relationship Id="rId82" Type="http://schemas.openxmlformats.org/officeDocument/2006/relationships/hyperlink" Target="https://digiland.libero.it/profili/scheda/lou37com/dettaglio" TargetMode="External"/><Relationship Id="rId81" Type="http://schemas.openxmlformats.org/officeDocument/2006/relationships/hyperlink" Target="https://crowdin.com/project/lou37com" TargetMode="External"/><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hyperlink" Target="https://www.facebook.com/lou37com/" TargetMode="External"/><Relationship Id="rId149" Type="http://schemas.openxmlformats.org/officeDocument/2006/relationships/hyperlink" Target="https://influence.co/lou37com" TargetMode="External"/><Relationship Id="rId4" Type="http://schemas.openxmlformats.org/officeDocument/2006/relationships/hyperlink" Target="https://twitter.com/lou37com" TargetMode="External"/><Relationship Id="rId148" Type="http://schemas.openxmlformats.org/officeDocument/2006/relationships/hyperlink" Target="https://hypothes.is/users/lou37com" TargetMode="External"/><Relationship Id="rId9" Type="http://schemas.openxmlformats.org/officeDocument/2006/relationships/hyperlink" Target="https://folkd.com/profile/lou37com" TargetMode="External"/><Relationship Id="rId143" Type="http://schemas.openxmlformats.org/officeDocument/2006/relationships/hyperlink" Target="https://www.viewbug.com/member/lou37com" TargetMode="External"/><Relationship Id="rId142" Type="http://schemas.openxmlformats.org/officeDocument/2006/relationships/hyperlink" Target="https://www.designspiration.com/danghungphong1577/saves/" TargetMode="External"/><Relationship Id="rId141" Type="http://schemas.openxmlformats.org/officeDocument/2006/relationships/hyperlink" Target="https://www.veoh.com/users/lou37com" TargetMode="External"/><Relationship Id="rId140" Type="http://schemas.openxmlformats.org/officeDocument/2006/relationships/hyperlink" Target="https://www.symbaloo.com/shared/AAAAAQLPhcUAA41-4zNjCg==" TargetMode="External"/><Relationship Id="rId5" Type="http://schemas.openxmlformats.org/officeDocument/2006/relationships/hyperlink" Target="https://www.instagram.com/lou37com/" TargetMode="External"/><Relationship Id="rId147" Type="http://schemas.openxmlformats.org/officeDocument/2006/relationships/hyperlink" Target="https://os.mbed.com/users/lou37com/" TargetMode="External"/><Relationship Id="rId6" Type="http://schemas.openxmlformats.org/officeDocument/2006/relationships/hyperlink" Target="https://www.youtube.com/@lou37com" TargetMode="External"/><Relationship Id="rId146" Type="http://schemas.openxmlformats.org/officeDocument/2006/relationships/hyperlink" Target="https://artistecard.com/lou37com" TargetMode="External"/><Relationship Id="rId7" Type="http://schemas.openxmlformats.org/officeDocument/2006/relationships/hyperlink" Target="https://www.linkedin.com/in/lou37com/" TargetMode="External"/><Relationship Id="rId145" Type="http://schemas.openxmlformats.org/officeDocument/2006/relationships/hyperlink" Target="https://www.printables.com/@lou37com_1483153" TargetMode="External"/><Relationship Id="rId8" Type="http://schemas.openxmlformats.org/officeDocument/2006/relationships/hyperlink" Target="https://glose.com/u/lou37com" TargetMode="External"/><Relationship Id="rId144" Type="http://schemas.openxmlformats.org/officeDocument/2006/relationships/hyperlink" Target="https://mastodon.world/@lou37com" TargetMode="External"/><Relationship Id="rId73" Type="http://schemas.openxmlformats.org/officeDocument/2006/relationships/hyperlink" Target="https://visual.ly/users/lou37com/portfolio" TargetMode="External"/><Relationship Id="rId72" Type="http://schemas.openxmlformats.org/officeDocument/2006/relationships/hyperlink" Target="https://community.articulate.com/users/LOU37" TargetMode="External"/><Relationship Id="rId75" Type="http://schemas.openxmlformats.org/officeDocument/2006/relationships/hyperlink" Target="https://taplink.cc/lou37com" TargetMode="External"/><Relationship Id="rId74" Type="http://schemas.openxmlformats.org/officeDocument/2006/relationships/hyperlink" Target="https://forum.acronis.com/user/529727" TargetMode="External"/><Relationship Id="rId77" Type="http://schemas.openxmlformats.org/officeDocument/2006/relationships/hyperlink" Target="https://hashnode.com/@lou37com" TargetMode="External"/><Relationship Id="rId76" Type="http://schemas.openxmlformats.org/officeDocument/2006/relationships/hyperlink" Target="https://bimber.bringthepixel.com/main/buddypress/members/lou37com/profile/" TargetMode="External"/><Relationship Id="rId79" Type="http://schemas.openxmlformats.org/officeDocument/2006/relationships/hyperlink" Target="https://community.windy.com/user/lou37com" TargetMode="External"/><Relationship Id="rId78" Type="http://schemas.openxmlformats.org/officeDocument/2006/relationships/hyperlink" Target="https://anyflip.com/homepage/eajot/" TargetMode="External"/><Relationship Id="rId71" Type="http://schemas.openxmlformats.org/officeDocument/2006/relationships/hyperlink" Target="http://lou37com.idea.informer.com/" TargetMode="External"/><Relationship Id="rId70" Type="http://schemas.openxmlformats.org/officeDocument/2006/relationships/hyperlink" Target="https://qiita.com/lou37com" TargetMode="External"/><Relationship Id="rId139" Type="http://schemas.openxmlformats.org/officeDocument/2006/relationships/hyperlink" Target="https://www.metal-archives.com/users/lou37com" TargetMode="External"/><Relationship Id="rId138" Type="http://schemas.openxmlformats.org/officeDocument/2006/relationships/hyperlink" Target="https://app.roll20.net/users/12682719/lou37-c" TargetMode="External"/><Relationship Id="rId137" Type="http://schemas.openxmlformats.org/officeDocument/2006/relationships/hyperlink" Target="https://app.net/profile/lou37com" TargetMode="External"/><Relationship Id="rId132" Type="http://schemas.openxmlformats.org/officeDocument/2006/relationships/hyperlink" Target="https://community.alteryx.com/t5/user/viewprofilepage/user-id/524188" TargetMode="External"/><Relationship Id="rId131" Type="http://schemas.openxmlformats.org/officeDocument/2006/relationships/hyperlink" Target="https://www.brownbook.net/business/52258955/lou37-%E8%89%B2%E6%83%85%E5%B0%8F%E8%AF%B4/" TargetMode="External"/><Relationship Id="rId130" Type="http://schemas.openxmlformats.org/officeDocument/2006/relationships/hyperlink" Target="https://stocktwits.com/lou37com" TargetMode="External"/><Relationship Id="rId136" Type="http://schemas.openxmlformats.org/officeDocument/2006/relationships/hyperlink" Target="https://8tracks.com/lou37com" TargetMode="External"/><Relationship Id="rId135" Type="http://schemas.openxmlformats.org/officeDocument/2006/relationships/hyperlink" Target="https://varecha.pravda.sk/profil/lou37com/o-mne/" TargetMode="External"/><Relationship Id="rId134" Type="http://schemas.openxmlformats.org/officeDocument/2006/relationships/hyperlink" Target="https://lou37com.hashnode.dev/lou37" TargetMode="External"/><Relationship Id="rId133" Type="http://schemas.openxmlformats.org/officeDocument/2006/relationships/hyperlink" Target="https://www.bricklink.com/aboutMe.asp?u=lou37com" TargetMode="External"/><Relationship Id="rId62" Type="http://schemas.openxmlformats.org/officeDocument/2006/relationships/hyperlink" Target="https://jsfiddle.net/lou37com/4Ldbpnex/4/" TargetMode="External"/><Relationship Id="rId61" Type="http://schemas.openxmlformats.org/officeDocument/2006/relationships/hyperlink" Target="https://heylink.me/lou37com" TargetMode="External"/><Relationship Id="rId64" Type="http://schemas.openxmlformats.org/officeDocument/2006/relationships/hyperlink" Target="https://camp-fire.jp/profile/lou37com" TargetMode="External"/><Relationship Id="rId63" Type="http://schemas.openxmlformats.org/officeDocument/2006/relationships/hyperlink" Target="https://blog.udn.com/2ce415ad/180091365" TargetMode="External"/><Relationship Id="rId66" Type="http://schemas.openxmlformats.org/officeDocument/2006/relationships/hyperlink" Target="https://www.walkscore.com/people/229975618854/lou37com" TargetMode="External"/><Relationship Id="rId65" Type="http://schemas.openxmlformats.org/officeDocument/2006/relationships/hyperlink" Target="https://community.fabric.microsoft.com/t5/user/viewprofilepage/user-id/650666" TargetMode="External"/><Relationship Id="rId68" Type="http://schemas.openxmlformats.org/officeDocument/2006/relationships/hyperlink" Target="https://freelance.habr.com/freelancers/lou37com" TargetMode="External"/><Relationship Id="rId67" Type="http://schemas.openxmlformats.org/officeDocument/2006/relationships/hyperlink" Target="https://my.archdaily.com/us/@lou37" TargetMode="External"/><Relationship Id="rId60" Type="http://schemas.openxmlformats.org/officeDocument/2006/relationships/hyperlink" Target="https://www.credly.com/users/lou37/badges" TargetMode="External"/><Relationship Id="rId165" Type="http://schemas.openxmlformats.org/officeDocument/2006/relationships/hyperlink" Target="https://www.storeboard.com/lou37com" TargetMode="External"/><Relationship Id="rId69" Type="http://schemas.openxmlformats.org/officeDocument/2006/relationships/hyperlink" Target="https://lou37-se-qing-xiao-shuo.simplecast.com/" TargetMode="External"/><Relationship Id="rId164" Type="http://schemas.openxmlformats.org/officeDocument/2006/relationships/hyperlink" Target="https://www.speedrun.com/users/lou37com" TargetMode="External"/><Relationship Id="rId163" Type="http://schemas.openxmlformats.org/officeDocument/2006/relationships/hyperlink" Target="https://www.renderosity.com/users/id:1427727" TargetMode="External"/><Relationship Id="rId162" Type="http://schemas.openxmlformats.org/officeDocument/2006/relationships/hyperlink" Target="https://www.fitday.com/fitness/forums/members/lou37com.html" TargetMode="External"/><Relationship Id="rId167" Type="http://schemas.openxmlformats.org/officeDocument/2006/relationships/hyperlink" Target="https://www.longisland.com/profile/lou37com" TargetMode="External"/><Relationship Id="rId166" Type="http://schemas.openxmlformats.org/officeDocument/2006/relationships/hyperlink" Target="https://linklist.bio/lou37com" TargetMode="External"/><Relationship Id="rId51" Type="http://schemas.openxmlformats.org/officeDocument/2006/relationships/hyperlink" Target="https://connect.garmin.com/modern/profile/df863bc2-e50f-4191-a8dd-1129bfd39780" TargetMode="External"/><Relationship Id="rId50" Type="http://schemas.openxmlformats.org/officeDocument/2006/relationships/hyperlink" Target="https://www.reverbnation.com/lou37com" TargetMode="External"/><Relationship Id="rId53" Type="http://schemas.openxmlformats.org/officeDocument/2006/relationships/hyperlink" Target="https://public.tableau.com/app/profile/lou37./vizzes" TargetMode="External"/><Relationship Id="rId52" Type="http://schemas.openxmlformats.org/officeDocument/2006/relationships/hyperlink" Target="https://fliphtml5.com/dashboard/public-profile/dcfqm" TargetMode="External"/><Relationship Id="rId55" Type="http://schemas.openxmlformats.org/officeDocument/2006/relationships/hyperlink" Target="https://mastodon.social/@lou37com" TargetMode="External"/><Relationship Id="rId161" Type="http://schemas.openxmlformats.org/officeDocument/2006/relationships/hyperlink" Target="https://skitterphoto.com/photographers/78310/lou37com" TargetMode="External"/><Relationship Id="rId54" Type="http://schemas.openxmlformats.org/officeDocument/2006/relationships/hyperlink" Target="https://lou37com.creator-spring.com/" TargetMode="External"/><Relationship Id="rId160" Type="http://schemas.openxmlformats.org/officeDocument/2006/relationships/hyperlink" Target="https://community.arlo.com/t5/user/viewprofilepage/user-id/935141" TargetMode="External"/><Relationship Id="rId57" Type="http://schemas.openxmlformats.org/officeDocument/2006/relationships/hyperlink" Target="https://www.nicovideo.jp/user/131275199" TargetMode="External"/><Relationship Id="rId56" Type="http://schemas.openxmlformats.org/officeDocument/2006/relationships/hyperlink" Target="https://onlyfans.com/lou37com" TargetMode="External"/><Relationship Id="rId159" Type="http://schemas.openxmlformats.org/officeDocument/2006/relationships/hyperlink" Target="https://community.plus.net/t5/user/viewprofilepage/user-id/127116" TargetMode="External"/><Relationship Id="rId59" Type="http://schemas.openxmlformats.org/officeDocument/2006/relationships/hyperlink" Target="https://www.awwwards.com/lou37com/" TargetMode="External"/><Relationship Id="rId154" Type="http://schemas.openxmlformats.org/officeDocument/2006/relationships/hyperlink" Target="https://www.bandlab.com/lou37com" TargetMode="External"/><Relationship Id="rId58" Type="http://schemas.openxmlformats.org/officeDocument/2006/relationships/hyperlink" Target="https://tvchrist.ning.com/profile/lou37com" TargetMode="External"/><Relationship Id="rId153" Type="http://schemas.openxmlformats.org/officeDocument/2006/relationships/hyperlink" Target="https://pixel.tchncs.de/lou37com" TargetMode="External"/><Relationship Id="rId152" Type="http://schemas.openxmlformats.org/officeDocument/2006/relationships/hyperlink" Target="https://www.quia.com/profiles/lou37com" TargetMode="External"/><Relationship Id="rId151" Type="http://schemas.openxmlformats.org/officeDocument/2006/relationships/hyperlink" Target="https://data.world/lou37com" TargetMode="External"/><Relationship Id="rId158" Type="http://schemas.openxmlformats.org/officeDocument/2006/relationships/hyperlink" Target="https://developer.tobii.com/community-forums/members/lou37com/" TargetMode="External"/><Relationship Id="rId157" Type="http://schemas.openxmlformats.org/officeDocument/2006/relationships/hyperlink" Target="https://nootheme.com/forums/users/lou37com/" TargetMode="External"/><Relationship Id="rId156" Type="http://schemas.openxmlformats.org/officeDocument/2006/relationships/hyperlink" Target="http://tupalo.com/en/users/5810808" TargetMode="External"/><Relationship Id="rId155" Type="http://schemas.openxmlformats.org/officeDocument/2006/relationships/hyperlink" Target="https://triberr.com/lou37com" TargetMode="External"/></Relationships>
</file>

<file path=ppt/slides/_rels/slide6.xml.rels><?xml version="1.0" encoding="UTF-8" standalone="yes"?><Relationships xmlns="http://schemas.openxmlformats.org/package/2006/relationships"><Relationship Id="rId20" Type="http://schemas.openxmlformats.org/officeDocument/2006/relationships/hyperlink" Target="https://www.keepandshare.com/discuss2/13122/lou37-com" TargetMode="External"/><Relationship Id="rId22" Type="http://schemas.openxmlformats.org/officeDocument/2006/relationships/hyperlink" Target="https://writeablog.net/znwz4s2l79" TargetMode="External"/><Relationship Id="rId21" Type="http://schemas.openxmlformats.org/officeDocument/2006/relationships/hyperlink" Target="https://rentry.co/sht3r" TargetMode="External"/><Relationship Id="rId24" Type="http://schemas.openxmlformats.org/officeDocument/2006/relationships/hyperlink" Target="https://uxfol.io/p/c6e5116e/0203e677" TargetMode="External"/><Relationship Id="rId23" Type="http://schemas.openxmlformats.org/officeDocument/2006/relationships/hyperlink" Target="https://blogfreely.net/lou37com/guan-yu-wo-men" TargetMode="External"/><Relationship Id="rId26" Type="http://schemas.openxmlformats.org/officeDocument/2006/relationships/hyperlink" Target="https://all4webs.com/lou37com/home.htm?64501=30754" TargetMode="External"/><Relationship Id="rId25" Type="http://schemas.openxmlformats.org/officeDocument/2006/relationships/hyperlink" Target="https://lou37com.onlc.fr/" TargetMode="External"/><Relationship Id="rId28" Type="http://schemas.openxmlformats.org/officeDocument/2006/relationships/hyperlink" Target="http://opr.provincia.caserta.it/web/lou37com" TargetMode="External"/><Relationship Id="rId27" Type="http://schemas.openxmlformats.org/officeDocument/2006/relationships/hyperlink" Target="http://lou37com.guildwork.com/forum" TargetMode="External"/><Relationship Id="rId11" Type="http://schemas.openxmlformats.org/officeDocument/2006/relationships/hyperlink" Target="https://656766c665c99.site123.me/" TargetMode="External"/><Relationship Id="rId10" Type="http://schemas.openxmlformats.org/officeDocument/2006/relationships/hyperlink" Target="https://lou37com.pixnet.net/blog/post/121055644" TargetMode="External"/><Relationship Id="rId13" Type="http://schemas.openxmlformats.org/officeDocument/2006/relationships/hyperlink" Target="https://lou37com.hashnode.dev/lou37-com" TargetMode="External"/><Relationship Id="rId12" Type="http://schemas.openxmlformats.org/officeDocument/2006/relationships/hyperlink" Target="https://telegra.ph/lou37com-11-29" TargetMode="External"/><Relationship Id="rId15" Type="http://schemas.openxmlformats.org/officeDocument/2006/relationships/hyperlink" Target="https://lou37com.bravesites.com/" TargetMode="External"/><Relationship Id="rId14" Type="http://schemas.openxmlformats.org/officeDocument/2006/relationships/hyperlink" Target="https://lou37com.mypixieset.com/" TargetMode="External"/><Relationship Id="rId17" Type="http://schemas.openxmlformats.org/officeDocument/2006/relationships/hyperlink" Target="https://lou37com.blogspot.com/" TargetMode="External"/><Relationship Id="rId16" Type="http://schemas.openxmlformats.org/officeDocument/2006/relationships/hyperlink" Target="https://we.riseup.net/lou37com/lou37-com" TargetMode="External"/><Relationship Id="rId19" Type="http://schemas.openxmlformats.org/officeDocument/2006/relationships/hyperlink" Target="https://magic.ly/lou37com/LOU37-Com" TargetMode="External"/><Relationship Id="rId18" Type="http://schemas.openxmlformats.org/officeDocument/2006/relationships/hyperlink" Target="https://lou37com.doorkeeper.jp/" TargetMode="External"/><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s://sites.google.com/view/lou37/trang-ch%E1%BB%A7" TargetMode="External"/><Relationship Id="rId4" Type="http://schemas.openxmlformats.org/officeDocument/2006/relationships/hyperlink" Target="https://www.liveinternet.ru/users/lou37com/post502264668/" TargetMode="External"/><Relationship Id="rId9" Type="http://schemas.openxmlformats.org/officeDocument/2006/relationships/hyperlink" Target="https://lou37com.splashthat.com/" TargetMode="External"/><Relationship Id="rId5" Type="http://schemas.openxmlformats.org/officeDocument/2006/relationships/hyperlink" Target="https://lou37com.webflow.io/" TargetMode="External"/><Relationship Id="rId6" Type="http://schemas.openxmlformats.org/officeDocument/2006/relationships/hyperlink" Target="https://lou37com.gitbook.io/lou37com/" TargetMode="External"/><Relationship Id="rId7" Type="http://schemas.openxmlformats.org/officeDocument/2006/relationships/hyperlink" Target="https://lou37com.mystrikingly.com/" TargetMode="External"/><Relationship Id="rId8" Type="http://schemas.openxmlformats.org/officeDocument/2006/relationships/hyperlink" Target="https://peatix.com/group/14691220" TargetMode="External"/></Relationships>
</file>

<file path=ppt/slides/_rels/slide7.xml.rels><?xml version="1.0" encoding="UTF-8" standalone="yes"?><Relationships xmlns="http://schemas.openxmlformats.org/package/2006/relationships"><Relationship Id="rId30" Type="http://schemas.openxmlformats.org/officeDocument/2006/relationships/hyperlink" Target="https://www.cjtulcea.ro/sites/cjtulcea/ServiciiElectronice/Lists/Intrari/DispForm.aspx?ID=8868" TargetMode="External"/><Relationship Id="rId20" Type="http://schemas.openxmlformats.org/officeDocument/2006/relationships/hyperlink" Target="https://survey.sirim.my/surveyonline/Lists/F4F%20in%20Food%20Processing%20Survey/DispForm.aspx?ID=101171" TargetMode="External"/><Relationship Id="rId22" Type="http://schemas.openxmlformats.org/officeDocument/2006/relationships/hyperlink" Target="https://satitmattayom.nrru.ac.th/?dwqa-question=lou37-com" TargetMode="External"/><Relationship Id="rId21" Type="http://schemas.openxmlformats.org/officeDocument/2006/relationships/hyperlink" Target="https://tapchivatuyentap.tlu.edu.vn/Activity-Feed/My-Profile/UserId/14802" TargetMode="External"/><Relationship Id="rId24" Type="http://schemas.openxmlformats.org/officeDocument/2006/relationships/hyperlink" Target="https://www.kzntreasury.gov.za/Lists/FRAUD%20RISK%20ASSESSMENT%20QUESTIONNAIRE/DispForm.aspx?ID=46131" TargetMode="External"/><Relationship Id="rId23" Type="http://schemas.openxmlformats.org/officeDocument/2006/relationships/hyperlink" Target="http://hamptonroadsghaco.org/question/lou37-com/" TargetMode="External"/><Relationship Id="rId26" Type="http://schemas.openxmlformats.org/officeDocument/2006/relationships/hyperlink" Target="http://www.sodis.fr/Lists/enquete2/DispForm.aspx?ID=7970" TargetMode="External"/><Relationship Id="rId25" Type="http://schemas.openxmlformats.org/officeDocument/2006/relationships/hyperlink" Target="https://www.shoffagekar.ir/question/lou37-com/" TargetMode="External"/><Relationship Id="rId28" Type="http://schemas.openxmlformats.org/officeDocument/2006/relationships/hyperlink" Target="http://ttytcauke.vn/Default.aspx?tabid=120&amp;ch=53957" TargetMode="External"/><Relationship Id="rId27" Type="http://schemas.openxmlformats.org/officeDocument/2006/relationships/hyperlink" Target="https://www.dmidcroms.com/CRS/Lists/DMIDCROMS%20Resources%20Feedback/DispForm.aspx?ID=15564" TargetMode="External"/><Relationship Id="rId29" Type="http://schemas.openxmlformats.org/officeDocument/2006/relationships/hyperlink" Target="http://sharepoint.bath.k12.va.us/tech/forum/Lists/Forum%20Evaluation/DispForm.aspx?ID=14731" TargetMode="External"/><Relationship Id="rId11" Type="http://schemas.openxmlformats.org/officeDocument/2006/relationships/hyperlink" Target="https://www.aerocivil.gov.co/atencion/participacion/encuesta/Lists/Rendicin%20de%20Cuentas%202017/DispForm.aspx?ID=49409" TargetMode="External"/><Relationship Id="rId10" Type="http://schemas.openxmlformats.org/officeDocument/2006/relationships/hyperlink" Target="https://www.ices.dk/ICESSurveys/Lists/2018_Tools_for_EBM/DispForm.aspx?ID=17274" TargetMode="External"/><Relationship Id="rId13" Type="http://schemas.openxmlformats.org/officeDocument/2006/relationships/hyperlink" Target="https://newsnviews.larsentoubro.com/Lists/SharedLinks/DispForm.aspx?ID=13885" TargetMode="External"/><Relationship Id="rId12" Type="http://schemas.openxmlformats.org/officeDocument/2006/relationships/hyperlink" Target="https://ml007.k12.sd.us/PI/Lists/Post%20Tech%20Integration%20Survey/DispForm.aspx?ID=13846" TargetMode="External"/><Relationship Id="rId15" Type="http://schemas.openxmlformats.org/officeDocument/2006/relationships/hyperlink" Target="https://medicine.ju.edu.jo/Lists/ConfReg/AllItems.aspx?Paged=TRUE&amp;p_ID=49789" TargetMode="External"/><Relationship Id="rId14" Type="http://schemas.openxmlformats.org/officeDocument/2006/relationships/hyperlink" Target="http://dukccq.dongnai.gov.vn/Lists/HisCounter/DispForm.aspx?ID=969388" TargetMode="External"/><Relationship Id="rId17" Type="http://schemas.openxmlformats.org/officeDocument/2006/relationships/hyperlink" Target="https://management.ju.edu.jo/Lists/Alumni%20Feedback%20Survey/DispForm.aspx?ID=27704" TargetMode="External"/><Relationship Id="rId16" Type="http://schemas.openxmlformats.org/officeDocument/2006/relationships/hyperlink" Target="https://computer.ju.edu.jo/Lists/Alumni%20Feedback%20Survey/DispForm.aspx?ID=61270" TargetMode="External"/><Relationship Id="rId19" Type="http://schemas.openxmlformats.org/officeDocument/2006/relationships/hyperlink" Target="https://lwccareers.lindsey.edu/profiles/3984161-lou37-com" TargetMode="External"/><Relationship Id="rId18" Type="http://schemas.openxmlformats.org/officeDocument/2006/relationships/hyperlink" Target="https://portal.gestiondelriesgo.gov.co/todossomospazcifico/Lists/RegContacto/DispForm.aspx?ID=15161" TargetMode="External"/><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s://info.undp.org/docs/dao/UNSP2015/Lists/PostSurvey/Item/displayifs.aspx?List=6e146e50-e299-46da-a20e-b9e885dace29&amp;ID=44010" TargetMode="External"/><Relationship Id="rId4" Type="http://schemas.openxmlformats.org/officeDocument/2006/relationships/hyperlink" Target="https://mainecare.maine.gov/Lists/Quarterly%20Dental%20Provider%20Survey/DispForm.aspx?ID=49544" TargetMode="External"/><Relationship Id="rId9" Type="http://schemas.openxmlformats.org/officeDocument/2006/relationships/hyperlink" Target="https://moe.gov.sa/ar/education/highereducation/Lists/Survey1/DispForm.aspx?ID=2589" TargetMode="External"/><Relationship Id="rId5" Type="http://schemas.openxmlformats.org/officeDocument/2006/relationships/hyperlink" Target="https://nowewyrazy.uw.edu.pl/profil/lou37com" TargetMode="External"/><Relationship Id="rId6" Type="http://schemas.openxmlformats.org/officeDocument/2006/relationships/hyperlink" Target="http://portal.nurse.cmu.ac.th/computer/Lists/Survey/DispForm.aspx?ID=32787" TargetMode="External"/><Relationship Id="rId7" Type="http://schemas.openxmlformats.org/officeDocument/2006/relationships/hyperlink" Target="https://wiki.chili.asia/hoi-dap/lou37-com/" TargetMode="External"/><Relationship Id="rId8" Type="http://schemas.openxmlformats.org/officeDocument/2006/relationships/hyperlink" Target="http://genomicdata.hacettepe.edu.tr:3000/lou37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0" y="0"/>
            <a:ext cx="8520600" cy="673500"/>
          </a:xfrm>
          <a:prstGeom prst="rect">
            <a:avLst/>
          </a:prstGeom>
        </p:spPr>
        <p:txBody>
          <a:bodyPr anchorCtr="0" anchor="b" bIns="91425" lIns="91425" spcFirstLastPara="1" rIns="91425" wrap="square" tIns="91425">
            <a:noAutofit/>
          </a:bodyPr>
          <a:lstStyle/>
          <a:p>
            <a:pPr indent="0" lvl="0" marL="0" rtl="0" algn="ctr">
              <a:lnSpc>
                <a:spcPct val="121000"/>
              </a:lnSpc>
              <a:spcBef>
                <a:spcPts val="2000"/>
              </a:spcBef>
              <a:spcAft>
                <a:spcPts val="0"/>
              </a:spcAft>
              <a:buClr>
                <a:schemeClr val="dk1"/>
              </a:buClr>
              <a:buSzPts val="1100"/>
              <a:buFont typeface="Arial"/>
              <a:buNone/>
            </a:pPr>
            <a:r>
              <a:rPr b="1" lang="vi" sz="2200"/>
              <a:t>色情小说网站 - 专收集最热门的成人小说；超多肉小說；免费色情小说</a:t>
            </a:r>
            <a:endParaRPr b="1" sz="2200"/>
          </a:p>
        </p:txBody>
      </p:sp>
      <p:sp>
        <p:nvSpPr>
          <p:cNvPr id="55" name="Google Shape;55;p13"/>
          <p:cNvSpPr txBox="1"/>
          <p:nvPr/>
        </p:nvSpPr>
        <p:spPr>
          <a:xfrm>
            <a:off x="125775" y="902700"/>
            <a:ext cx="4644300" cy="2563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品牌 ( 童孝) : </a:t>
            </a:r>
            <a:r>
              <a:rPr b="1" lang="vi" sz="700" u="sng">
                <a:solidFill>
                  <a:srgbClr val="1155CC"/>
                </a:solidFill>
                <a:highlight>
                  <a:srgbClr val="FFFFFF"/>
                </a:highlight>
                <a:hlinkClick r:id="rId3">
                  <a:extLst>
                    <a:ext uri="{A12FA001-AC4F-418D-AE19-62706E023703}">
                      <ahyp:hlinkClr val="tx"/>
                    </a:ext>
                  </a:extLst>
                </a:hlinkClick>
              </a:rPr>
              <a:t>色情小说</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我正在谈论它。 : Lan Dian Chang Nan Lu, Hai Dian Qu, Bei Jing Shi, Trung Quoc, 100097</a:t>
            </a:r>
            <a:endParaRPr sz="700">
              <a:solidFill>
                <a:srgbClr val="202124"/>
              </a:solidFill>
              <a:highlight>
                <a:srgbClr val="FFFFFF"/>
              </a:highlight>
            </a:endParaRPr>
          </a:p>
          <a:p>
            <a:pPr indent="-273050" lvl="0" marL="457200" rtl="0" algn="l">
              <a:spcBef>
                <a:spcPts val="0"/>
              </a:spcBef>
              <a:spcAft>
                <a:spcPts val="0"/>
              </a:spcAft>
              <a:buClr>
                <a:srgbClr val="202124"/>
              </a:buClr>
              <a:buSzPts val="700"/>
              <a:buChar char="●"/>
            </a:pPr>
            <a:r>
              <a:rPr lang="vi" sz="700">
                <a:solidFill>
                  <a:srgbClr val="202124"/>
                </a:solidFill>
                <a:highlight>
                  <a:srgbClr val="FFFFFF"/>
                </a:highlight>
              </a:rPr>
              <a:t>电子邮件 : danghungphong1577@gmail.com</a:t>
            </a:r>
            <a:endParaRPr sz="700">
              <a:solidFill>
                <a:srgbClr val="202124"/>
              </a:solidFill>
              <a:highlight>
                <a:srgbClr val="FFFFFF"/>
              </a:highlight>
            </a:endParaRPr>
          </a:p>
          <a:p>
            <a:pPr indent="-273050" lvl="0" marL="457200" rtl="0" algn="l">
              <a:spcBef>
                <a:spcPts val="0"/>
              </a:spcBef>
              <a:spcAft>
                <a:spcPts val="0"/>
              </a:spcAft>
              <a:buClr>
                <a:srgbClr val="202124"/>
              </a:buClr>
              <a:buSzPts val="700"/>
              <a:buChar char="●"/>
            </a:pPr>
            <a:r>
              <a:rPr lang="vi" sz="700">
                <a:solidFill>
                  <a:srgbClr val="202124"/>
                </a:solidFill>
                <a:highlight>
                  <a:srgbClr val="FFFFFF"/>
                </a:highlight>
              </a:rPr>
              <a:t>网站 : </a:t>
            </a:r>
            <a:r>
              <a:rPr lang="vi" sz="700" u="sng">
                <a:solidFill>
                  <a:srgbClr val="1155CC"/>
                </a:solidFill>
                <a:highlight>
                  <a:srgbClr val="FFFFFF"/>
                </a:highlight>
                <a:hlinkClick r:id="rId4">
                  <a:extLst>
                    <a:ext uri="{A12FA001-AC4F-418D-AE19-62706E023703}">
                      <ahyp:hlinkClr val="tx"/>
                    </a:ext>
                  </a:extLst>
                </a:hlinkClick>
              </a:rPr>
              <a:t>https://lou37.com/</a:t>
            </a:r>
            <a:endParaRPr sz="700">
              <a:solidFill>
                <a:srgbClr val="202124"/>
              </a:solidFill>
              <a:highlight>
                <a:srgbClr val="FFFFFF"/>
              </a:highlight>
            </a:endParaRPr>
          </a:p>
          <a:p>
            <a:pPr indent="-273050" lvl="0" marL="457200" rtl="0" algn="l">
              <a:spcBef>
                <a:spcPts val="0"/>
              </a:spcBef>
              <a:spcAft>
                <a:spcPts val="0"/>
              </a:spcAft>
              <a:buClr>
                <a:srgbClr val="202124"/>
              </a:buClr>
              <a:buSzPts val="700"/>
              <a:buChar char="●"/>
            </a:pPr>
            <a:r>
              <a:rPr lang="vi" sz="700">
                <a:solidFill>
                  <a:srgbClr val="202124"/>
                </a:solidFill>
                <a:highlight>
                  <a:srgbClr val="FFFFFF"/>
                </a:highlight>
              </a:rPr>
              <a:t>谷歌云端硬盘 LOU37 - 色情小说: </a:t>
            </a:r>
            <a:r>
              <a:rPr lang="vi" sz="700" u="sng">
                <a:solidFill>
                  <a:srgbClr val="1155CC"/>
                </a:solidFill>
                <a:highlight>
                  <a:srgbClr val="FFFFFF"/>
                </a:highlight>
                <a:hlinkClick r:id="rId5">
                  <a:extLst>
                    <a:ext uri="{A12FA001-AC4F-418D-AE19-62706E023703}">
                      <ahyp:hlinkClr val="tx"/>
                    </a:ext>
                  </a:extLst>
                </a:hlinkClick>
              </a:rPr>
              <a:t>https://drive.google.com/drive/folders/1fTy_-9TGJv9XSyq9KgUQpi7jE5TjlMAi</a:t>
            </a:r>
            <a:r>
              <a:rPr lang="vi" sz="700">
                <a:solidFill>
                  <a:srgbClr val="202124"/>
                </a:solidFill>
                <a:highlight>
                  <a:srgbClr val="FFFFFF"/>
                </a:highlight>
              </a:rPr>
              <a:t> </a:t>
            </a:r>
            <a:endParaRPr sz="700">
              <a:solidFill>
                <a:srgbClr val="202124"/>
              </a:solidFill>
              <a:highlight>
                <a:srgbClr val="FFFFFF"/>
              </a:highlight>
            </a:endParaRPr>
          </a:p>
          <a:p>
            <a:pPr indent="-273050" lvl="0" marL="457200" rtl="0" algn="l">
              <a:spcBef>
                <a:spcPts val="0"/>
              </a:spcBef>
              <a:spcAft>
                <a:spcPts val="0"/>
              </a:spcAft>
              <a:buClr>
                <a:srgbClr val="202124"/>
              </a:buClr>
              <a:buSzPts val="700"/>
              <a:buChar char="●"/>
            </a:pPr>
            <a:r>
              <a:rPr lang="vi" sz="700">
                <a:solidFill>
                  <a:srgbClr val="202124"/>
                </a:solidFill>
                <a:highlight>
                  <a:srgbClr val="FFFFFF"/>
                </a:highlight>
              </a:rPr>
              <a:t>有一张图片。 LOU37 - 色情小说: </a:t>
            </a:r>
            <a:r>
              <a:rPr lang="vi" sz="700" u="sng">
                <a:solidFill>
                  <a:srgbClr val="1155CC"/>
                </a:solidFill>
                <a:highlight>
                  <a:srgbClr val="FFFFFF"/>
                </a:highlight>
                <a:hlinkClick r:id="rId6">
                  <a:extLst>
                    <a:ext uri="{A12FA001-AC4F-418D-AE19-62706E023703}">
                      <ahyp:hlinkClr val="tx"/>
                    </a:ext>
                  </a:extLst>
                </a:hlinkClick>
              </a:rPr>
              <a:t>https://drive.google.com/drive/folders/1V-et-OGDy9dl8-9YrkgSdoF6Aema_Be6</a:t>
            </a:r>
            <a:r>
              <a:rPr lang="vi" sz="700">
                <a:solidFill>
                  <a:srgbClr val="202124"/>
                </a:solidFill>
                <a:highlight>
                  <a:srgbClr val="FFFFFF"/>
                </a:highlight>
              </a:rPr>
              <a:t> </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通丁 LOU37 - 色情小说 : </a:t>
            </a:r>
            <a:r>
              <a:rPr lang="vi" sz="700" u="sng">
                <a:solidFill>
                  <a:srgbClr val="1155CC"/>
                </a:solidFill>
                <a:highlight>
                  <a:srgbClr val="FFFFFF"/>
                </a:highlight>
                <a:hlinkClick r:id="rId7">
                  <a:extLst>
                    <a:ext uri="{A12FA001-AC4F-418D-AE19-62706E023703}">
                      <ahyp:hlinkClr val="tx"/>
                    </a:ext>
                  </a:extLst>
                </a:hlinkClick>
              </a:rPr>
              <a:t>https://drive.google.com/drive/folders/1uykavxNs0Cp04ZPDdrG2CnfoA3aOaq0p</a:t>
            </a:r>
            <a:r>
              <a:rPr lang="vi" sz="700">
                <a:solidFill>
                  <a:srgbClr val="202124"/>
                </a:solidFill>
                <a:highlight>
                  <a:srgbClr val="FFFFFF"/>
                </a:highlight>
              </a:rPr>
              <a:t> </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形式 LOU37 - 色情小说 : </a:t>
            </a:r>
            <a:r>
              <a:rPr lang="vi" sz="700" u="sng">
                <a:solidFill>
                  <a:srgbClr val="1155CC"/>
                </a:solidFill>
                <a:highlight>
                  <a:srgbClr val="FFFFFF"/>
                </a:highlight>
                <a:hlinkClick r:id="rId8">
                  <a:extLst>
                    <a:ext uri="{A12FA001-AC4F-418D-AE19-62706E023703}">
                      <ahyp:hlinkClr val="tx"/>
                    </a:ext>
                  </a:extLst>
                </a:hlinkClick>
              </a:rPr>
              <a:t>https://drive.google.com/drive/folders/1j3fj2pMFpnNMkA7Io2MEHVODJTLPx2cU</a:t>
            </a:r>
            <a:r>
              <a:rPr lang="vi" sz="700">
                <a:solidFill>
                  <a:srgbClr val="202124"/>
                </a:solidFill>
                <a:highlight>
                  <a:srgbClr val="FFFFFF"/>
                </a:highlight>
              </a:rPr>
              <a:t> </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介绍幻灯片 LOU37 - 色情小说 : </a:t>
            </a:r>
            <a:r>
              <a:rPr lang="vi" sz="700" u="sng">
                <a:solidFill>
                  <a:srgbClr val="1155CC"/>
                </a:solidFill>
                <a:highlight>
                  <a:srgbClr val="FFFFFF"/>
                </a:highlight>
                <a:hlinkClick r:id="rId9">
                  <a:extLst>
                    <a:ext uri="{A12FA001-AC4F-418D-AE19-62706E023703}">
                      <ahyp:hlinkClr val="tx"/>
                    </a:ext>
                  </a:extLst>
                </a:hlinkClick>
              </a:rPr>
              <a:t>https://docs.google.com/presentation/d/17OOykrzhtO7jbaHHV9eRFO4yAcEj2vNtbixwByG3-9g/edit</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在房子里 LOU37 - 色情小说 : </a:t>
            </a:r>
            <a:r>
              <a:rPr lang="vi" sz="700" u="sng">
                <a:solidFill>
                  <a:srgbClr val="1155CC"/>
                </a:solidFill>
                <a:highlight>
                  <a:srgbClr val="FFFFFF"/>
                </a:highlight>
                <a:hlinkClick r:id="rId10">
                  <a:extLst>
                    <a:ext uri="{A12FA001-AC4F-418D-AE19-62706E023703}">
                      <ahyp:hlinkClr val="tx"/>
                    </a:ext>
                  </a:extLst>
                </a:hlinkClick>
              </a:rPr>
              <a:t>https://docs.google.com/drawings/d/11Q2QKk52C9GBtux3y1uey4E85a3eR68F8Q-vmcgUnoQ/</a:t>
            </a:r>
            <a:r>
              <a:rPr lang="vi" sz="700">
                <a:solidFill>
                  <a:srgbClr val="202124"/>
                </a:solidFill>
                <a:highlight>
                  <a:srgbClr val="FFFFFF"/>
                </a:highlight>
              </a:rPr>
              <a:t> </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文件名 LOU37 - 色情小说 : </a:t>
            </a:r>
            <a:r>
              <a:rPr lang="vi" sz="700" u="sng">
                <a:solidFill>
                  <a:srgbClr val="1155CC"/>
                </a:solidFill>
                <a:highlight>
                  <a:srgbClr val="FFFFFF"/>
                </a:highlight>
                <a:hlinkClick r:id="rId11">
                  <a:extLst>
                    <a:ext uri="{A12FA001-AC4F-418D-AE19-62706E023703}">
                      <ahyp:hlinkClr val="tx"/>
                    </a:ext>
                  </a:extLst>
                </a:hlinkClick>
              </a:rPr>
              <a:t>https://docs.google.com/spreadsheets/d/1zPfuhk9jPK1ZbD3KHhR0ExVRJfh6gvNi7-XUh8xTotc/</a:t>
            </a:r>
            <a:r>
              <a:rPr lang="vi" sz="700">
                <a:solidFill>
                  <a:srgbClr val="202124"/>
                </a:solidFill>
                <a:highlight>
                  <a:srgbClr val="FFFFFF"/>
                </a:highlight>
              </a:rPr>
              <a:t> </a:t>
            </a:r>
            <a:endParaRPr sz="700">
              <a:solidFill>
                <a:srgbClr val="202124"/>
              </a:solidFill>
              <a:highlight>
                <a:srgbClr val="FFFFFF"/>
              </a:highlight>
            </a:endParaRPr>
          </a:p>
          <a:p>
            <a:pPr indent="-273050" lvl="0" marL="457200" rtl="0" algn="l">
              <a:spcBef>
                <a:spcPts val="0"/>
              </a:spcBef>
              <a:spcAft>
                <a:spcPts val="0"/>
              </a:spcAft>
              <a:buClr>
                <a:schemeClr val="dk1"/>
              </a:buClr>
              <a:buSzPts val="700"/>
              <a:buChar char="●"/>
            </a:pPr>
            <a:r>
              <a:rPr lang="vi" sz="700">
                <a:solidFill>
                  <a:srgbClr val="202124"/>
                </a:solidFill>
                <a:highlight>
                  <a:srgbClr val="FFFFFF"/>
                </a:highlight>
              </a:rPr>
              <a:t>谷歌我的地图 : </a:t>
            </a:r>
            <a:r>
              <a:rPr lang="vi" sz="700" u="sng">
                <a:solidFill>
                  <a:srgbClr val="1155CC"/>
                </a:solidFill>
                <a:highlight>
                  <a:srgbClr val="FFFFFF"/>
                </a:highlight>
                <a:hlinkClick r:id="rId12">
                  <a:extLst>
                    <a:ext uri="{A12FA001-AC4F-418D-AE19-62706E023703}">
                      <ahyp:hlinkClr val="tx"/>
                    </a:ext>
                  </a:extLst>
                </a:hlinkClick>
              </a:rPr>
              <a:t>https://www.google.com/maps/d/edit?mid=18yW_DhqhZuLQ7S6QUgou-0NK_Ao5Vio&amp;usp=sharing</a:t>
            </a:r>
            <a:r>
              <a:rPr lang="vi" sz="700">
                <a:solidFill>
                  <a:srgbClr val="202124"/>
                </a:solidFill>
                <a:highlight>
                  <a:srgbClr val="FFFFFF"/>
                </a:highlight>
              </a:rPr>
              <a:t> </a:t>
            </a:r>
            <a:endParaRPr sz="7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700">
              <a:solidFill>
                <a:schemeClr val="dk1"/>
              </a:solidFill>
            </a:endParaRPr>
          </a:p>
          <a:p>
            <a:pPr indent="0" lvl="0" marL="0" rtl="0" algn="l">
              <a:spcBef>
                <a:spcPts val="0"/>
              </a:spcBef>
              <a:spcAft>
                <a:spcPts val="0"/>
              </a:spcAft>
              <a:buClr>
                <a:schemeClr val="dk1"/>
              </a:buClr>
              <a:buSzPts val="1100"/>
              <a:buFont typeface="Arial"/>
              <a:buNone/>
            </a:pPr>
            <a:r>
              <a:t/>
            </a:r>
            <a:endParaRPr sz="600">
              <a:solidFill>
                <a:srgbClr val="202124"/>
              </a:solidFill>
              <a:highlight>
                <a:srgbClr val="FFFFFF"/>
              </a:highlight>
            </a:endParaRPr>
          </a:p>
          <a:p>
            <a:pPr indent="0" lvl="0" marL="0" rtl="0" algn="l">
              <a:lnSpc>
                <a:spcPct val="115000"/>
              </a:lnSpc>
              <a:spcBef>
                <a:spcPts val="0"/>
              </a:spcBef>
              <a:spcAft>
                <a:spcPts val="0"/>
              </a:spcAft>
              <a:buClr>
                <a:schemeClr val="dk1"/>
              </a:buClr>
              <a:buSzPts val="1100"/>
              <a:buFont typeface="Arial"/>
              <a:buNone/>
            </a:pPr>
            <a:r>
              <a:t/>
            </a:r>
            <a:endParaRPr sz="8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7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7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700">
              <a:solidFill>
                <a:schemeClr val="dk1"/>
              </a:solidFill>
            </a:endParaRPr>
          </a:p>
          <a:p>
            <a:pPr indent="0" lvl="0" marL="0" rtl="0" algn="l">
              <a:spcBef>
                <a:spcPts val="0"/>
              </a:spcBef>
              <a:spcAft>
                <a:spcPts val="0"/>
              </a:spcAft>
              <a:buNone/>
            </a:pPr>
            <a:r>
              <a:t/>
            </a:r>
            <a:endParaRPr sz="400">
              <a:solidFill>
                <a:srgbClr val="202124"/>
              </a:solidFill>
              <a:highlight>
                <a:srgbClr val="FFFFFF"/>
              </a:highlight>
            </a:endParaRPr>
          </a:p>
        </p:txBody>
      </p:sp>
      <p:sp>
        <p:nvSpPr>
          <p:cNvPr id="56" name="Google Shape;56;p13"/>
          <p:cNvSpPr txBox="1"/>
          <p:nvPr/>
        </p:nvSpPr>
        <p:spPr>
          <a:xfrm>
            <a:off x="266425" y="3291100"/>
            <a:ext cx="8844000" cy="1805400"/>
          </a:xfrm>
          <a:prstGeom prst="rect">
            <a:avLst/>
          </a:prstGeom>
          <a:noFill/>
          <a:ln>
            <a:noFill/>
          </a:ln>
        </p:spPr>
        <p:txBody>
          <a:bodyPr anchorCtr="0" anchor="t" bIns="91425" lIns="91425" spcFirstLastPara="1" rIns="91425" wrap="square" tIns="91425">
            <a:noAutofit/>
          </a:bodyPr>
          <a:lstStyle/>
          <a:p>
            <a:pPr indent="0" lvl="0" marL="0" rtl="0" algn="ctr">
              <a:lnSpc>
                <a:spcPct val="121000"/>
              </a:lnSpc>
              <a:spcBef>
                <a:spcPts val="2000"/>
              </a:spcBef>
              <a:spcAft>
                <a:spcPts val="0"/>
              </a:spcAft>
              <a:buClr>
                <a:schemeClr val="dk1"/>
              </a:buClr>
              <a:buSzPts val="1100"/>
              <a:buFont typeface="Arial"/>
              <a:buNone/>
            </a:pPr>
            <a:r>
              <a:t/>
            </a:r>
            <a:endParaRPr b="1" sz="1600">
              <a:solidFill>
                <a:schemeClr val="dk1"/>
              </a:solidFill>
            </a:endParaRPr>
          </a:p>
          <a:p>
            <a:pPr indent="0" lvl="0" marL="0" rtl="0" algn="ctr">
              <a:lnSpc>
                <a:spcPct val="121000"/>
              </a:lnSpc>
              <a:spcBef>
                <a:spcPts val="2000"/>
              </a:spcBef>
              <a:spcAft>
                <a:spcPts val="0"/>
              </a:spcAft>
              <a:buClr>
                <a:schemeClr val="dk1"/>
              </a:buClr>
              <a:buSzPts val="1100"/>
              <a:buFont typeface="Arial"/>
              <a:buNone/>
            </a:pPr>
            <a:r>
              <a:rPr b="1" lang="vi" sz="2200">
                <a:solidFill>
                  <a:schemeClr val="dk1"/>
                </a:solidFill>
              </a:rPr>
              <a:t>色情小说网站 - 专收集最热门的成人小说；超多肉小說；免费色情小说</a:t>
            </a:r>
            <a:endParaRPr b="1" sz="2200">
              <a:solidFill>
                <a:schemeClr val="dk1"/>
              </a:solidFill>
            </a:endParaRPr>
          </a:p>
          <a:p>
            <a:pPr indent="0" lvl="0" marL="0" rtl="0" algn="ctr">
              <a:lnSpc>
                <a:spcPct val="115000"/>
              </a:lnSpc>
              <a:spcBef>
                <a:spcPts val="0"/>
              </a:spcBef>
              <a:spcAft>
                <a:spcPts val="0"/>
              </a:spcAft>
              <a:buClr>
                <a:schemeClr val="dk1"/>
              </a:buClr>
              <a:buSzPts val="1100"/>
              <a:buFont typeface="Arial"/>
              <a:buNone/>
            </a:pPr>
            <a:r>
              <a:rPr lang="vi" sz="900">
                <a:solidFill>
                  <a:schemeClr val="dk1"/>
                </a:solidFill>
              </a:rPr>
              <a:t>天南地北不如留在</a:t>
            </a:r>
            <a:r>
              <a:rPr lang="vi" sz="900">
                <a:solidFill>
                  <a:schemeClr val="dk1"/>
                </a:solidFill>
                <a:uFill>
                  <a:noFill/>
                </a:uFill>
                <a:hlinkClick r:id="rId13">
                  <a:extLst>
                    <a:ext uri="{A12FA001-AC4F-418D-AE19-62706E023703}">
                      <ahyp:hlinkClr val="tx"/>
                    </a:ext>
                  </a:extLst>
                </a:hlinkClick>
              </a:rPr>
              <a:t> </a:t>
            </a:r>
            <a:r>
              <a:rPr b="1" lang="vi" sz="900" u="sng">
                <a:solidFill>
                  <a:schemeClr val="hlink"/>
                </a:solidFill>
                <a:hlinkClick r:id="rId14"/>
              </a:rPr>
              <a:t>色情小说</a:t>
            </a:r>
            <a:r>
              <a:rPr lang="vi" sz="900">
                <a:solidFill>
                  <a:schemeClr val="dk1"/>
                </a:solidFill>
              </a:rPr>
              <a:t> 站点一会观看最特色的故事吧-如：亚洲色情；情色小说；成人文学；色情网站大全；等.</a:t>
            </a:r>
            <a:endParaRPr sz="9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vi" sz="900">
                <a:solidFill>
                  <a:schemeClr val="dk1"/>
                </a:solidFill>
              </a:rPr>
              <a:t>网站:</a:t>
            </a:r>
            <a:r>
              <a:rPr lang="vi" sz="900">
                <a:solidFill>
                  <a:schemeClr val="dk1"/>
                </a:solidFill>
                <a:uFill>
                  <a:noFill/>
                </a:uFill>
                <a:hlinkClick r:id="rId15">
                  <a:extLst>
                    <a:ext uri="{A12FA001-AC4F-418D-AE19-62706E023703}">
                      <ahyp:hlinkClr val="tx"/>
                    </a:ext>
                  </a:extLst>
                </a:hlinkClick>
              </a:rPr>
              <a:t> </a:t>
            </a:r>
            <a:r>
              <a:rPr lang="vi" sz="900" u="sng">
                <a:solidFill>
                  <a:schemeClr val="hlink"/>
                </a:solidFill>
                <a:hlinkClick r:id="rId16"/>
              </a:rPr>
              <a:t>https://lou37.com/</a:t>
            </a:r>
            <a:endParaRPr b="1" sz="900" u="sng">
              <a:solidFill>
                <a:schemeClr val="hlink"/>
              </a:solidFill>
            </a:endParaRPr>
          </a:p>
          <a:p>
            <a:pPr indent="0" lvl="0" marL="0" rtl="0" algn="ctr">
              <a:lnSpc>
                <a:spcPct val="115000"/>
              </a:lnSpc>
              <a:spcBef>
                <a:spcPts val="1200"/>
              </a:spcBef>
              <a:spcAft>
                <a:spcPts val="1200"/>
              </a:spcAft>
              <a:buClr>
                <a:schemeClr val="dk1"/>
              </a:buClr>
              <a:buSzPts val="1100"/>
              <a:buFont typeface="Arial"/>
              <a:buNone/>
            </a:pPr>
            <a:r>
              <a:t/>
            </a:r>
            <a:endParaRPr sz="1000">
              <a:solidFill>
                <a:schemeClr val="dk1"/>
              </a:solidFill>
            </a:endParaRPr>
          </a:p>
        </p:txBody>
      </p:sp>
      <p:pic>
        <p:nvPicPr>
          <p:cNvPr id="57" name="Google Shape;57;p13"/>
          <p:cNvPicPr preferRelativeResize="0"/>
          <p:nvPr/>
        </p:nvPicPr>
        <p:blipFill rotWithShape="1">
          <a:blip r:embed="rId17">
            <a:alphaModFix/>
          </a:blip>
          <a:srcRect b="0" l="0" r="0" t="0"/>
          <a:stretch/>
        </p:blipFill>
        <p:spPr>
          <a:xfrm>
            <a:off x="4922475" y="825900"/>
            <a:ext cx="2312800" cy="2312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ctrTitle"/>
          </p:nvPr>
        </p:nvSpPr>
        <p:spPr>
          <a:xfrm>
            <a:off x="311700" y="281225"/>
            <a:ext cx="8520600" cy="939900"/>
          </a:xfrm>
          <a:prstGeom prst="rect">
            <a:avLst/>
          </a:prstGeom>
        </p:spPr>
        <p:txBody>
          <a:bodyPr anchorCtr="0" anchor="b" bIns="91425" lIns="91425" spcFirstLastPara="1" rIns="91425" wrap="square" tIns="91425">
            <a:noAutofit/>
          </a:bodyPr>
          <a:lstStyle/>
          <a:p>
            <a:pPr indent="0" lvl="0" marL="0" rtl="0" algn="ctr">
              <a:lnSpc>
                <a:spcPct val="130000"/>
              </a:lnSpc>
              <a:spcBef>
                <a:spcPts val="0"/>
              </a:spcBef>
              <a:spcAft>
                <a:spcPts val="900"/>
              </a:spcAft>
              <a:buNone/>
            </a:pPr>
            <a:r>
              <a:rPr b="1" lang="vi" sz="2200"/>
              <a:t>色情小说网站 - 专收集最热门的成人小说；超多肉小說；免费色情小说</a:t>
            </a:r>
            <a:endParaRPr b="1" sz="2200"/>
          </a:p>
        </p:txBody>
      </p:sp>
      <p:sp>
        <p:nvSpPr>
          <p:cNvPr id="63" name="Google Shape;63;p14"/>
          <p:cNvSpPr txBox="1"/>
          <p:nvPr>
            <p:ph idx="1" type="subTitle"/>
          </p:nvPr>
        </p:nvSpPr>
        <p:spPr>
          <a:xfrm>
            <a:off x="377550" y="1174125"/>
            <a:ext cx="8520600" cy="2615400"/>
          </a:xfrm>
          <a:prstGeom prst="rect">
            <a:avLst/>
          </a:prstGeom>
        </p:spPr>
        <p:txBody>
          <a:bodyPr anchorCtr="0" anchor="t" bIns="91425" lIns="91425" spcFirstLastPara="1" rIns="91425" wrap="square" tIns="91425">
            <a:noAutofit/>
          </a:bodyPr>
          <a:lstStyle/>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大多数现代人都有个人喜好和基本生理状况，了解自己想要什么和想要什么，我们建立了这个网站，为您提供许多精彩的性生活故事：乱伦小说、性奴小说、校园情色小说、强奸小说等。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欢迎大家来到LOU37.COM的世界。</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LOU37.COM网站建于2023年，为了给读者保持最好的状态和体验，用户看到的内容是我们团队的热情编辑的，同时为了吸引眼球，深受读者的喜爱，我们的团队每天都会编辑。 不断更新的新故事完全可以满足读者的需求。</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该网站上的色情小说涵盖许多有趣的类型 - 例如：</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 乱伦小说是动作类型之一，其中家庭成员，无论血缘关系或亲密关系，都非常有能力建立一些非凡的、鼓舞人心的关系。暧昧的，罪恶的，受到这种快乐给人类带来的快乐的启发。 违背良心。</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+性奴小说是指服从主人、极其粘人的奴隶类型，经常被强迫或做出一些堕落的行为来寻找快乐。</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+校园情小说有些人很熟悉，这种类型讲的是师徒之间未完成的关系。在学校，不仅仅是学习，在每一个隐蔽的角落，也是关于学习的。有一些最堕落和暧昧的行为。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本站发布的所有照片均由我们在互联网上收集，我们不拥有版权，对于非本站责任的评论不承担任何责任。 对于浏览本网站后发生的任何违法行为，我们将不承担任何责任。</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just">
              <a:lnSpc>
                <a:spcPct val="115000"/>
              </a:lnSpc>
              <a:spcBef>
                <a:spcPts val="1000"/>
              </a:spcBef>
              <a:spcAft>
                <a:spcPts val="0"/>
              </a:spcAft>
              <a:buClr>
                <a:schemeClr val="dk1"/>
              </a:buClr>
              <a:buSzPts val="1100"/>
              <a:buFont typeface="Arial"/>
              <a:buNone/>
            </a:pPr>
            <a:r>
              <a:rPr lang="vi" sz="1000">
                <a:solidFill>
                  <a:schemeClr val="dk1"/>
                </a:solidFill>
              </a:rPr>
              <a:t>我们希望为您带来在其他地方找不到的灵感。 因此，如果您有任何反馈或建议来帮助更好地优化LOU37.COM网站，请根据以下信息与我们联系，我们非常乐意听取您的意见。 感谢！</a:t>
            </a:r>
            <a:endParaRPr sz="1000">
              <a:solidFill>
                <a:schemeClr val="dk1"/>
              </a:solidFill>
            </a:endParaRPr>
          </a:p>
          <a:p>
            <a:pPr indent="0" lvl="0" marL="0" rtl="0" algn="just">
              <a:lnSpc>
                <a:spcPct val="115000"/>
              </a:lnSpc>
              <a:spcBef>
                <a:spcPts val="1000"/>
              </a:spcBef>
              <a:spcAft>
                <a:spcPts val="1000"/>
              </a:spcAft>
              <a:buNone/>
            </a:pPr>
            <a:r>
              <a:t/>
            </a:r>
            <a:endParaRPr sz="10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ctrTitle"/>
          </p:nvPr>
        </p:nvSpPr>
        <p:spPr>
          <a:xfrm>
            <a:off x="234175" y="313075"/>
            <a:ext cx="8520600" cy="720900"/>
          </a:xfrm>
          <a:prstGeom prst="rect">
            <a:avLst/>
          </a:prstGeom>
        </p:spPr>
        <p:txBody>
          <a:bodyPr anchorCtr="0" anchor="b" bIns="91425" lIns="91425" spcFirstLastPara="1" rIns="91425" wrap="square" tIns="91425">
            <a:noAutofit/>
          </a:bodyPr>
          <a:lstStyle/>
          <a:p>
            <a:pPr indent="0" lvl="0" marL="0" rtl="0" algn="ctr">
              <a:lnSpc>
                <a:spcPct val="130000"/>
              </a:lnSpc>
              <a:spcBef>
                <a:spcPts val="0"/>
              </a:spcBef>
              <a:spcAft>
                <a:spcPts val="900"/>
              </a:spcAft>
              <a:buNone/>
            </a:pPr>
            <a:r>
              <a:rPr b="1" lang="vi" sz="2200">
                <a:highlight>
                  <a:srgbClr val="FFFFFF"/>
                </a:highlight>
              </a:rPr>
              <a:t>网站免责声明 色情小说网站 - 专收集最热门的成人小说；超多肉小說；免费色情小说</a:t>
            </a:r>
            <a:endParaRPr b="1" sz="2200">
              <a:highlight>
                <a:srgbClr val="FFFFFF"/>
              </a:highlight>
            </a:endParaRPr>
          </a:p>
        </p:txBody>
      </p:sp>
      <p:sp>
        <p:nvSpPr>
          <p:cNvPr id="69" name="Google Shape;69;p15"/>
          <p:cNvSpPr txBox="1"/>
          <p:nvPr>
            <p:ph idx="1" type="subTitle"/>
          </p:nvPr>
        </p:nvSpPr>
        <p:spPr>
          <a:xfrm>
            <a:off x="285975" y="893225"/>
            <a:ext cx="8520600" cy="39372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本网站的读者们，世界上有数以千计的成人网站，您选择了我们的网站来阅读和放松，当本网站能够为您带来最好的服务时，您感到非常满意。 但是，您必须同意以下条款和条件。 LOU37保留随时歪曲、调整、添加或删除“一般政策和规定”内容的权利。 如果您在网站更改或升级期间继续使用该网站，则意味着您已接受网站上的所有更改。</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网站使用说明</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未经我们授权的人员严禁将本网站的部分内容用于商业用途。 如果您违反本网站的任何规则，我们将在不事先通知的情况下封锁您的 IP 地址和帐户。</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每位访问者都有责任维护您在网站上的密码、帐号和活动。 此外，对于您违反规定而造成的任何直接或间接损害，我们也不承担任何责任。</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免责声明</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LOU37是一个专为18岁以上成年人打造的18+情色小说网站，帮助您放松心情，满足身体需求。 最新、最精彩的故事细节保证帮助您更多地了解爱和性。 如果您未满 18 岁，请退出。</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本页面发布的内容取自互联网，新内容由许多作者创建，LOU37不接受有关本页面显示的信息的任何保证或义务。</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LOU37也不对网站不存在错误、安全问题、中断或网站上显示的信息的准确性和完整性承担责任或提供任何保证。</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注：请读者不要模仿小说中的动作，以免触犯法律。</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客户的反馈</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读者对本站内容的所有意见和建议均成为本站的资产。 如果我们发现任何虚假信息，我们将立即冻结您的帐户。</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但条款不同</a:t>
            </a:r>
            <a:endParaRPr sz="10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vi" sz="1000">
                <a:solidFill>
                  <a:schemeClr val="dk1"/>
                </a:solidFill>
              </a:rPr>
              <a:t>最后，所有习惯规则和规定（以及除本条款和条件之外的与其相关的义务或项目）均受越南法律管辖并根据越南法律解释。 我们保留随时修改您的条款和条件的权利，修改将在发布后立即生效。</a:t>
            </a:r>
            <a:endParaRPr sz="1000">
              <a:solidFill>
                <a:schemeClr val="dk1"/>
              </a:solidFill>
            </a:endParaRPr>
          </a:p>
          <a:p>
            <a:pPr indent="0" lvl="0" marL="0" rtl="0" algn="l">
              <a:lnSpc>
                <a:spcPct val="115000"/>
              </a:lnSpc>
              <a:spcBef>
                <a:spcPts val="1000"/>
              </a:spcBef>
              <a:spcAft>
                <a:spcPts val="1000"/>
              </a:spcAft>
              <a:buClr>
                <a:schemeClr val="dk1"/>
              </a:buClr>
              <a:buSzPts val="1100"/>
              <a:buFont typeface="Arial"/>
              <a:buNone/>
            </a:pPr>
            <a:r>
              <a:t/>
            </a:r>
            <a:endParaRPr sz="1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ctrTitle"/>
          </p:nvPr>
        </p:nvSpPr>
        <p:spPr>
          <a:xfrm>
            <a:off x="311700" y="298225"/>
            <a:ext cx="8520600" cy="735600"/>
          </a:xfrm>
          <a:prstGeom prst="rect">
            <a:avLst/>
          </a:prstGeom>
        </p:spPr>
        <p:txBody>
          <a:bodyPr anchorCtr="0" anchor="b" bIns="91425" lIns="91425" spcFirstLastPara="1" rIns="91425" wrap="square" tIns="91425">
            <a:noAutofit/>
          </a:bodyPr>
          <a:lstStyle/>
          <a:p>
            <a:pPr indent="0" lvl="0" marL="0" rtl="0" algn="ctr">
              <a:lnSpc>
                <a:spcPct val="130000"/>
              </a:lnSpc>
              <a:spcBef>
                <a:spcPts val="0"/>
              </a:spcBef>
              <a:spcAft>
                <a:spcPts val="900"/>
              </a:spcAft>
              <a:buNone/>
            </a:pPr>
            <a:r>
              <a:rPr b="1" lang="vi" sz="2200">
                <a:highlight>
                  <a:srgbClr val="FFFFFF"/>
                </a:highlight>
              </a:rPr>
              <a:t>使用条款  色情小说网站 - 专收集最热门的成人小说；超多肉小說；免费色情小说</a:t>
            </a:r>
            <a:endParaRPr sz="2200"/>
          </a:p>
        </p:txBody>
      </p:sp>
      <p:sp>
        <p:nvSpPr>
          <p:cNvPr id="75" name="Google Shape;75;p16"/>
          <p:cNvSpPr txBox="1"/>
          <p:nvPr>
            <p:ph idx="1" type="subTitle"/>
          </p:nvPr>
        </p:nvSpPr>
        <p:spPr>
          <a:xfrm>
            <a:off x="311700" y="922775"/>
            <a:ext cx="8520600" cy="359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sz="1000">
                <a:solidFill>
                  <a:schemeClr val="dk1"/>
                </a:solidFill>
              </a:rPr>
              <a:t>为保障LOU37小说网读者的权益，请读者遵守以下使用规则：</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1/ 通过使用网站 https://lou37.com，我们假设所有读者均同意并遵守我们网站的条款和条件。 如果读者对本网站的条款不满意，请随时退出以维护您的利益。</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2/未成年读者请离开本网站，不要继续使用我们的网站。 我们的网站仅向 18 岁以上的读者出售内容。</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3/ 请确保我们网站上提供的所有玩家评论均符合我们的使用规则且不会冒犯他人。 如果我们遇到与上述评论相比的违规行为，我们有权考虑并删除它们，以保护其他读者的权利。</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4/如果读者发现我们网站上的任何链接令人反感或令人反感，您可以随时联系我们，以便我们处理和考虑您的请求。更新您的请求。</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5/ 读者请勿以任何形式将本网站内容用于商业目的。 因为网站上的所有信息仅供参考，并不准确。 因此，我们对任何类型的损失或损坏不承担任何责任。</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6/我们的网站不断更新和创新内容，以提高读者在网站上的阅读体验。 因此，我们的合作是我们进步的前提。 我们要求读者遵守所有网站条件。</a:t>
            </a:r>
            <a:endParaRPr sz="1000">
              <a:solidFill>
                <a:schemeClr val="dk1"/>
              </a:solidFill>
            </a:endParaRPr>
          </a:p>
          <a:p>
            <a:pPr indent="0" lvl="0" marL="0" rtl="0" algn="l">
              <a:spcBef>
                <a:spcPts val="0"/>
              </a:spcBef>
              <a:spcAft>
                <a:spcPts val="0"/>
              </a:spcAft>
              <a:buClr>
                <a:schemeClr val="dk1"/>
              </a:buClr>
              <a:buSzPts val="1100"/>
              <a:buFont typeface="Arial"/>
              <a:buNone/>
            </a:pPr>
            <a:r>
              <a:t/>
            </a:r>
            <a:endParaRPr sz="1000">
              <a:solidFill>
                <a:schemeClr val="dk1"/>
              </a:solidFill>
            </a:endParaRPr>
          </a:p>
          <a:p>
            <a:pPr indent="0" lvl="0" marL="0" rtl="0" algn="l">
              <a:spcBef>
                <a:spcPts val="0"/>
              </a:spcBef>
              <a:spcAft>
                <a:spcPts val="0"/>
              </a:spcAft>
              <a:buClr>
                <a:schemeClr val="dk1"/>
              </a:buClr>
              <a:buSzPts val="1100"/>
              <a:buFont typeface="Arial"/>
              <a:buNone/>
            </a:pPr>
            <a:r>
              <a:rPr lang="vi" sz="1000">
                <a:solidFill>
                  <a:schemeClr val="dk1"/>
                </a:solidFill>
              </a:rPr>
              <a:t>希望亲爱的读者们在LOU37网站上有很多精彩的试炼！ 感谢！</a:t>
            </a:r>
            <a:endParaRPr sz="1000">
              <a:solidFill>
                <a:schemeClr val="dk1"/>
              </a:solidFill>
            </a:endParaRPr>
          </a:p>
          <a:p>
            <a:pPr indent="0" lvl="0" marL="0" rtl="0" algn="l">
              <a:spcBef>
                <a:spcPts val="0"/>
              </a:spcBef>
              <a:spcAft>
                <a:spcPts val="0"/>
              </a:spcAft>
              <a:buNone/>
            </a:pPr>
            <a:r>
              <a:t/>
            </a:r>
            <a:endParaRPr sz="1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idx="1" type="subTitle"/>
          </p:nvPr>
        </p:nvSpPr>
        <p:spPr>
          <a:xfrm>
            <a:off x="0" y="58775"/>
            <a:ext cx="8520600" cy="792600"/>
          </a:xfrm>
          <a:prstGeom prst="rect">
            <a:avLst/>
          </a:prstGeom>
        </p:spPr>
        <p:txBody>
          <a:bodyPr anchorCtr="0" anchor="t" bIns="91425" lIns="91425" spcFirstLastPara="1" rIns="91425" wrap="square" tIns="91425">
            <a:noAutofit/>
          </a:bodyPr>
          <a:lstStyle/>
          <a:p>
            <a:pPr indent="0" lvl="0" marL="0" rtl="0" algn="l">
              <a:lnSpc>
                <a:spcPct val="121000"/>
              </a:lnSpc>
              <a:spcBef>
                <a:spcPts val="2000"/>
              </a:spcBef>
              <a:spcAft>
                <a:spcPts val="0"/>
              </a:spcAft>
              <a:buClr>
                <a:schemeClr val="dk1"/>
              </a:buClr>
              <a:buSzPts val="1100"/>
              <a:buFont typeface="Arial"/>
              <a:buNone/>
            </a:pPr>
            <a:r>
              <a:rPr lang="vi" sz="2200">
                <a:solidFill>
                  <a:schemeClr val="dk1"/>
                </a:solidFill>
              </a:rPr>
              <a:t>有用的链接</a:t>
            </a:r>
            <a:endParaRPr sz="2200">
              <a:solidFill>
                <a:schemeClr val="dk1"/>
              </a:solidFill>
            </a:endParaRPr>
          </a:p>
          <a:p>
            <a:pPr indent="0" lvl="0" marL="0" rtl="0" algn="ctr">
              <a:spcBef>
                <a:spcPts val="0"/>
              </a:spcBef>
              <a:spcAft>
                <a:spcPts val="0"/>
              </a:spcAft>
              <a:buNone/>
            </a:pPr>
            <a:r>
              <a:t/>
            </a:r>
            <a:endParaRPr/>
          </a:p>
        </p:txBody>
      </p:sp>
      <p:sp>
        <p:nvSpPr>
          <p:cNvPr id="81" name="Google Shape;81;p17"/>
          <p:cNvSpPr txBox="1"/>
          <p:nvPr/>
        </p:nvSpPr>
        <p:spPr>
          <a:xfrm>
            <a:off x="324325" y="851375"/>
            <a:ext cx="8733300" cy="2954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vi" sz="1000" u="sng">
                <a:solidFill>
                  <a:schemeClr val="hlink"/>
                </a:solidFill>
                <a:hlinkClick r:id="rId3"/>
              </a:rPr>
              <a:t>https://www.facebook.com/lou37com/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
              </a:rPr>
              <a:t>https://twitter.com/lou37com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
              </a:rPr>
              <a:t>https://www.instagram.com/lou37com/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
              </a:rPr>
              <a:t>https://www.youtube.com/@lou37com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
              </a:rPr>
              <a:t>https://www.linkedin.com/in/lou37com/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
              </a:rPr>
              <a:t>https://glose.com/u/lou37com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
              </a:rPr>
              <a:t>https://folkd.com/profile/lou37com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
              </a:rPr>
              <a:t>https://www.diigo.com/user/lou37com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
              </a:rPr>
              <a:t>https://www.deviantart.com/lou37com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
              </a:rPr>
              <a:t>https://ko-fi.com/lou37com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
              </a:rPr>
              <a:t>https://linktr.ee/lou37com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
              </a:rPr>
              <a:t>https://www.flickr.com/people/lou37com/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
              </a:rPr>
              <a:t>https://www.reddit.com/user/lou37com/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
              </a:rPr>
              <a:t>https://www.pinterest.com/lou37com/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7"/>
              </a:rPr>
              <a:t>https://vimeo.com/lou37com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8"/>
              </a:rPr>
              <a:t>https://www.instapaper.com/p/lou37com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9"/>
              </a:rPr>
              <a:t>https://band.us/band/93053017/intro</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0"/>
              </a:rPr>
              <a:t>https://wakelet.com/@lou37com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1"/>
              </a:rPr>
              <a:t>https://www.scoop.it/u/lou37com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2"/>
              </a:rPr>
              <a:t>https://colab.research.google.com/drive/1gKayhdhMYsy1JU4KqxI80bXfhcJK3ujz?usp=sharing</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3"/>
              </a:rPr>
              <a:t>https://social.msdn.microsoft.com/Profile/lou37com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4"/>
              </a:rPr>
              <a:t>https://social.technet.microsoft.com/profile/lou37com/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5"/>
              </a:rPr>
              <a:t>https://bbs.now.qq.com/?6201621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6"/>
              </a:rPr>
              <a:t>https://www.blogger.com/profile/07123635442110845708</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7"/>
              </a:rPr>
              <a:t>https://gravatar.com/lou37com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8"/>
              </a:rPr>
              <a:t>https://talk.plesk.com/members/lou37com.311289/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9"/>
              </a:rPr>
              <a:t>https://www.openstreetmap.org/user/LOU37%20%E8%89%B2%E6%83%85%E5%B0%8F%E8%AF%B4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0"/>
              </a:rPr>
              <a:t>https://profile.hatena.ne.jp/lou37com/profile</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1"/>
              </a:rPr>
              <a:t>https://archive.org/details/@lou37com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2"/>
              </a:rPr>
              <a:t>https://ok.ru/profile/605331410197/statuses/156577446303765</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3"/>
              </a:rPr>
              <a:t>https://issuu.com/lou37com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4"/>
              </a:rPr>
              <a:t>https://www.twitch.tv/lou37com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5"/>
              </a:rPr>
              <a:t>https://lou37com.bandcamp.com/album/lou37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6"/>
              </a:rPr>
              <a:t>https://feedly.com/i/subscription/feed%2Fhttps%3A%2F%2Flou37.com%2Ffeed%2F</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7"/>
              </a:rPr>
              <a:t>https://about.me/lou37com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8"/>
              </a:rPr>
              <a:t>https://tawk.to/lou37com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9"/>
              </a:rPr>
              <a:t>https://codepen.io/lou37com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0"/>
              </a:rPr>
              <a:t>https://hub.docker.com/u/lou37com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1"/>
              </a:rPr>
              <a:t>https://community.cisco.com/t5/user/viewprofilepage/user-id/1638310</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2"/>
              </a:rPr>
              <a:t>https://500px.com/p/lou37com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3"/>
              </a:rPr>
              <a:t>https://vws.vektor-inc.co.jp/forums/users/46253</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4"/>
              </a:rPr>
              <a:t>https://www.theknot.com/us/lou37com-lou37com-and-lou37com-lou37com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5"/>
              </a:rPr>
              <a:t>https://www.producthunt.com/@lou37com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6"/>
              </a:rPr>
              <a:t>https://small-goose-6a9.notion.site/LOU37-4016d1932b4a46c1b2a5c7834d11b12a?pvs=4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7"/>
              </a:rPr>
              <a:t>https://profile.ameba.jp/ameba/lou37com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8"/>
              </a:rPr>
              <a:t>https://sketchfab.com/lou37com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9"/>
              </a:rPr>
              <a:t>https://www.discogs.com/user/lou37com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0"/>
              </a:rPr>
              <a:t>https://www.reverbnation.com/lou37com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1"/>
              </a:rPr>
              <a:t>https://connect.garmin.com/modern/profile/df863bc2-e50f-4191-a8dd-1129bfd39780</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2"/>
              </a:rPr>
              <a:t>https://fliphtml5.com/dashboard/public-profile/dcfqm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3"/>
              </a:rPr>
              <a:t>https://public.tableau.com/app/profile/lou37./vizzes</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4"/>
              </a:rPr>
              <a:t>https://lou37com.creator-spring.com/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5"/>
              </a:rPr>
              <a:t>https://mastodon.social/@lou37com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6"/>
              </a:rPr>
              <a:t>https://onlyfans.com/lou37com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7"/>
              </a:rPr>
              <a:t>https://www.nicovideo.jp/user/131275199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8"/>
              </a:rPr>
              <a:t>https://tvchrist.ning.com/profile/lou37com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9"/>
              </a:rPr>
              <a:t>https://www.awwwards.com/lou37com/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0"/>
              </a:rPr>
              <a:t>https://www.credly.com/users/lou37/badges</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1"/>
              </a:rPr>
              <a:t>https://heylink.me/lou37com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2"/>
              </a:rPr>
              <a:t>https://jsfiddle.net/lou37com/4Ldbpnex/4/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3"/>
              </a:rPr>
              <a:t>https://blog.udn.com/2ce415ad/180091365</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4"/>
              </a:rPr>
              <a:t>https://camp-fire.jp/profile/lou37com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5"/>
              </a:rPr>
              <a:t>https://community.fabric.microsoft.com/t5/user/viewprofilepage/user-id/650666</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6"/>
              </a:rPr>
              <a:t>https://www.walkscore.com/people/229975618854/lou37com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7"/>
              </a:rPr>
              <a:t>https://my.archdaily.com/us/@lou37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8"/>
              </a:rPr>
              <a:t>https://freelance.habr.com/freelancers/lou37com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9"/>
              </a:rPr>
              <a:t>https://lou37-se-qing-xiao-shuo.simplecast.com/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0"/>
              </a:rPr>
              <a:t>https://qiita.com/lou37com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1"/>
              </a:rPr>
              <a:t>http://lou37com.idea.informer.com/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2"/>
              </a:rPr>
              <a:t>https://community.articulate.com/users/LOU37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3"/>
              </a:rPr>
              <a:t>https://visual.ly/users/lou37com/portfolio</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4"/>
              </a:rPr>
              <a:t>https://forum.acronis.com/user/529727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5"/>
              </a:rPr>
              <a:t>https://taplink.cc/lou37com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6"/>
              </a:rPr>
              <a:t>https://bimber.bringthepixel.com/main/buddypress/members/lou37com/profile/</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7"/>
              </a:rPr>
              <a:t>https://hashnode.com/@lou37com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8"/>
              </a:rPr>
              <a:t>https://anyflip.com/homepage/eajot/</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9"/>
              </a:rPr>
              <a:t>https://community.windy.com/user/lou37com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0"/>
              </a:rPr>
              <a:t>https://www.docdroid.net/lNAS65C/document</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1"/>
              </a:rPr>
              <a:t>https://crowdin.com/project/lou37com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2"/>
              </a:rPr>
              <a:t>https://digiland.libero.it/profili/scheda/lou37com/dettaglio</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3"/>
              </a:rPr>
              <a:t>https://www.bitchute.com/channel/xec9rNw8YRbL/</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4"/>
              </a:rPr>
              <a:t>https://chart-studio.plotly.com/~lou37com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5"/>
              </a:rPr>
              <a:t>https://pubhtml5.com/homepage/ireul/</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6"/>
              </a:rPr>
              <a:t>https://s.id/lou37com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7"/>
              </a:rPr>
              <a:t>https://pbase.com/lou37com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8"/>
              </a:rPr>
              <a:t>https://odysee.com/@lou37com:6?view=about</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9"/>
              </a:rPr>
              <a:t>https://audiomack.com/lou37com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0"/>
              </a:rPr>
              <a:t>https://myanimelist.net/profile/lou37com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1"/>
              </a:rPr>
              <a:t>https://linkr.bio/lou37com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2"/>
              </a:rPr>
              <a:t>https://www.are.na/lou37-com/lou37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3"/>
              </a:rPr>
              <a:t>https://www.mindmeister.com/app/map/3052460499?t=qrh2uaEdS1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4"/>
              </a:rPr>
              <a:t>https://leetcode.com/lou37com/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5"/>
              </a:rPr>
              <a:t>https://hackmd.io/@lou37com/HkogSHTNT</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6"/>
              </a:rPr>
              <a:t>https://replit.com/@danghungphong15</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7"/>
              </a:rPr>
              <a:t>https://pxhere.com/en/photographer/4128944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8"/>
              </a:rPr>
              <a:t>https://glitch.com/@lou37com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9"/>
              </a:rPr>
              <a:t>https://www.kfz-betrieb.vogel.de/community/user/danghungphong1577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0"/>
              </a:rPr>
              <a:t>https://mastodon.online/@lou37com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1"/>
              </a:rPr>
              <a:t>https://gitlab.nic.cz/lou37com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2"/>
              </a:rPr>
              <a:t>https://www.spigotmc.org/members/lou37com.1917551/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3"/>
              </a:rPr>
              <a:t>https://www.furaffinity.net/user/lou37com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4"/>
              </a:rPr>
              <a:t>https://play.eslgaming.com/player/19751639/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5"/>
              </a:rPr>
              <a:t>https://www.elephantjournal.com/profile/lou37com/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6"/>
              </a:rPr>
              <a:t>https://micro.blog/lou37com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7"/>
              </a:rPr>
              <a:t>http://hcxadmin310.kir.jp/it-solutions/hcxwiki/index.php?lou37com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8"/>
              </a:rPr>
              <a:t>https://www.emoneyspace.com/lou37com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9"/>
              </a:rPr>
              <a:t>https://vocal.media/authors/lou37com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0"/>
              </a:rPr>
              <a:t>http://forum.yealink.com/forum/member.php?action=profile&amp;uid=294044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1"/>
              </a:rPr>
              <a:t>https://newspicks.com/user/9655283</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2"/>
              </a:rPr>
              <a:t>https://the-dots.com/users/lou37-1523698</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3"/>
              </a:rPr>
              <a:t>https://www.lifeofpix.com/photographers/lou37com/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4"/>
              </a:rPr>
              <a:t>https://www.intensedebate.com/people/lou37com1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5"/>
              </a:rPr>
              <a:t>https://allmylinks.com/lou37com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6"/>
              </a:rPr>
              <a:t>https://justpaste.it/u/lou37com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7"/>
              </a:rPr>
              <a:t>http://ikonoteka.paleo.pan.pl/xwiki/bin/view/XWiki/lou37com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8"/>
              </a:rPr>
              <a:t>https://files.fm/lou37com/info</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9"/>
              </a:rPr>
              <a:t>https://conifer.rhizome.org/lou37com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0"/>
              </a:rPr>
              <a:t>https://magic.ly/lou37com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1"/>
              </a:rPr>
              <a:t>https://booklog.jp/users/lou37com/profile</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2"/>
              </a:rPr>
              <a:t>https://coub.com/lou37com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3"/>
              </a:rPr>
              <a:t>https://socialtrain.stage.lithium.com/t5/user/viewprofilepage/user-id/32465</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4"/>
              </a:rPr>
              <a:t>https://www.myminifactory.com/users/lou37com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5"/>
              </a:rPr>
              <a:t>https://www.wpgmaps.com/forums/users/lou37com/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6"/>
              </a:rPr>
              <a:t>http://users.atw.hu/tuleles/phpBB2/profile.php?mode=viewprofile&amp;u=20909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7"/>
              </a:rPr>
              <a:t>https://www.jigsawplanet.com/lou37com?viewas=36b548ecb56e</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8"/>
              </a:rPr>
              <a:t>https://lou37com.danghungphong15.repl.co/</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9"/>
              </a:rPr>
              <a:t>https://app.scholasticahq.com/scholars/244691-lou37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0"/>
              </a:rPr>
              <a:t>https://stocktwits.com/lou37com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1"/>
              </a:rPr>
              <a:t>https://www.brownbook.net/business/52258955/lou37-%E8%89%B2%E6%83%85%E5%B0%8F%E8%AF%B4/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2"/>
              </a:rPr>
              <a:t>https://community.alteryx.com/t5/user/viewprofilepage/user-id/524188</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3"/>
              </a:rPr>
              <a:t>https://www.bricklink.com/aboutMe.asp?u=lou37com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4"/>
              </a:rPr>
              <a:t>https://lou37com.hashnode.dev/lou37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5"/>
              </a:rPr>
              <a:t>https://varecha.pravda.sk/profil/lou37com/o-mne/</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6"/>
              </a:rPr>
              <a:t>https://8tracks.com/lou37com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7"/>
              </a:rPr>
              <a:t>https://app.net/profile/lou37com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8"/>
              </a:rPr>
              <a:t>https://app.roll20.net/users/12682719/lou37-c</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9"/>
              </a:rPr>
              <a:t>https://www.metal-archives.com/users/lou37com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0"/>
              </a:rPr>
              <a:t>https://www.symbaloo.com/shared/AAAAAQLPhcUAA41-4zNjCg==</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1"/>
              </a:rPr>
              <a:t>https://www.veoh.com/users/lou37com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2"/>
              </a:rPr>
              <a:t>https://www.designspiration.com/danghungphong1577/saves/</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3"/>
              </a:rPr>
              <a:t>https://www.viewbug.com/member/lou37com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4"/>
              </a:rPr>
              <a:t>https://mastodon.world/@lou37com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5"/>
              </a:rPr>
              <a:t>https://www.printables.com/@lou37com_1483153</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6"/>
              </a:rPr>
              <a:t>https://artistecard.com/lou37com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7"/>
              </a:rPr>
              <a:t>https://os.mbed.com/users/lou37com/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8"/>
              </a:rPr>
              <a:t>https://hypothes.is/users/lou37com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9"/>
              </a:rPr>
              <a:t>https://influence.co/lou37com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0"/>
              </a:rPr>
              <a:t>https://www.fundable.com/lou37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1"/>
              </a:rPr>
              <a:t>https://data.world/lou37com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2"/>
              </a:rPr>
              <a:t>https://www.quia.com/profiles/lou37com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3"/>
              </a:rPr>
              <a:t>https://pixel.tchncs.de/lou37com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4"/>
              </a:rPr>
              <a:t>https://www.bandlab.com/lou37com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5"/>
              </a:rPr>
              <a:t>https://triberr.com/lou37com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6"/>
              </a:rPr>
              <a:t>http://tupalo.com/en/users/5810808</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7"/>
              </a:rPr>
              <a:t>https://nootheme.com/forums/users/lou37com/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8"/>
              </a:rPr>
              <a:t>https://developer.tobii.com/community-forums/members/lou37com/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9"/>
              </a:rPr>
              <a:t>https://community.plus.net/t5/user/viewprofilepage/user-id/127116</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0"/>
              </a:rPr>
              <a:t>https://community.arlo.com/t5/user/viewprofilepage/user-id/935141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1"/>
              </a:rPr>
              <a:t>https://skitterphoto.com/photographers/78310/lou37com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2"/>
              </a:rPr>
              <a:t>https://www.fitday.com/fitness/forums/members/lou37com.html</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3"/>
              </a:rPr>
              <a:t>https://www.renderosity.com/users/id:1427727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4"/>
              </a:rPr>
              <a:t>https://www.speedrun.com/users/lou37com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5"/>
              </a:rPr>
              <a:t>https://www.storeboard.com/lou37com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6"/>
              </a:rPr>
              <a:t>https://linklist.bio/lou37com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7"/>
              </a:rPr>
              <a:t>https://www.longisland.com/profile/lou37com</a:t>
            </a:r>
            <a:endParaRPr sz="1000" u="sng">
              <a:solidFill>
                <a:schemeClr val="hlink"/>
              </a:solidFill>
            </a:endParaRPr>
          </a:p>
          <a:p>
            <a:pPr indent="0" lvl="0" marL="0" rtl="0" algn="l">
              <a:spcBef>
                <a:spcPts val="0"/>
              </a:spcBef>
              <a:spcAft>
                <a:spcPts val="0"/>
              </a:spcAft>
              <a:buNone/>
            </a:pPr>
            <a:r>
              <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ctrTitle"/>
          </p:nvPr>
        </p:nvSpPr>
        <p:spPr>
          <a:xfrm>
            <a:off x="311700" y="226525"/>
            <a:ext cx="8520600" cy="792600"/>
          </a:xfrm>
          <a:prstGeom prst="rect">
            <a:avLst/>
          </a:prstGeom>
        </p:spPr>
        <p:txBody>
          <a:bodyPr anchorCtr="0" anchor="b" bIns="91425" lIns="91425" spcFirstLastPara="1" rIns="91425" wrap="square" tIns="91425">
            <a:noAutofit/>
          </a:bodyPr>
          <a:lstStyle/>
          <a:p>
            <a:pPr indent="0" lvl="0" marL="0" rtl="0" algn="l">
              <a:lnSpc>
                <a:spcPct val="121000"/>
              </a:lnSpc>
              <a:spcBef>
                <a:spcPts val="2000"/>
              </a:spcBef>
              <a:spcAft>
                <a:spcPts val="0"/>
              </a:spcAft>
              <a:buNone/>
            </a:pPr>
            <a:r>
              <a:rPr lang="vi" sz="2200"/>
              <a:t>有用的链接</a:t>
            </a:r>
            <a:endParaRPr sz="2200"/>
          </a:p>
        </p:txBody>
      </p:sp>
      <p:sp>
        <p:nvSpPr>
          <p:cNvPr id="87" name="Google Shape;87;p18"/>
          <p:cNvSpPr txBox="1"/>
          <p:nvPr>
            <p:ph idx="1" type="subTitle"/>
          </p:nvPr>
        </p:nvSpPr>
        <p:spPr>
          <a:xfrm>
            <a:off x="901050" y="1074625"/>
            <a:ext cx="7317900" cy="3989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1000" u="sng">
                <a:solidFill>
                  <a:schemeClr val="hlink"/>
                </a:solidFill>
                <a:hlinkClick r:id="rId3"/>
              </a:rPr>
              <a:t>https://sites.google.com/view/lou37/trang-ch%E1%BB%A7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
              </a:rPr>
              <a:t>https://www.liveinternet.ru/users/lou37com/post502264668/</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
              </a:rPr>
              <a:t>https://lou37com.webflow.io/</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
              </a:rPr>
              <a:t>https://lou37com.gitbook.io/lou37com/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
              </a:rPr>
              <a:t>https://lou37com.mystrikingly.com/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
              </a:rPr>
              <a:t>https://peatix.com/group/14691220</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
              </a:rPr>
              <a:t>https://lou37com.splashthat.com/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
              </a:rPr>
              <a:t>https://lou37com.pixnet.net/blog/post/121055644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
              </a:rPr>
              <a:t>https://656766c665c99.site123.me/</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
              </a:rPr>
              <a:t>https://telegra.ph/lou37com-11-29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
              </a:rPr>
              <a:t>https://lou37com.hashnode.dev/lou37-com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
              </a:rPr>
              <a:t>https://lou37com.mypixieset.com/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
              </a:rPr>
              <a:t>https://lou37com.bravesites.com/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
              </a:rPr>
              <a:t>https://we.riseup.net/lou37com/lou37-com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7"/>
              </a:rPr>
              <a:t>https://lou37com.blogspot.com/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8"/>
              </a:rPr>
              <a:t>https://lou37com.doorkeeper.jp/</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9"/>
              </a:rPr>
              <a:t>https://magic.ly/lou37com/LOU37-Com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0"/>
              </a:rPr>
              <a:t>https://www.keepandshare.com/discuss2/13122/lou37-com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1"/>
              </a:rPr>
              <a:t>https://rentry.co/sht3r</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2"/>
              </a:rPr>
              <a:t>https://writeablog.net/znwz4s2l79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3"/>
              </a:rPr>
              <a:t>https://blogfreely.net/lou37com/guan-yu-wo-men</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4"/>
              </a:rPr>
              <a:t>https://uxfol.io/p/c6e5116e/0203e677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5"/>
              </a:rPr>
              <a:t>https://lou37com.onlc.fr/</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6"/>
              </a:rPr>
              <a:t>https://all4webs.com/lou37com/home.htm?64501=30754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7"/>
              </a:rPr>
              <a:t>http://lou37com.guildwork.com/forum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8"/>
              </a:rPr>
              <a:t>http://opr.provincia.caserta.it/web/lou37com</a:t>
            </a:r>
            <a:endParaRPr sz="1000" u="sng">
              <a:solidFill>
                <a:schemeClr val="hlink"/>
              </a:solidFill>
            </a:endParaRPr>
          </a:p>
          <a:p>
            <a:pPr indent="0" lvl="0" marL="0" rtl="0" algn="l">
              <a:spcBef>
                <a:spcPts val="0"/>
              </a:spcBef>
              <a:spcAft>
                <a:spcPts val="0"/>
              </a:spcAft>
              <a:buNone/>
            </a:pPr>
            <a:r>
              <a:t/>
            </a:r>
            <a:endParaRPr sz="1000" u="sng">
              <a:solidFill>
                <a:srgbClr val="1155CC"/>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ctrTitle"/>
          </p:nvPr>
        </p:nvSpPr>
        <p:spPr>
          <a:xfrm>
            <a:off x="311700" y="744575"/>
            <a:ext cx="8520600" cy="70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vi" sz="2200"/>
              <a:t>lINK GOV EDU</a:t>
            </a:r>
            <a:endParaRPr sz="2200"/>
          </a:p>
        </p:txBody>
      </p:sp>
      <p:sp>
        <p:nvSpPr>
          <p:cNvPr id="93" name="Google Shape;93;p19"/>
          <p:cNvSpPr txBox="1"/>
          <p:nvPr>
            <p:ph idx="1" type="subTitle"/>
          </p:nvPr>
        </p:nvSpPr>
        <p:spPr>
          <a:xfrm>
            <a:off x="311700" y="1657750"/>
            <a:ext cx="8520600" cy="2182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vi" sz="1000" u="sng">
                <a:solidFill>
                  <a:schemeClr val="hlink"/>
                </a:solidFill>
                <a:hlinkClick r:id="rId3"/>
              </a:rPr>
              <a:t>https://info.undp.org/docs/dao/UNSP2015/Lists/PostSurvey/Item/displayifs.aspx?List=6e146e50-e299-46da-a20e-b9e885dace29&amp;ID=44010</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4"/>
              </a:rPr>
              <a:t>https://mainecare.maine.gov/Lists/Quarterly%20Dental%20Provider%20Survey/DispForm.aspx?ID=49544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5"/>
              </a:rPr>
              <a:t>https://nowewyrazy.uw.edu.pl/profil/lou37com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6"/>
              </a:rPr>
              <a:t>http://portal.nurse.cmu.ac.th/computer/Lists/Survey/DispForm.aspx?ID=32787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7"/>
              </a:rPr>
              <a:t>https://wiki.chili.asia/hoi-dap/lou37-com/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8"/>
              </a:rPr>
              <a:t>http://genomicdata.hacettepe.edu.tr:3000/lou37com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9"/>
              </a:rPr>
              <a:t>https://moe.gov.sa/ar/education/highereducation/Lists/Survey1/DispForm.aspx?ID=2589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0"/>
              </a:rPr>
              <a:t>https://www.ices.dk/ICESSurveys/Lists/2018_Tools_for_EBM/DispForm.aspx?ID=17274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1"/>
              </a:rPr>
              <a:t>https://www.aerocivil.gov.co/atencion/participacion/encuesta/Lists/Rendicin%20de%20Cuentas%202017/DispForm.aspx?ID=49409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2"/>
              </a:rPr>
              <a:t>https://ml007.k12.sd.us/PI/Lists/Post%20Tech%20Integration%20Survey/DispForm.aspx?ID=13846</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3"/>
              </a:rPr>
              <a:t>https://newsnviews.larsentoubro.com/Lists/SharedLinks/DispForm.aspx?ID=13885</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4"/>
              </a:rPr>
              <a:t>http://dukccq.dongnai.gov.vn/Lists/HisCounter/DispForm.aspx?ID=969388</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5"/>
              </a:rPr>
              <a:t>https://medicine.ju.edu.jo/Lists/ConfReg/AllItems.aspx?Paged=TRUE&amp;p_ID=49789</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6"/>
              </a:rPr>
              <a:t>https://computer.ju.edu.jo/Lists/Alumni%20Feedback%20Survey/DispForm.aspx?ID=61270</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7"/>
              </a:rPr>
              <a:t>https://management.ju.edu.jo/Lists/Alumni%20Feedback%20Survey/DispForm.aspx?ID=27704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8"/>
              </a:rPr>
              <a:t>https://portal.gestiondelriesgo.gov.co/todossomospazcifico/Lists/RegContacto/DispForm.aspx?ID=15161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19"/>
              </a:rPr>
              <a:t>https://lwccareers.lindsey.edu/profiles/3984161-lou37-com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0"/>
              </a:rPr>
              <a:t>https://survey.sirim.my/surveyonline/Lists/F4F%20in%20Food%20Processing%20Survey/DispForm.aspx?ID=101171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1"/>
              </a:rPr>
              <a:t>https://tapchivatuyentap.tlu.edu.vn/Activity-Feed/My-Profile/UserId/14802</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2"/>
              </a:rPr>
              <a:t>https://satitmattayom.nrru.ac.th/?dwqa-question=lou37-com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3"/>
              </a:rPr>
              <a:t>http://hamptonroadsghaco.org/question/lou37-com/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4"/>
              </a:rPr>
              <a:t>https://www.kzntreasury.gov.za/Lists/FRAUD%20RISK%20ASSESSMENT%20QUESTIONNAIRE/DispForm.aspx?ID=46131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5"/>
              </a:rPr>
              <a:t>https://www.shoffagekar.ir/question/lou37-com/</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6"/>
              </a:rPr>
              <a:t>http://www.sodis.fr/Lists/enquete2/DispForm.aspx?ID=7970</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7"/>
              </a:rPr>
              <a:t>https://www.dmidcroms.com/CRS/Lists/DMIDCROMS%20Resources%20Feedback/DispForm.aspx?ID=15564</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8"/>
              </a:rPr>
              <a:t>http://ttytcauke.vn/Default.aspx?tabid=120&amp;ch=53957</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29"/>
              </a:rPr>
              <a:t>http://sharepoint.bath.k12.va.us/tech/forum/Lists/Forum%20Evaluation/DispForm.aspx?ID=14731</a:t>
            </a:r>
            <a:endParaRPr sz="1000" u="sng">
              <a:solidFill>
                <a:schemeClr val="hlink"/>
              </a:solidFill>
            </a:endParaRPr>
          </a:p>
          <a:p>
            <a:pPr indent="0" lvl="0" marL="0" rtl="0" algn="l">
              <a:lnSpc>
                <a:spcPct val="115000"/>
              </a:lnSpc>
              <a:spcBef>
                <a:spcPts val="0"/>
              </a:spcBef>
              <a:spcAft>
                <a:spcPts val="0"/>
              </a:spcAft>
              <a:buNone/>
            </a:pPr>
            <a:r>
              <a:rPr lang="vi" sz="1000" u="sng">
                <a:solidFill>
                  <a:schemeClr val="hlink"/>
                </a:solidFill>
                <a:hlinkClick r:id="rId30"/>
              </a:rPr>
              <a:t>https://www.cjtulcea.ro/sites/cjtulcea/ServiciiElectronice/Lists/Intrari/DispForm.aspx?ID=8868</a:t>
            </a:r>
            <a:endParaRPr sz="1000" u="sng">
              <a:solidFill>
                <a:schemeClr val="hlink"/>
              </a:solidFill>
            </a:endParaRPr>
          </a:p>
          <a:p>
            <a:pPr indent="0" lvl="0" marL="0" rtl="0" algn="ctr">
              <a:spcBef>
                <a:spcPts val="0"/>
              </a:spcBef>
              <a:spcAft>
                <a:spcPts val="0"/>
              </a:spcAft>
              <a:buNone/>
            </a:pPr>
            <a:r>
              <a:t/>
            </a:r>
            <a:endParaRPr sz="1000" u="sng">
              <a:solidFill>
                <a:srgbClr val="1155CC"/>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