
<file path=[Content_Types].xml><?xml version="1.0" encoding="utf-8"?>
<Types xmlns="http://schemas.openxmlformats.org/package/2006/content-types">
  <Default ContentType="image/jpeg" Extension="jpg"/>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schemas.openxmlformats.org/officeDocument/2006/relationships/slide" Target="slides/slide5.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p90V7QNJuX8" TargetMode="Externa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p90V7QNJuX8"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p90V7QNJuX8"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p90V7QNJuX8"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p90V7QNJuX8" TargetMode="Externa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vi" u="sng">
                <a:solidFill>
                  <a:srgbClr val="0097A7"/>
                </a:solidFill>
                <a:hlinkClick r:id="rId2">
                  <a:extLst>
                    <a:ext uri="{A12FA001-AC4F-418D-AE19-62706E023703}">
                      <ahyp:hlinkClr val="tx"/>
                    </a:ext>
                  </a:extLst>
                </a:hlinkClick>
              </a:rPr>
              <a:t>https://youtu.be/p90V7QNJuX8</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tham tu lung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thám tử lừng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vietsub</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tham tu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phim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tử lừng danh conan thuyết minh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full</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tham tu lung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hoat hinh conan thuyet minh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tử lừng danh conan tiếng việt</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tử lừng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tử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phim hoat hinh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hoat hinh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phim</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phim thám tử lừng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hoạt hình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tiếng việt</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anime</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 thám tử lừng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trọn bộ</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phim tham tu lung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tron bo</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tham tu lung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hoat hinh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tham tu lung danh conan long tieng</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conan thám tử lừng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connan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tham tu lung danh conan tron bo</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tham tu lung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tham tu lung danh conan thuyet minh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phim conan thám tử lừng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conan long tieng</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moi nhat</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hoat hinh tham tu lung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tử lừng danh conan vietsub</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tron bo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thám tử lừng danh thuyết minh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tham tu lung danh tron bo</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tham tu lung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phim conan thuyet minh tieng viet full</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hoạt hình thám tử lừng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tử lừng danh conan lồng tiếng</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coi phim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thám tử lừng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tử lung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thám tử lừng danh tập</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thám tử lừng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vietsub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tham tu lung danh thuyet minh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hoạt hình thám tử lừng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hoạt hình conan thám tử lừng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tham tử lừng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conan tron bo</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thám tử lừng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phim hoạt hình thám tử lừng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connan tham tu lung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tham tu lung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hoat hinh conan tieng viet</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thám tử lừng danh tập phim</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tư lừng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conan tieng viet</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tham tư lưng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phim conan thuyet minh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hoạt hình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hoat hinh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hoat hinh tham tu lung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trọn bộ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hoat hinh conan tron bo</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thám tử lừng danh trọn bộ</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conan tham tu lung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phim hoạt hình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hoat hinh conan tieng viet</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hoạt hình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tử lừng danh conan tập</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tử lừng danh conan thám tử lừng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thám tử lừng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tham tu lung danh long tieng</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tử lừng danh conan thuyết minh tiếng việt</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a108337f6a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a108337f6a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vi" u="sng">
                <a:solidFill>
                  <a:srgbClr val="0097A7"/>
                </a:solidFill>
                <a:hlinkClick r:id="rId2">
                  <a:extLst>
                    <a:ext uri="{A12FA001-AC4F-418D-AE19-62706E023703}">
                      <ahyp:hlinkClr val="tx"/>
                    </a:ext>
                  </a:extLst>
                </a:hlinkClick>
              </a:rPr>
              <a:t>https://youtu.be/p90V7QNJuX8</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tham tu lung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thám tử lừng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vietsub</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tham tu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phim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tử lừng danh conan thuyết minh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full</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tham tu lung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hoat hinh conan thuyet minh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tử lừng danh conan tiếng việt</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tử lừng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tử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phim hoat hinh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hoat hinh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phim</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phim thám tử lừng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hoạt hình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tiếng việt</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anime</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 thám tử lừng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trọn bộ</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phim tham tu lung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tron bo</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tham tu lung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hoat hinh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tham tu lung danh conan long tieng</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conan thám tử lừng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connan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tham tu lung danh conan tron bo</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tham tu lung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tham tu lung danh conan thuyet minh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phim conan thám tử lừng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conan long tieng</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moi nhat</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hoat hinh tham tu lung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tử lừng danh conan vietsub</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tron bo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thám tử lừng danh thuyết minh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tham tu lung danh tron bo</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tham tu lung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phim conan thuyet minh tieng viet full</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hoạt hình thám tử lừng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tử lừng danh conan lồng tiếng</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coi phim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thám tử lừng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tử lung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thám tử lừng danh tập</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thám tử lừng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vietsub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tham tu lung danh thuyet minh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hoạt hình thám tử lừng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hoạt hình conan thám tử lừng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tham tử lừng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conan tron bo</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thám tử lừng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phim hoạt hình thám tử lừng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connan tham tu lung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tham tu lung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hoat hinh conan tieng viet</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thám tử lừng danh tập phim</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tư lừng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conan tieng viet</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tham tư lưng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phim conan thuyet minh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hoạt hình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hoat hinh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hoat hinh tham tu lung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trọn bộ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hoat hinh conan tron bo</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thám tử lừng danh trọn bộ</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conan tham tu lung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phim hoạt hình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hoat hinh conan tieng viet</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hoạt hình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tử lừng danh conan tập</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tử lừng danh conan thám tử lừng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thám tử lừng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tham tu lung danh long tieng</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tử lừng danh conan thuyết minh tiếng việt</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a108337f6a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a108337f6a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 u="sng">
                <a:solidFill>
                  <a:schemeClr val="hlink"/>
                </a:solidFill>
                <a:hlinkClick r:id="rId2"/>
              </a:rPr>
              <a:t>https://youtu.be/p90V7QNJuX8</a:t>
            </a:r>
            <a:endParaRPr/>
          </a:p>
          <a:p>
            <a:pPr indent="0" lvl="0" marL="0" rtl="0" algn="l">
              <a:lnSpc>
                <a:spcPct val="115000"/>
              </a:lnSpc>
              <a:spcBef>
                <a:spcPts val="0"/>
              </a:spcBef>
              <a:spcAft>
                <a:spcPts val="0"/>
              </a:spcAft>
              <a:buNone/>
            </a:pPr>
            <a:r>
              <a:rPr lang="vi" sz="1000"/>
              <a:t>conan</a:t>
            </a:r>
            <a:endParaRPr sz="1000"/>
          </a:p>
          <a:p>
            <a:pPr indent="0" lvl="0" marL="0" rtl="0" algn="l">
              <a:lnSpc>
                <a:spcPct val="115000"/>
              </a:lnSpc>
              <a:spcBef>
                <a:spcPts val="0"/>
              </a:spcBef>
              <a:spcAft>
                <a:spcPts val="0"/>
              </a:spcAft>
              <a:buNone/>
            </a:pPr>
            <a:r>
              <a:rPr lang="vi" sz="1000"/>
              <a:t>tham tu lung danh conan</a:t>
            </a:r>
            <a:endParaRPr sz="1000"/>
          </a:p>
          <a:p>
            <a:pPr indent="0" lvl="0" marL="0" rtl="0" algn="l">
              <a:lnSpc>
                <a:spcPct val="115000"/>
              </a:lnSpc>
              <a:spcBef>
                <a:spcPts val="0"/>
              </a:spcBef>
              <a:spcAft>
                <a:spcPts val="0"/>
              </a:spcAft>
              <a:buNone/>
            </a:pPr>
            <a:r>
              <a:rPr lang="vi" sz="1000"/>
              <a:t>phim conan</a:t>
            </a:r>
            <a:endParaRPr sz="1000"/>
          </a:p>
          <a:p>
            <a:pPr indent="0" lvl="0" marL="0" rtl="0" algn="l">
              <a:lnSpc>
                <a:spcPct val="115000"/>
              </a:lnSpc>
              <a:spcBef>
                <a:spcPts val="0"/>
              </a:spcBef>
              <a:spcAft>
                <a:spcPts val="0"/>
              </a:spcAft>
              <a:buNone/>
            </a:pPr>
            <a:r>
              <a:rPr lang="vi" sz="1000"/>
              <a:t>conan thám tử lừng danh</a:t>
            </a:r>
            <a:endParaRPr sz="1000"/>
          </a:p>
          <a:p>
            <a:pPr indent="0" lvl="0" marL="0" rtl="0" algn="l">
              <a:lnSpc>
                <a:spcPct val="115000"/>
              </a:lnSpc>
              <a:spcBef>
                <a:spcPts val="0"/>
              </a:spcBef>
              <a:spcAft>
                <a:spcPts val="0"/>
              </a:spcAft>
              <a:buNone/>
            </a:pPr>
            <a:r>
              <a:rPr lang="vi" sz="1000"/>
              <a:t>connan</a:t>
            </a:r>
            <a:endParaRPr sz="1000"/>
          </a:p>
          <a:p>
            <a:pPr indent="0" lvl="0" marL="0" rtl="0" algn="l">
              <a:lnSpc>
                <a:spcPct val="115000"/>
              </a:lnSpc>
              <a:spcBef>
                <a:spcPts val="0"/>
              </a:spcBef>
              <a:spcAft>
                <a:spcPts val="0"/>
              </a:spcAft>
              <a:buNone/>
            </a:pPr>
            <a:r>
              <a:rPr lang="vi" sz="1000"/>
              <a:t>conan vietsub</a:t>
            </a:r>
            <a:endParaRPr sz="1000"/>
          </a:p>
          <a:p>
            <a:pPr indent="0" lvl="0" marL="0" rtl="0" algn="l">
              <a:lnSpc>
                <a:spcPct val="115000"/>
              </a:lnSpc>
              <a:spcBef>
                <a:spcPts val="0"/>
              </a:spcBef>
              <a:spcAft>
                <a:spcPts val="0"/>
              </a:spcAft>
              <a:buNone/>
            </a:pPr>
            <a:r>
              <a:rPr lang="vi" sz="1000"/>
              <a:t>tham tu conan</a:t>
            </a:r>
            <a:endParaRPr sz="1000"/>
          </a:p>
          <a:p>
            <a:pPr indent="0" lvl="0" marL="0" rtl="0" algn="l">
              <a:lnSpc>
                <a:spcPct val="115000"/>
              </a:lnSpc>
              <a:spcBef>
                <a:spcPts val="0"/>
              </a:spcBef>
              <a:spcAft>
                <a:spcPts val="0"/>
              </a:spcAft>
              <a:buNone/>
            </a:pPr>
            <a:r>
              <a:rPr lang="vi" sz="1000"/>
              <a:t>xem phim conan</a:t>
            </a:r>
            <a:endParaRPr sz="1000"/>
          </a:p>
          <a:p>
            <a:pPr indent="0" lvl="0" marL="0" rtl="0" algn="l">
              <a:lnSpc>
                <a:spcPct val="115000"/>
              </a:lnSpc>
              <a:spcBef>
                <a:spcPts val="0"/>
              </a:spcBef>
              <a:spcAft>
                <a:spcPts val="0"/>
              </a:spcAft>
              <a:buNone/>
            </a:pPr>
            <a:r>
              <a:rPr lang="vi" sz="1000"/>
              <a:t>xem conan</a:t>
            </a:r>
            <a:endParaRPr sz="1000"/>
          </a:p>
          <a:p>
            <a:pPr indent="0" lvl="0" marL="0" rtl="0" algn="l">
              <a:lnSpc>
                <a:spcPct val="115000"/>
              </a:lnSpc>
              <a:spcBef>
                <a:spcPts val="0"/>
              </a:spcBef>
              <a:spcAft>
                <a:spcPts val="0"/>
              </a:spcAft>
              <a:buNone/>
            </a:pPr>
            <a:r>
              <a:rPr lang="vi" sz="1000"/>
              <a:t>thám tử lừng danh conan thuyết minh</a:t>
            </a:r>
            <a:endParaRPr sz="1000"/>
          </a:p>
          <a:p>
            <a:pPr indent="0" lvl="0" marL="0" rtl="0" algn="l">
              <a:lnSpc>
                <a:spcPct val="115000"/>
              </a:lnSpc>
              <a:spcBef>
                <a:spcPts val="0"/>
              </a:spcBef>
              <a:spcAft>
                <a:spcPts val="0"/>
              </a:spcAft>
              <a:buNone/>
            </a:pPr>
            <a:r>
              <a:rPr lang="vi" sz="1000"/>
              <a:t>conan full</a:t>
            </a:r>
            <a:endParaRPr sz="1000"/>
          </a:p>
          <a:p>
            <a:pPr indent="0" lvl="0" marL="0" rtl="0" algn="l">
              <a:lnSpc>
                <a:spcPct val="115000"/>
              </a:lnSpc>
              <a:spcBef>
                <a:spcPts val="0"/>
              </a:spcBef>
              <a:spcAft>
                <a:spcPts val="0"/>
              </a:spcAft>
              <a:buNone/>
            </a:pPr>
            <a:r>
              <a:rPr lang="vi" sz="1000"/>
              <a:t>conan tham tu lung danh</a:t>
            </a:r>
            <a:endParaRPr sz="1000"/>
          </a:p>
          <a:p>
            <a:pPr indent="0" lvl="0" marL="0" rtl="0" algn="l">
              <a:lnSpc>
                <a:spcPct val="115000"/>
              </a:lnSpc>
              <a:spcBef>
                <a:spcPts val="0"/>
              </a:spcBef>
              <a:spcAft>
                <a:spcPts val="0"/>
              </a:spcAft>
              <a:buNone/>
            </a:pPr>
            <a:r>
              <a:rPr lang="vi" sz="1000"/>
              <a:t>phim hoat hinh conan thuyet minh</a:t>
            </a:r>
            <a:endParaRPr sz="1000"/>
          </a:p>
          <a:p>
            <a:pPr indent="0" lvl="0" marL="0" rtl="0" algn="l">
              <a:lnSpc>
                <a:spcPct val="115000"/>
              </a:lnSpc>
              <a:spcBef>
                <a:spcPts val="0"/>
              </a:spcBef>
              <a:spcAft>
                <a:spcPts val="0"/>
              </a:spcAft>
              <a:buNone/>
            </a:pPr>
            <a:r>
              <a:rPr lang="vi" sz="1000"/>
              <a:t>thám tử lừng danh conan tiếng việt</a:t>
            </a:r>
            <a:endParaRPr sz="1000"/>
          </a:p>
          <a:p>
            <a:pPr indent="0" lvl="0" marL="0" rtl="0" algn="l">
              <a:lnSpc>
                <a:spcPct val="115000"/>
              </a:lnSpc>
              <a:spcBef>
                <a:spcPts val="0"/>
              </a:spcBef>
              <a:spcAft>
                <a:spcPts val="0"/>
              </a:spcAft>
              <a:buNone/>
            </a:pPr>
            <a:r>
              <a:rPr lang="vi" sz="1000"/>
              <a:t>thám tử lừng danh</a:t>
            </a:r>
            <a:endParaRPr sz="1000"/>
          </a:p>
          <a:p>
            <a:pPr indent="0" lvl="0" marL="0" rtl="0" algn="l">
              <a:lnSpc>
                <a:spcPct val="115000"/>
              </a:lnSpc>
              <a:spcBef>
                <a:spcPts val="0"/>
              </a:spcBef>
              <a:spcAft>
                <a:spcPts val="0"/>
              </a:spcAft>
              <a:buNone/>
            </a:pPr>
            <a:r>
              <a:rPr lang="vi" sz="1000"/>
              <a:t>thám tử conan</a:t>
            </a:r>
            <a:endParaRPr sz="1000"/>
          </a:p>
          <a:p>
            <a:pPr indent="0" lvl="0" marL="0" rtl="0" algn="l">
              <a:lnSpc>
                <a:spcPct val="115000"/>
              </a:lnSpc>
              <a:spcBef>
                <a:spcPts val="0"/>
              </a:spcBef>
              <a:spcAft>
                <a:spcPts val="0"/>
              </a:spcAft>
              <a:buNone/>
            </a:pPr>
            <a:r>
              <a:rPr lang="vi" sz="1000"/>
              <a:t>xem phim hoat hinh conan</a:t>
            </a:r>
            <a:endParaRPr sz="1000"/>
          </a:p>
          <a:p>
            <a:pPr indent="0" lvl="0" marL="0" rtl="0" algn="l">
              <a:lnSpc>
                <a:spcPct val="115000"/>
              </a:lnSpc>
              <a:spcBef>
                <a:spcPts val="0"/>
              </a:spcBef>
              <a:spcAft>
                <a:spcPts val="0"/>
              </a:spcAft>
              <a:buNone/>
            </a:pPr>
            <a:r>
              <a:rPr lang="vi" sz="1000"/>
              <a:t>phim hoat hinh conan</a:t>
            </a:r>
            <a:endParaRPr sz="1000"/>
          </a:p>
          <a:p>
            <a:pPr indent="0" lvl="0" marL="0" rtl="0" algn="l">
              <a:lnSpc>
                <a:spcPct val="115000"/>
              </a:lnSpc>
              <a:spcBef>
                <a:spcPts val="0"/>
              </a:spcBef>
              <a:spcAft>
                <a:spcPts val="0"/>
              </a:spcAft>
              <a:buNone/>
            </a:pPr>
            <a:r>
              <a:rPr lang="vi" sz="1000"/>
              <a:t>conan phim</a:t>
            </a:r>
            <a:endParaRPr sz="1000"/>
          </a:p>
          <a:p>
            <a:pPr indent="0" lvl="0" marL="0" rtl="0" algn="l">
              <a:lnSpc>
                <a:spcPct val="115000"/>
              </a:lnSpc>
              <a:spcBef>
                <a:spcPts val="0"/>
              </a:spcBef>
              <a:spcAft>
                <a:spcPts val="0"/>
              </a:spcAft>
              <a:buNone/>
            </a:pPr>
            <a:r>
              <a:rPr lang="vi" sz="1000"/>
              <a:t>xem phim thám tử lừng danh conan</a:t>
            </a:r>
            <a:endParaRPr sz="1000"/>
          </a:p>
          <a:p>
            <a:pPr indent="0" lvl="0" marL="0" rtl="0" algn="l">
              <a:lnSpc>
                <a:spcPct val="115000"/>
              </a:lnSpc>
              <a:spcBef>
                <a:spcPts val="0"/>
              </a:spcBef>
              <a:spcAft>
                <a:spcPts val="0"/>
              </a:spcAft>
              <a:buNone/>
            </a:pPr>
            <a:r>
              <a:rPr lang="vi" sz="1000"/>
              <a:t>phim hoạt hình conan</a:t>
            </a:r>
            <a:endParaRPr sz="1000"/>
          </a:p>
          <a:p>
            <a:pPr indent="0" lvl="0" marL="0" rtl="0" algn="l">
              <a:lnSpc>
                <a:spcPct val="115000"/>
              </a:lnSpc>
              <a:spcBef>
                <a:spcPts val="0"/>
              </a:spcBef>
              <a:spcAft>
                <a:spcPts val="0"/>
              </a:spcAft>
              <a:buNone/>
            </a:pPr>
            <a:r>
              <a:rPr lang="vi" sz="1000"/>
              <a:t>conan tiếng việt</a:t>
            </a:r>
            <a:endParaRPr sz="1000"/>
          </a:p>
          <a:p>
            <a:pPr indent="0" lvl="0" marL="0" rtl="0" algn="l">
              <a:lnSpc>
                <a:spcPct val="115000"/>
              </a:lnSpc>
              <a:spcBef>
                <a:spcPts val="0"/>
              </a:spcBef>
              <a:spcAft>
                <a:spcPts val="0"/>
              </a:spcAft>
              <a:buNone/>
            </a:pPr>
            <a:r>
              <a:rPr lang="vi" sz="1000"/>
              <a:t>conan anime</a:t>
            </a:r>
            <a:endParaRPr sz="1000"/>
          </a:p>
          <a:p>
            <a:pPr indent="0" lvl="0" marL="0" rtl="0" algn="l">
              <a:lnSpc>
                <a:spcPct val="115000"/>
              </a:lnSpc>
              <a:spcBef>
                <a:spcPts val="0"/>
              </a:spcBef>
              <a:spcAft>
                <a:spcPts val="0"/>
              </a:spcAft>
              <a:buNone/>
            </a:pPr>
            <a:r>
              <a:rPr lang="vi" sz="1000"/>
              <a:t>conan - thám tử lừng danh</a:t>
            </a:r>
            <a:endParaRPr sz="1000"/>
          </a:p>
          <a:p>
            <a:pPr indent="0" lvl="0" marL="0" rtl="0" algn="l">
              <a:lnSpc>
                <a:spcPct val="115000"/>
              </a:lnSpc>
              <a:spcBef>
                <a:spcPts val="0"/>
              </a:spcBef>
              <a:spcAft>
                <a:spcPts val="0"/>
              </a:spcAft>
              <a:buNone/>
            </a:pPr>
            <a:r>
              <a:rPr lang="vi" sz="1000"/>
              <a:t>conan trọn bộ</a:t>
            </a:r>
            <a:endParaRPr sz="1000"/>
          </a:p>
          <a:p>
            <a:pPr indent="0" lvl="0" marL="0" rtl="0" algn="l">
              <a:lnSpc>
                <a:spcPct val="115000"/>
              </a:lnSpc>
              <a:spcBef>
                <a:spcPts val="0"/>
              </a:spcBef>
              <a:spcAft>
                <a:spcPts val="0"/>
              </a:spcAft>
              <a:buNone/>
            </a:pPr>
            <a:r>
              <a:rPr lang="vi" sz="1000"/>
              <a:t>xem phim tham tu lung danh conan</a:t>
            </a:r>
            <a:endParaRPr sz="1000"/>
          </a:p>
          <a:p>
            <a:pPr indent="0" lvl="0" marL="0" rtl="0" algn="l">
              <a:lnSpc>
                <a:spcPct val="115000"/>
              </a:lnSpc>
              <a:spcBef>
                <a:spcPts val="0"/>
              </a:spcBef>
              <a:spcAft>
                <a:spcPts val="0"/>
              </a:spcAft>
              <a:buNone/>
            </a:pPr>
            <a:r>
              <a:rPr lang="vi" sz="1000"/>
              <a:t>conan tron bo</a:t>
            </a:r>
            <a:endParaRPr sz="1000"/>
          </a:p>
          <a:p>
            <a:pPr indent="0" lvl="0" marL="0" rtl="0" algn="l">
              <a:lnSpc>
                <a:spcPct val="115000"/>
              </a:lnSpc>
              <a:spcBef>
                <a:spcPts val="0"/>
              </a:spcBef>
              <a:spcAft>
                <a:spcPts val="0"/>
              </a:spcAft>
              <a:buNone/>
            </a:pPr>
            <a:r>
              <a:rPr lang="vi" sz="1000"/>
              <a:t>phim tham tu lung danh conan</a:t>
            </a:r>
            <a:endParaRPr sz="1000"/>
          </a:p>
          <a:p>
            <a:pPr indent="0" lvl="0" marL="0" rtl="0" algn="l">
              <a:lnSpc>
                <a:spcPct val="115000"/>
              </a:lnSpc>
              <a:spcBef>
                <a:spcPts val="0"/>
              </a:spcBef>
              <a:spcAft>
                <a:spcPts val="0"/>
              </a:spcAft>
              <a:buNone/>
            </a:pPr>
            <a:r>
              <a:rPr lang="vi" sz="1000"/>
              <a:t>xem hoat hinh conan</a:t>
            </a:r>
            <a:endParaRPr sz="1000"/>
          </a:p>
          <a:p>
            <a:pPr indent="0" lvl="0" marL="0" rtl="0" algn="l">
              <a:lnSpc>
                <a:spcPct val="115000"/>
              </a:lnSpc>
              <a:spcBef>
                <a:spcPts val="0"/>
              </a:spcBef>
              <a:spcAft>
                <a:spcPts val="0"/>
              </a:spcAft>
              <a:buNone/>
            </a:pPr>
            <a:r>
              <a:rPr lang="vi" sz="1000"/>
              <a:t>tham tu lung danh conan long tieng</a:t>
            </a:r>
            <a:endParaRPr sz="1000"/>
          </a:p>
          <a:p>
            <a:pPr indent="0" lvl="0" marL="0" rtl="0" algn="l">
              <a:lnSpc>
                <a:spcPct val="115000"/>
              </a:lnSpc>
              <a:spcBef>
                <a:spcPts val="0"/>
              </a:spcBef>
              <a:spcAft>
                <a:spcPts val="0"/>
              </a:spcAft>
              <a:buNone/>
            </a:pPr>
            <a:r>
              <a:rPr lang="vi" sz="1000"/>
              <a:t>xem conan thám tử lừng danh</a:t>
            </a:r>
            <a:endParaRPr sz="1000"/>
          </a:p>
          <a:p>
            <a:pPr indent="0" lvl="0" marL="0" rtl="0" algn="l">
              <a:lnSpc>
                <a:spcPct val="115000"/>
              </a:lnSpc>
              <a:spcBef>
                <a:spcPts val="0"/>
              </a:spcBef>
              <a:spcAft>
                <a:spcPts val="0"/>
              </a:spcAft>
              <a:buNone/>
            </a:pPr>
            <a:r>
              <a:rPr lang="vi" sz="1000"/>
              <a:t>phim connan</a:t>
            </a:r>
            <a:endParaRPr sz="1000"/>
          </a:p>
          <a:p>
            <a:pPr indent="0" lvl="0" marL="0" rtl="0" algn="l">
              <a:lnSpc>
                <a:spcPct val="115000"/>
              </a:lnSpc>
              <a:spcBef>
                <a:spcPts val="0"/>
              </a:spcBef>
              <a:spcAft>
                <a:spcPts val="0"/>
              </a:spcAft>
              <a:buNone/>
            </a:pPr>
            <a:r>
              <a:rPr lang="vi" sz="1000"/>
              <a:t>tham tu lung danh conan tron bo</a:t>
            </a:r>
            <a:endParaRPr sz="1000"/>
          </a:p>
          <a:p>
            <a:pPr indent="0" lvl="0" marL="0" rtl="0" algn="l">
              <a:lnSpc>
                <a:spcPct val="115000"/>
              </a:lnSpc>
              <a:spcBef>
                <a:spcPts val="0"/>
              </a:spcBef>
              <a:spcAft>
                <a:spcPts val="0"/>
              </a:spcAft>
              <a:buNone/>
            </a:pPr>
            <a:r>
              <a:rPr lang="vi" sz="1000"/>
              <a:t>tham tu lung danh</a:t>
            </a:r>
            <a:endParaRPr sz="1000"/>
          </a:p>
          <a:p>
            <a:pPr indent="0" lvl="0" marL="0" rtl="0" algn="l">
              <a:lnSpc>
                <a:spcPct val="115000"/>
              </a:lnSpc>
              <a:spcBef>
                <a:spcPts val="0"/>
              </a:spcBef>
              <a:spcAft>
                <a:spcPts val="0"/>
              </a:spcAft>
              <a:buNone/>
            </a:pPr>
            <a:r>
              <a:rPr lang="vi" sz="1000"/>
              <a:t>tham tu lung danh conan thuyet minh</a:t>
            </a:r>
            <a:endParaRPr sz="1000"/>
          </a:p>
          <a:p>
            <a:pPr indent="0" lvl="0" marL="0" rtl="0" algn="l">
              <a:lnSpc>
                <a:spcPct val="115000"/>
              </a:lnSpc>
              <a:spcBef>
                <a:spcPts val="0"/>
              </a:spcBef>
              <a:spcAft>
                <a:spcPts val="0"/>
              </a:spcAft>
              <a:buNone/>
            </a:pPr>
            <a:r>
              <a:rPr lang="vi" sz="1000"/>
              <a:t>xem phim conan thám tử lừng danh</a:t>
            </a:r>
            <a:endParaRPr sz="1000"/>
          </a:p>
          <a:p>
            <a:pPr indent="0" lvl="0" marL="0" rtl="0" algn="l">
              <a:lnSpc>
                <a:spcPct val="115000"/>
              </a:lnSpc>
              <a:spcBef>
                <a:spcPts val="0"/>
              </a:spcBef>
              <a:spcAft>
                <a:spcPts val="0"/>
              </a:spcAft>
              <a:buNone/>
            </a:pPr>
            <a:r>
              <a:rPr lang="vi" sz="1000"/>
              <a:t>phim conan long tieng</a:t>
            </a:r>
            <a:endParaRPr sz="1000"/>
          </a:p>
          <a:p>
            <a:pPr indent="0" lvl="0" marL="0" rtl="0" algn="l">
              <a:lnSpc>
                <a:spcPct val="115000"/>
              </a:lnSpc>
              <a:spcBef>
                <a:spcPts val="0"/>
              </a:spcBef>
              <a:spcAft>
                <a:spcPts val="0"/>
              </a:spcAft>
              <a:buNone/>
            </a:pPr>
            <a:r>
              <a:rPr lang="vi" sz="1000"/>
              <a:t>conan moi nhat</a:t>
            </a:r>
            <a:endParaRPr sz="1000"/>
          </a:p>
          <a:p>
            <a:pPr indent="0" lvl="0" marL="0" rtl="0" algn="l">
              <a:lnSpc>
                <a:spcPct val="115000"/>
              </a:lnSpc>
              <a:spcBef>
                <a:spcPts val="0"/>
              </a:spcBef>
              <a:spcAft>
                <a:spcPts val="0"/>
              </a:spcAft>
              <a:buNone/>
            </a:pPr>
            <a:r>
              <a:rPr lang="vi" sz="1000"/>
              <a:t>phim hoat hinh tham tu lung danh conan</a:t>
            </a:r>
            <a:endParaRPr sz="1000"/>
          </a:p>
          <a:p>
            <a:pPr indent="0" lvl="0" marL="0" rtl="0" algn="l">
              <a:lnSpc>
                <a:spcPct val="115000"/>
              </a:lnSpc>
              <a:spcBef>
                <a:spcPts val="0"/>
              </a:spcBef>
              <a:spcAft>
                <a:spcPts val="0"/>
              </a:spcAft>
              <a:buNone/>
            </a:pPr>
            <a:r>
              <a:rPr lang="vi" sz="1000"/>
              <a:t>thám tử lừng danh conan vietsub</a:t>
            </a:r>
            <a:endParaRPr sz="1000"/>
          </a:p>
          <a:p>
            <a:pPr indent="0" lvl="0" marL="0" rtl="0" algn="l">
              <a:lnSpc>
                <a:spcPct val="115000"/>
              </a:lnSpc>
              <a:spcBef>
                <a:spcPts val="0"/>
              </a:spcBef>
              <a:spcAft>
                <a:spcPts val="0"/>
              </a:spcAft>
              <a:buNone/>
            </a:pPr>
            <a:r>
              <a:rPr lang="vi" sz="1000"/>
              <a:t>tron bo conan</a:t>
            </a:r>
            <a:endParaRPr sz="1000"/>
          </a:p>
          <a:p>
            <a:pPr indent="0" lvl="0" marL="0" rtl="0" algn="l">
              <a:lnSpc>
                <a:spcPct val="115000"/>
              </a:lnSpc>
              <a:spcBef>
                <a:spcPts val="0"/>
              </a:spcBef>
              <a:spcAft>
                <a:spcPts val="0"/>
              </a:spcAft>
              <a:buNone/>
            </a:pPr>
            <a:r>
              <a:rPr lang="vi" sz="1000"/>
              <a:t>conan thám tử lừng danh thuyết minh</a:t>
            </a:r>
            <a:endParaRPr sz="1000"/>
          </a:p>
          <a:p>
            <a:pPr indent="0" lvl="0" marL="0" rtl="0" algn="l">
              <a:lnSpc>
                <a:spcPct val="115000"/>
              </a:lnSpc>
              <a:spcBef>
                <a:spcPts val="0"/>
              </a:spcBef>
              <a:spcAft>
                <a:spcPts val="0"/>
              </a:spcAft>
              <a:buNone/>
            </a:pPr>
            <a:r>
              <a:rPr lang="vi" sz="1000"/>
              <a:t>conan tham tu lung danh tron bo</a:t>
            </a:r>
            <a:endParaRPr sz="1000"/>
          </a:p>
          <a:p>
            <a:pPr indent="0" lvl="0" marL="0" rtl="0" algn="l">
              <a:lnSpc>
                <a:spcPct val="115000"/>
              </a:lnSpc>
              <a:spcBef>
                <a:spcPts val="0"/>
              </a:spcBef>
              <a:spcAft>
                <a:spcPts val="0"/>
              </a:spcAft>
              <a:buNone/>
            </a:pPr>
            <a:r>
              <a:rPr lang="vi" sz="1000"/>
              <a:t>xem tham tu lung danh conan</a:t>
            </a:r>
            <a:endParaRPr sz="1000"/>
          </a:p>
          <a:p>
            <a:pPr indent="0" lvl="0" marL="0" rtl="0" algn="l">
              <a:lnSpc>
                <a:spcPct val="115000"/>
              </a:lnSpc>
              <a:spcBef>
                <a:spcPts val="0"/>
              </a:spcBef>
              <a:spcAft>
                <a:spcPts val="0"/>
              </a:spcAft>
              <a:buNone/>
            </a:pPr>
            <a:r>
              <a:rPr lang="vi" sz="1000"/>
              <a:t>xem phim conan thuyet minh tieng viet full</a:t>
            </a:r>
            <a:endParaRPr sz="1000"/>
          </a:p>
          <a:p>
            <a:pPr indent="0" lvl="0" marL="0" rtl="0" algn="l">
              <a:lnSpc>
                <a:spcPct val="115000"/>
              </a:lnSpc>
              <a:spcBef>
                <a:spcPts val="0"/>
              </a:spcBef>
              <a:spcAft>
                <a:spcPts val="0"/>
              </a:spcAft>
              <a:buNone/>
            </a:pPr>
            <a:r>
              <a:rPr lang="vi" sz="1000"/>
              <a:t>hoạt hình thám tử lừng danh conan</a:t>
            </a:r>
            <a:endParaRPr sz="1000"/>
          </a:p>
          <a:p>
            <a:pPr indent="0" lvl="0" marL="0" rtl="0" algn="l">
              <a:lnSpc>
                <a:spcPct val="115000"/>
              </a:lnSpc>
              <a:spcBef>
                <a:spcPts val="0"/>
              </a:spcBef>
              <a:spcAft>
                <a:spcPts val="0"/>
              </a:spcAft>
              <a:buNone/>
            </a:pPr>
            <a:r>
              <a:rPr lang="vi" sz="1000"/>
              <a:t>thám tử lừng danh conan lồng tiếng</a:t>
            </a:r>
            <a:endParaRPr sz="1000"/>
          </a:p>
          <a:p>
            <a:pPr indent="0" lvl="0" marL="0" rtl="0" algn="l">
              <a:lnSpc>
                <a:spcPct val="115000"/>
              </a:lnSpc>
              <a:spcBef>
                <a:spcPts val="0"/>
              </a:spcBef>
              <a:spcAft>
                <a:spcPts val="0"/>
              </a:spcAft>
              <a:buNone/>
            </a:pPr>
            <a:r>
              <a:rPr lang="vi" sz="1000"/>
              <a:t>coi phim conan</a:t>
            </a:r>
            <a:endParaRPr sz="1000"/>
          </a:p>
          <a:p>
            <a:pPr indent="0" lvl="0" marL="0" rtl="0" algn="l">
              <a:lnSpc>
                <a:spcPct val="115000"/>
              </a:lnSpc>
              <a:spcBef>
                <a:spcPts val="0"/>
              </a:spcBef>
              <a:spcAft>
                <a:spcPts val="0"/>
              </a:spcAft>
              <a:buNone/>
            </a:pPr>
            <a:r>
              <a:rPr lang="vi" sz="1000"/>
              <a:t>conan thám tử lừng danh conan</a:t>
            </a:r>
            <a:endParaRPr sz="1000"/>
          </a:p>
          <a:p>
            <a:pPr indent="0" lvl="0" marL="0" rtl="0" algn="l">
              <a:lnSpc>
                <a:spcPct val="115000"/>
              </a:lnSpc>
              <a:spcBef>
                <a:spcPts val="0"/>
              </a:spcBef>
              <a:spcAft>
                <a:spcPts val="0"/>
              </a:spcAft>
              <a:buNone/>
            </a:pPr>
            <a:r>
              <a:rPr lang="vi" sz="1000"/>
              <a:t>thám tử lung danh conan</a:t>
            </a:r>
            <a:endParaRPr sz="1000"/>
          </a:p>
          <a:p>
            <a:pPr indent="0" lvl="0" marL="0" rtl="0" algn="l">
              <a:lnSpc>
                <a:spcPct val="115000"/>
              </a:lnSpc>
              <a:spcBef>
                <a:spcPts val="0"/>
              </a:spcBef>
              <a:spcAft>
                <a:spcPts val="0"/>
              </a:spcAft>
              <a:buNone/>
            </a:pPr>
            <a:r>
              <a:rPr lang="vi" sz="1000"/>
              <a:t>conan thám tử lừng danh tập</a:t>
            </a:r>
            <a:endParaRPr sz="1000"/>
          </a:p>
          <a:p>
            <a:pPr indent="0" lvl="0" marL="0" rtl="0" algn="l">
              <a:lnSpc>
                <a:spcPct val="115000"/>
              </a:lnSpc>
              <a:spcBef>
                <a:spcPts val="0"/>
              </a:spcBef>
              <a:spcAft>
                <a:spcPts val="0"/>
              </a:spcAft>
              <a:buNone/>
            </a:pPr>
            <a:r>
              <a:rPr lang="vi" sz="1000"/>
              <a:t>xem thám tử lừng danh conan</a:t>
            </a:r>
            <a:endParaRPr sz="1000"/>
          </a:p>
          <a:p>
            <a:pPr indent="0" lvl="0" marL="0" rtl="0" algn="l">
              <a:lnSpc>
                <a:spcPct val="115000"/>
              </a:lnSpc>
              <a:spcBef>
                <a:spcPts val="0"/>
              </a:spcBef>
              <a:spcAft>
                <a:spcPts val="0"/>
              </a:spcAft>
              <a:buNone/>
            </a:pPr>
            <a:r>
              <a:rPr lang="vi" sz="1000"/>
              <a:t>vietsub conan</a:t>
            </a:r>
            <a:endParaRPr sz="1000"/>
          </a:p>
          <a:p>
            <a:pPr indent="0" lvl="0" marL="0" rtl="0" algn="l">
              <a:lnSpc>
                <a:spcPct val="115000"/>
              </a:lnSpc>
              <a:spcBef>
                <a:spcPts val="0"/>
              </a:spcBef>
              <a:spcAft>
                <a:spcPts val="0"/>
              </a:spcAft>
              <a:buNone/>
            </a:pPr>
            <a:r>
              <a:rPr lang="vi" sz="1000"/>
              <a:t>conan tham tu lung danh thuyet minh</a:t>
            </a:r>
            <a:endParaRPr sz="1000"/>
          </a:p>
          <a:p>
            <a:pPr indent="0" lvl="0" marL="0" rtl="0" algn="l">
              <a:lnSpc>
                <a:spcPct val="115000"/>
              </a:lnSpc>
              <a:spcBef>
                <a:spcPts val="0"/>
              </a:spcBef>
              <a:spcAft>
                <a:spcPts val="0"/>
              </a:spcAft>
              <a:buNone/>
            </a:pPr>
            <a:r>
              <a:rPr lang="vi" sz="1000"/>
              <a:t>phim hoạt hình thám tử lừng danh conan</a:t>
            </a:r>
            <a:endParaRPr sz="1000"/>
          </a:p>
          <a:p>
            <a:pPr indent="0" lvl="0" marL="0" rtl="0" algn="l">
              <a:lnSpc>
                <a:spcPct val="115000"/>
              </a:lnSpc>
              <a:spcBef>
                <a:spcPts val="0"/>
              </a:spcBef>
              <a:spcAft>
                <a:spcPts val="0"/>
              </a:spcAft>
              <a:buNone/>
            </a:pPr>
            <a:r>
              <a:rPr lang="vi" sz="1000"/>
              <a:t>phim hoạt hình conan thám tử lừng danh</a:t>
            </a:r>
            <a:endParaRPr sz="1000"/>
          </a:p>
          <a:p>
            <a:pPr indent="0" lvl="0" marL="0" rtl="0" algn="l">
              <a:lnSpc>
                <a:spcPct val="115000"/>
              </a:lnSpc>
              <a:spcBef>
                <a:spcPts val="0"/>
              </a:spcBef>
              <a:spcAft>
                <a:spcPts val="0"/>
              </a:spcAft>
              <a:buNone/>
            </a:pPr>
            <a:r>
              <a:rPr lang="vi" sz="1000"/>
              <a:t>tham tử lừng danh conan</a:t>
            </a:r>
            <a:endParaRPr sz="1000"/>
          </a:p>
          <a:p>
            <a:pPr indent="0" lvl="0" marL="0" rtl="0" algn="l">
              <a:lnSpc>
                <a:spcPct val="115000"/>
              </a:lnSpc>
              <a:spcBef>
                <a:spcPts val="0"/>
              </a:spcBef>
              <a:spcAft>
                <a:spcPts val="0"/>
              </a:spcAft>
              <a:buNone/>
            </a:pPr>
            <a:r>
              <a:rPr lang="vi" sz="1000"/>
              <a:t>phim conan tron bo</a:t>
            </a:r>
            <a:endParaRPr sz="1000"/>
          </a:p>
          <a:p>
            <a:pPr indent="0" lvl="0" marL="0" rtl="0" algn="l">
              <a:lnSpc>
                <a:spcPct val="115000"/>
              </a:lnSpc>
              <a:spcBef>
                <a:spcPts val="0"/>
              </a:spcBef>
              <a:spcAft>
                <a:spcPts val="0"/>
              </a:spcAft>
              <a:buNone/>
            </a:pPr>
            <a:r>
              <a:rPr lang="vi" sz="1000"/>
              <a:t>phim thám tử lừng danh</a:t>
            </a:r>
            <a:endParaRPr sz="1000"/>
          </a:p>
          <a:p>
            <a:pPr indent="0" lvl="0" marL="0" rtl="0" algn="l">
              <a:lnSpc>
                <a:spcPct val="115000"/>
              </a:lnSpc>
              <a:spcBef>
                <a:spcPts val="0"/>
              </a:spcBef>
              <a:spcAft>
                <a:spcPts val="0"/>
              </a:spcAft>
              <a:buNone/>
            </a:pPr>
            <a:r>
              <a:rPr lang="vi" sz="1000"/>
              <a:t>xem phim hoạt hình thám tử lừng danh conan</a:t>
            </a:r>
            <a:endParaRPr sz="1000"/>
          </a:p>
          <a:p>
            <a:pPr indent="0" lvl="0" marL="0" rtl="0" algn="l">
              <a:lnSpc>
                <a:spcPct val="115000"/>
              </a:lnSpc>
              <a:spcBef>
                <a:spcPts val="0"/>
              </a:spcBef>
              <a:spcAft>
                <a:spcPts val="0"/>
              </a:spcAft>
              <a:buNone/>
            </a:pPr>
            <a:r>
              <a:rPr lang="vi" sz="1000"/>
              <a:t>connan tham tu lung danh</a:t>
            </a:r>
            <a:endParaRPr sz="1000"/>
          </a:p>
          <a:p>
            <a:pPr indent="0" lvl="0" marL="0" rtl="0" algn="l">
              <a:lnSpc>
                <a:spcPct val="115000"/>
              </a:lnSpc>
              <a:spcBef>
                <a:spcPts val="0"/>
              </a:spcBef>
              <a:spcAft>
                <a:spcPts val="0"/>
              </a:spcAft>
              <a:buNone/>
            </a:pPr>
            <a:r>
              <a:rPr lang="vi" sz="1000"/>
              <a:t>phim tham tu lung danh</a:t>
            </a:r>
            <a:endParaRPr sz="1000"/>
          </a:p>
          <a:p>
            <a:pPr indent="0" lvl="0" marL="0" rtl="0" algn="l">
              <a:lnSpc>
                <a:spcPct val="115000"/>
              </a:lnSpc>
              <a:spcBef>
                <a:spcPts val="0"/>
              </a:spcBef>
              <a:spcAft>
                <a:spcPts val="0"/>
              </a:spcAft>
              <a:buNone/>
            </a:pPr>
            <a:r>
              <a:rPr lang="vi" sz="1000"/>
              <a:t>phim hoat hinh conan tieng viet</a:t>
            </a:r>
            <a:endParaRPr sz="1000"/>
          </a:p>
          <a:p>
            <a:pPr indent="0" lvl="0" marL="0" rtl="0" algn="l">
              <a:lnSpc>
                <a:spcPct val="115000"/>
              </a:lnSpc>
              <a:spcBef>
                <a:spcPts val="0"/>
              </a:spcBef>
              <a:spcAft>
                <a:spcPts val="0"/>
              </a:spcAft>
              <a:buNone/>
            </a:pPr>
            <a:r>
              <a:rPr lang="vi" sz="1000"/>
              <a:t>conan thám tử lừng danh tập phim</a:t>
            </a:r>
            <a:endParaRPr sz="1000"/>
          </a:p>
          <a:p>
            <a:pPr indent="0" lvl="0" marL="0" rtl="0" algn="l">
              <a:lnSpc>
                <a:spcPct val="115000"/>
              </a:lnSpc>
              <a:spcBef>
                <a:spcPts val="0"/>
              </a:spcBef>
              <a:spcAft>
                <a:spcPts val="0"/>
              </a:spcAft>
              <a:buNone/>
            </a:pPr>
            <a:r>
              <a:rPr lang="vi" sz="1000"/>
              <a:t>thám tư lừng danh conan</a:t>
            </a:r>
            <a:endParaRPr sz="1000"/>
          </a:p>
          <a:p>
            <a:pPr indent="0" lvl="0" marL="0" rtl="0" algn="l">
              <a:lnSpc>
                <a:spcPct val="115000"/>
              </a:lnSpc>
              <a:spcBef>
                <a:spcPts val="0"/>
              </a:spcBef>
              <a:spcAft>
                <a:spcPts val="0"/>
              </a:spcAft>
              <a:buNone/>
            </a:pPr>
            <a:r>
              <a:rPr lang="vi" sz="1000"/>
              <a:t>phim conan tieng viet</a:t>
            </a:r>
            <a:endParaRPr sz="1000"/>
          </a:p>
          <a:p>
            <a:pPr indent="0" lvl="0" marL="0" rtl="0" algn="l">
              <a:lnSpc>
                <a:spcPct val="115000"/>
              </a:lnSpc>
              <a:spcBef>
                <a:spcPts val="0"/>
              </a:spcBef>
              <a:spcAft>
                <a:spcPts val="0"/>
              </a:spcAft>
              <a:buNone/>
            </a:pPr>
            <a:r>
              <a:rPr lang="vi" sz="1000"/>
              <a:t>tham tư lưng danh conan</a:t>
            </a:r>
            <a:endParaRPr sz="1000"/>
          </a:p>
          <a:p>
            <a:pPr indent="0" lvl="0" marL="0" rtl="0" algn="l">
              <a:lnSpc>
                <a:spcPct val="115000"/>
              </a:lnSpc>
              <a:spcBef>
                <a:spcPts val="0"/>
              </a:spcBef>
              <a:spcAft>
                <a:spcPts val="0"/>
              </a:spcAft>
              <a:buNone/>
            </a:pPr>
            <a:r>
              <a:rPr lang="vi" sz="1000"/>
              <a:t>xem phim conan thuyet minh</a:t>
            </a:r>
            <a:endParaRPr sz="1000"/>
          </a:p>
          <a:p>
            <a:pPr indent="0" lvl="0" marL="0" rtl="0" algn="l">
              <a:lnSpc>
                <a:spcPct val="115000"/>
              </a:lnSpc>
              <a:spcBef>
                <a:spcPts val="0"/>
              </a:spcBef>
              <a:spcAft>
                <a:spcPts val="0"/>
              </a:spcAft>
              <a:buNone/>
            </a:pPr>
            <a:r>
              <a:rPr lang="vi" sz="1000"/>
              <a:t>hoạt hình conan</a:t>
            </a:r>
            <a:endParaRPr sz="1000"/>
          </a:p>
          <a:p>
            <a:pPr indent="0" lvl="0" marL="0" rtl="0" algn="l">
              <a:lnSpc>
                <a:spcPct val="115000"/>
              </a:lnSpc>
              <a:spcBef>
                <a:spcPts val="0"/>
              </a:spcBef>
              <a:spcAft>
                <a:spcPts val="0"/>
              </a:spcAft>
              <a:buNone/>
            </a:pPr>
            <a:r>
              <a:rPr lang="vi" sz="1000"/>
              <a:t>hoat hinh conan</a:t>
            </a:r>
            <a:endParaRPr sz="1000"/>
          </a:p>
          <a:p>
            <a:pPr indent="0" lvl="0" marL="0" rtl="0" algn="l">
              <a:lnSpc>
                <a:spcPct val="115000"/>
              </a:lnSpc>
              <a:spcBef>
                <a:spcPts val="0"/>
              </a:spcBef>
              <a:spcAft>
                <a:spcPts val="0"/>
              </a:spcAft>
              <a:buNone/>
            </a:pPr>
            <a:r>
              <a:rPr lang="vi" sz="1000"/>
              <a:t>hoat hinh tham tu lung danh conan</a:t>
            </a:r>
            <a:endParaRPr sz="1000"/>
          </a:p>
          <a:p>
            <a:pPr indent="0" lvl="0" marL="0" rtl="0" algn="l">
              <a:lnSpc>
                <a:spcPct val="115000"/>
              </a:lnSpc>
              <a:spcBef>
                <a:spcPts val="0"/>
              </a:spcBef>
              <a:spcAft>
                <a:spcPts val="0"/>
              </a:spcAft>
              <a:buNone/>
            </a:pPr>
            <a:r>
              <a:rPr lang="vi" sz="1000"/>
              <a:t>trọn bộ conan</a:t>
            </a:r>
            <a:endParaRPr sz="1000"/>
          </a:p>
          <a:p>
            <a:pPr indent="0" lvl="0" marL="0" rtl="0" algn="l">
              <a:lnSpc>
                <a:spcPct val="115000"/>
              </a:lnSpc>
              <a:spcBef>
                <a:spcPts val="0"/>
              </a:spcBef>
              <a:spcAft>
                <a:spcPts val="0"/>
              </a:spcAft>
              <a:buNone/>
            </a:pPr>
            <a:r>
              <a:rPr lang="vi" sz="1000"/>
              <a:t>phim hoat hinh conan tron bo</a:t>
            </a:r>
            <a:endParaRPr sz="1000"/>
          </a:p>
          <a:p>
            <a:pPr indent="0" lvl="0" marL="0" rtl="0" algn="l">
              <a:lnSpc>
                <a:spcPct val="115000"/>
              </a:lnSpc>
              <a:spcBef>
                <a:spcPts val="0"/>
              </a:spcBef>
              <a:spcAft>
                <a:spcPts val="0"/>
              </a:spcAft>
              <a:buNone/>
            </a:pPr>
            <a:r>
              <a:rPr lang="vi" sz="1000"/>
              <a:t>conan thám tử lừng danh trọn bộ</a:t>
            </a:r>
            <a:endParaRPr sz="1000"/>
          </a:p>
          <a:p>
            <a:pPr indent="0" lvl="0" marL="0" rtl="0" algn="l">
              <a:lnSpc>
                <a:spcPct val="115000"/>
              </a:lnSpc>
              <a:spcBef>
                <a:spcPts val="0"/>
              </a:spcBef>
              <a:spcAft>
                <a:spcPts val="0"/>
              </a:spcAft>
              <a:buNone/>
            </a:pPr>
            <a:r>
              <a:rPr lang="vi" sz="1000"/>
              <a:t>phim conan tham tu lung danh</a:t>
            </a:r>
            <a:endParaRPr sz="1000"/>
          </a:p>
          <a:p>
            <a:pPr indent="0" lvl="0" marL="0" rtl="0" algn="l">
              <a:lnSpc>
                <a:spcPct val="115000"/>
              </a:lnSpc>
              <a:spcBef>
                <a:spcPts val="0"/>
              </a:spcBef>
              <a:spcAft>
                <a:spcPts val="0"/>
              </a:spcAft>
              <a:buNone/>
            </a:pPr>
            <a:r>
              <a:rPr lang="vi" sz="1000"/>
              <a:t>xem phim hoạt hình conan</a:t>
            </a:r>
            <a:endParaRPr sz="1000"/>
          </a:p>
          <a:p>
            <a:pPr indent="0" lvl="0" marL="0" rtl="0" algn="l">
              <a:lnSpc>
                <a:spcPct val="115000"/>
              </a:lnSpc>
              <a:spcBef>
                <a:spcPts val="0"/>
              </a:spcBef>
              <a:spcAft>
                <a:spcPts val="0"/>
              </a:spcAft>
              <a:buNone/>
            </a:pPr>
            <a:r>
              <a:rPr lang="vi" sz="1000"/>
              <a:t>hoat hinh conan tieng viet</a:t>
            </a:r>
            <a:endParaRPr sz="1000"/>
          </a:p>
          <a:p>
            <a:pPr indent="0" lvl="0" marL="0" rtl="0" algn="l">
              <a:lnSpc>
                <a:spcPct val="115000"/>
              </a:lnSpc>
              <a:spcBef>
                <a:spcPts val="0"/>
              </a:spcBef>
              <a:spcAft>
                <a:spcPts val="0"/>
              </a:spcAft>
              <a:buNone/>
            </a:pPr>
            <a:r>
              <a:rPr lang="vi" sz="1000"/>
              <a:t>xem hoạt hình conan</a:t>
            </a:r>
            <a:endParaRPr sz="1000"/>
          </a:p>
          <a:p>
            <a:pPr indent="0" lvl="0" marL="0" rtl="0" algn="l">
              <a:lnSpc>
                <a:spcPct val="115000"/>
              </a:lnSpc>
              <a:spcBef>
                <a:spcPts val="0"/>
              </a:spcBef>
              <a:spcAft>
                <a:spcPts val="0"/>
              </a:spcAft>
              <a:buNone/>
            </a:pPr>
            <a:r>
              <a:rPr lang="vi" sz="1000"/>
              <a:t>thám tử lừng danh conan tập</a:t>
            </a:r>
            <a:endParaRPr sz="1000"/>
          </a:p>
          <a:p>
            <a:pPr indent="0" lvl="0" marL="0" rtl="0" algn="l">
              <a:lnSpc>
                <a:spcPct val="115000"/>
              </a:lnSpc>
              <a:spcBef>
                <a:spcPts val="0"/>
              </a:spcBef>
              <a:spcAft>
                <a:spcPts val="0"/>
              </a:spcAft>
              <a:buNone/>
            </a:pPr>
            <a:r>
              <a:rPr lang="vi" sz="1000"/>
              <a:t>thám tử lừng danh conan thám tử lừng danh conan</a:t>
            </a:r>
            <a:endParaRPr sz="1000"/>
          </a:p>
          <a:p>
            <a:pPr indent="0" lvl="0" marL="0" rtl="0" algn="l">
              <a:lnSpc>
                <a:spcPct val="115000"/>
              </a:lnSpc>
              <a:spcBef>
                <a:spcPts val="0"/>
              </a:spcBef>
              <a:spcAft>
                <a:spcPts val="0"/>
              </a:spcAft>
              <a:buNone/>
            </a:pPr>
            <a:r>
              <a:rPr lang="vi" sz="1000"/>
              <a:t>phim thám tử lừng danh conan</a:t>
            </a:r>
            <a:endParaRPr sz="1000"/>
          </a:p>
          <a:p>
            <a:pPr indent="0" lvl="0" marL="0" rtl="0" algn="l">
              <a:lnSpc>
                <a:spcPct val="115000"/>
              </a:lnSpc>
              <a:spcBef>
                <a:spcPts val="0"/>
              </a:spcBef>
              <a:spcAft>
                <a:spcPts val="0"/>
              </a:spcAft>
              <a:buNone/>
            </a:pPr>
            <a:r>
              <a:rPr lang="vi" sz="1000"/>
              <a:t>conan tham tu lung danh long tieng</a:t>
            </a:r>
            <a:endParaRPr sz="1000"/>
          </a:p>
          <a:p>
            <a:pPr indent="0" lvl="0" marL="0" rtl="0" algn="l">
              <a:lnSpc>
                <a:spcPct val="115000"/>
              </a:lnSpc>
              <a:spcBef>
                <a:spcPts val="0"/>
              </a:spcBef>
              <a:spcAft>
                <a:spcPts val="0"/>
              </a:spcAft>
              <a:buNone/>
            </a:pPr>
            <a:r>
              <a:rPr lang="vi" sz="1000"/>
              <a:t>thám tử lừng danh conan thuyết minh tiếng việt</a:t>
            </a:r>
            <a:endParaRPr>
              <a:latin typeface="Times New Roman"/>
              <a:ea typeface="Times New Roman"/>
              <a:cs typeface="Times New Roman"/>
              <a:sym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a108337f6a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a108337f6a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vi" u="sng">
                <a:solidFill>
                  <a:srgbClr val="0097A7"/>
                </a:solidFill>
                <a:hlinkClick r:id="rId2">
                  <a:extLst>
                    <a:ext uri="{A12FA001-AC4F-418D-AE19-62706E023703}">
                      <ahyp:hlinkClr val="tx"/>
                    </a:ext>
                  </a:extLst>
                </a:hlinkClick>
              </a:rPr>
              <a:t>https://youtu.be/p90V7QNJuX8</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tham tu lung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thám tử lừng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vietsub</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tham tu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phim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tử lừng danh conan thuyết minh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full</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tham tu lung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hoat hinh conan thuyet minh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tử lừng danh conan tiếng việt</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tử lừng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tử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phim hoat hinh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hoat hinh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phim</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phim thám tử lừng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hoạt hình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tiếng việt</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anime</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 thám tử lừng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trọn bộ</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phim tham tu lung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tron bo</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tham tu lung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hoat hinh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tham tu lung danh conan long tieng</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conan thám tử lừng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connan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tham tu lung danh conan tron bo</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tham tu lung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tham tu lung danh conan thuyet minh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phim conan thám tử lừng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conan long tieng</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moi nhat</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hoat hinh tham tu lung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tử lừng danh conan vietsub</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tron bo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thám tử lừng danh thuyết minh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tham tu lung danh tron bo</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tham tu lung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phim conan thuyet minh tieng viet full</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hoạt hình thám tử lừng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tử lừng danh conan lồng tiếng</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coi phim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thám tử lừng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tử lung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thám tử lừng danh tập</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thám tử lừng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vietsub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tham tu lung danh thuyet minh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hoạt hình thám tử lừng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hoạt hình conan thám tử lừng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tham tử lừng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conan tron bo</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thám tử lừng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phim hoạt hình thám tử lừng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connan tham tu lung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tham tu lung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hoat hinh conan tieng viet</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thám tử lừng danh tập phim</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tư lừng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conan tieng viet</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tham tư lưng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phim conan thuyet minh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hoạt hình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hoat hinh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hoat hinh tham tu lung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trọn bộ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hoat hinh conan tron bo</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thám tử lừng danh trọn bộ</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conan tham tu lung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phim hoạt hình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hoat hinh conan tieng viet</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hoạt hình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tử lừng danh conan tập</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tử lừng danh conan thám tử lừng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thám tử lừng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tham tu lung danh long tieng</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tử lừng danh conan thuyết minh tiếng việt</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a108337f6a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a108337f6a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vi" u="sng">
                <a:solidFill>
                  <a:srgbClr val="0097A7"/>
                </a:solidFill>
                <a:hlinkClick r:id="rId2">
                  <a:extLst>
                    <a:ext uri="{A12FA001-AC4F-418D-AE19-62706E023703}">
                      <ahyp:hlinkClr val="tx"/>
                    </a:ext>
                  </a:extLst>
                </a:hlinkClick>
              </a:rPr>
              <a:t>https://youtu.be/p90V7QNJuX8</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tham tu lung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thám tử lừng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vietsub</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tham tu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phim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tử lừng danh conan thuyết minh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full</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tham tu lung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hoat hinh conan thuyet minh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tử lừng danh conan tiếng việt</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tử lừng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tử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phim hoat hinh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hoat hinh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phim</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phim thám tử lừng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hoạt hình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tiếng việt</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anime</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 thám tử lừng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trọn bộ</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phim tham tu lung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tron bo</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tham tu lung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hoat hinh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tham tu lung danh conan long tieng</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conan thám tử lừng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connan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tham tu lung danh conan tron bo</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tham tu lung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tham tu lung danh conan thuyet minh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phim conan thám tử lừng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conan long tieng</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moi nhat</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hoat hinh tham tu lung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tử lừng danh conan vietsub</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tron bo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thám tử lừng danh thuyết minh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tham tu lung danh tron bo</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tham tu lung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phim conan thuyet minh tieng viet full</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hoạt hình thám tử lừng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tử lừng danh conan lồng tiếng</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coi phim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thám tử lừng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tử lung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thám tử lừng danh tập</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thám tử lừng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vietsub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tham tu lung danh thuyet minh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hoạt hình thám tử lừng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hoạt hình conan thám tử lừng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tham tử lừng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conan tron bo</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thám tử lừng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phim hoạt hình thám tử lừng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connan tham tu lung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tham tu lung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hoat hinh conan tieng viet</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thám tử lừng danh tập phim</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tư lừng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conan tieng viet</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tham tư lưng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phim conan thuyet minh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hoạt hình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hoat hinh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hoat hinh tham tu lung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trọn bộ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hoat hinh conan tron bo</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thám tử lừng danh trọn bộ</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conan tham tu lung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phim hoạt hình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hoat hinh conan tieng viet</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hoạt hình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tử lừng danh conan tập</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tử lừng danh conan thám tử lừng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thám tử lừng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tham tu lung danh long tieng</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tử lừng danh conan thuyết minh tiếng việt</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vi"/>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sites.google.com/view/pops-app-vn/series/tham-tu-lung-danh-conan-5e857135574ebb00334427a2" TargetMode="External"/><Relationship Id="rId4" Type="http://schemas.openxmlformats.org/officeDocument/2006/relationships/hyperlink" Target="https://sites.google.com/view/pops-app-vn/series/tham-tu-lung-danh-conan-5e857135574ebb00334427a2" TargetMode="External"/><Relationship Id="rId5"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www.youtube.com/watch?v=p90V7QNJuX8" TargetMode="External"/><Relationship Id="rId4"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docs.google.com/spreadsheets/d/1wUTDaxC7xnCQHmgFaB_uyvCONp0mqSAmWrWZtiDGO6U/edit?usp=sharing"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www.google.com/maps/d/u/3/edit?mid=1b0VTGCwRNsTr7fddpQ-3DNtgEkvwRg4e&amp;usp=sharing"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docs.google.com/forms/d/1pm5NQeUnE96PpvTych5rV1rbAAAzCas1N_ihxN3OcC8/edit?usp=sharing"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519150"/>
            <a:ext cx="8520600" cy="205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vi" u="sng">
                <a:solidFill>
                  <a:schemeClr val="hlink"/>
                </a:solidFill>
                <a:hlinkClick r:id="rId3"/>
              </a:rPr>
              <a:t>Thám tử l</a:t>
            </a:r>
            <a:r>
              <a:rPr lang="vi" u="sng">
                <a:solidFill>
                  <a:schemeClr val="hlink"/>
                </a:solidFill>
                <a:hlinkClick r:id="rId4"/>
              </a:rPr>
              <a:t>ừng danh Conan</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pic>
        <p:nvPicPr>
          <p:cNvPr id="56" name="Google Shape;56;p13"/>
          <p:cNvPicPr preferRelativeResize="0"/>
          <p:nvPr/>
        </p:nvPicPr>
        <p:blipFill>
          <a:blip r:embed="rId5">
            <a:alphaModFix/>
          </a:blip>
          <a:stretch>
            <a:fillRect/>
          </a:stretch>
        </p:blipFill>
        <p:spPr>
          <a:xfrm>
            <a:off x="762000" y="1428750"/>
            <a:ext cx="7620000" cy="3048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descr="▶️ Xem trọn bộ Conan trên ứng dụng POPS: https://bit.ly/Conan_PA &#10;▶️ Đăng ký ủng hộ POPS Anime nhé: https://goo.gl/TWfPrJ&#10;&#10;Thám Tử Lừng Danh Conan - Tập 1 - Vụ Án Mạng Trên Tàu Lượn Siêu Tốc - Conan Lồng Tiếng Mới Nhất&#10;&#10;Thám tử lừng danh Conan xoay quanh câu chuyện về chàng thám tử trung học Kudo Shinichi, trong một lần đang điều tra đã bị Tổ chức Áo Đen ép uống thuốc độc, khiến cho cơ thể của cậu bị teo nhỏ. Với thân hình của cậu học sinh lớp 1, Shinichi chuyển đến sống ở nhà của người bạn thuở niên thiếu Ran Mori cùng người bố Kogoro Mori. Tại đây, cậu dùng văn phòng thám tử của ông Kogoro để truy tìm tung tích của tổ chức Áo Đen đồng thời giúp ông phá nhiều vụ án dưới một thân phận mới là Conan Edogawa. &#10;&#10;------------------------&#10;Kênh POPS Anime&#10;Kênh hoạt hình trực tuyến phát sóng các bộ phim hoạt hình có bản quyền dành cho thiếu nhi. Kho phim gồm rất nhiều bộ Anime bom tấn với đủ các thể loại và liên tục cập nhật các bộ phim mới nhất mùa. &#10;Subscribe ngay để xem thêm nhiều hoạt hình hay: https://goo.gl/TWfPrJ&#10;&#10;Xem thêm các bộ phim chiếu trên POPS Anime nhé: &#10;&#10;1. Đảo Hải Tặc - One Piece - Trọn bộ lồng tiếng việt: https://goo.gl/wjLUM8 &#10;2. Phim Sailor Moon - Thủy Thủ Mặt Trăng trọn bồ lồng tiếng Việt hay nhất: https://bit.ly/2K884Mx&#10;3. Beyblade Burst - Vòng Xoáy Thần Tốc - Trọn Bộ Lồng Tiếng Việt: https://goo.gl/T721vj &#10;4. One Piece Siêu Clip Trọn bộ - Những Cuộc Phiêu Lưu Của Luffy Và Băng Mũ Rơm - Phim Hoạt Hình Nhật Bản: https://goo.gl/EWbpKz &#10;5. Phim Dragon Ball - Bảy Viên Ngọc Rồng trọn bộ lồng tiếng hay nhất: https://bit.ly/3b9vaOJ&#10;6. Superkar - Siêu Xe Biến Hình: https://goo.gl/hacGr1 &#10;7. Đảo Hải Tặc Bí Mật Vương Quốc Wano - One Piece Wano Land Arc: https://bit.ly/2XAkCEp&#10;8. GGO - Người Hùng Sân Cỏ - Trọn bộ 75 tập - Xem ngay: https://goo.gl/iZ88J9 &#10;9. Trọn Bộ Ben 10 Alien Force Mới Nhất 2020 Thuyết Minh Tiếng Việt: https://bit.ly/3cjZ2YU&#10;10. Trọn bộ Ben 10 (2016) Season 1&amp;2: https://bit.ly/2K4STE7&#10;&#10;▶️ Đăng ký kênh YouTube Learning For Kidz: https://www.youtube.com/c/learningforkidz&#10;▶️ Đăng ký kênh YouTube POPS Anime: https://www.youtube.com/c/popsanime&#10;▶️ Đăng ký kênh YouTube POPS Kids Junior: https://www.youtube.com/c/popskidsjunior&#10;▶️ Đăng ký kênh YouTube POPS Kids Music: https://www.youtube.com/c/popskidsmusic&#10;▶️ Đăng ký kênh YouTube POPS Kids: https://www.youtube.com/c/popskids&#10;▶️ Đăng ký kênh YouTube POPS Up: https://www.youtube.com/c/popsupchannel&#10;▶️ Đăng ký kênh YouTube Babyccino: https://www.youtube.com/c/babyccinotv&#10;▶️ Tham gia cộng đồng FB POPS Kids: https://www.facebook.com/pops.kids&#10;▶️ Tham gia cộng đồng FB POPS Anime: https://www.facebook.com/pops.anime&#10;▶️ Tham gia cộng đồng FB Thích Hoạt Hình: https://www.facebook.com/thichoathinh&#10;▶️ Tham gia cộng đồng group Mẹ Đẹp Thông Thái: https://www.facebook.com/groups/338036913815334/&#10;▶️ Theo dõi Instagram: https://www.instagram.com/pops_kids/ &#10;#conan #thamtulungdanhconan #popsanime" id="63" name="Google Shape;63;p14" title="Thám Tử Lừng Danh Conan - Tập 1 - Vụ Án Mạng Trên Tàu Lượn Siêu Tốc - Conan Lồng Tiếng Mới Nhất">
            <a:hlinkClick r:id="rId3"/>
          </p:cNvPr>
          <p:cNvPicPr preferRelativeResize="0"/>
          <p:nvPr/>
        </p:nvPicPr>
        <p:blipFill>
          <a:blip r:embed="rId4">
            <a:alphaModFix/>
          </a:blip>
          <a:stretch>
            <a:fillRect/>
          </a:stretch>
        </p:blipFill>
        <p:spPr>
          <a:xfrm>
            <a:off x="0" y="0"/>
            <a:ext cx="9144000"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
                                        </p:tgtEl>
                                        <p:attrNameLst>
                                          <p:attrName>style.visibility</p:attrName>
                                        </p:attrNameLst>
                                      </p:cBhvr>
                                      <p:to>
                                        <p:strVal val="visible"/>
                                      </p:to>
                                    </p:set>
                                    <p:animEffect filter="fade" transition="in">
                                      <p:cBhvr>
                                        <p:cTn dur="1000"/>
                                        <p:tgtEl>
                                          <p:spTgt spid="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just">
              <a:lnSpc>
                <a:spcPct val="115000"/>
              </a:lnSpc>
              <a:spcBef>
                <a:spcPts val="1800"/>
              </a:spcBef>
              <a:spcAft>
                <a:spcPts val="0"/>
              </a:spcAft>
              <a:buClr>
                <a:schemeClr val="dk1"/>
              </a:buClr>
              <a:buSzPts val="1100"/>
              <a:buFont typeface="Arial"/>
              <a:buNone/>
            </a:pPr>
            <a:r>
              <a:rPr b="1" lang="vi" sz="1700">
                <a:latin typeface="Times New Roman"/>
                <a:ea typeface="Times New Roman"/>
                <a:cs typeface="Times New Roman"/>
                <a:sym typeface="Times New Roman"/>
              </a:rPr>
              <a:t>1. Có cần trả phí khi xem thám tử lừng danh Conan thuyết minh full?</a:t>
            </a:r>
            <a:endParaRPr b="1" sz="1700">
              <a:latin typeface="Times New Roman"/>
              <a:ea typeface="Times New Roman"/>
              <a:cs typeface="Times New Roman"/>
              <a:sym typeface="Times New Roman"/>
            </a:endParaRPr>
          </a:p>
          <a:p>
            <a:pPr indent="0" lvl="0" marL="0" rtl="0" algn="l">
              <a:spcBef>
                <a:spcPts val="600"/>
              </a:spcBef>
              <a:spcAft>
                <a:spcPts val="0"/>
              </a:spcAft>
              <a:buNone/>
            </a:pPr>
            <a:r>
              <a:t/>
            </a:r>
            <a:endParaRPr/>
          </a:p>
        </p:txBody>
      </p:sp>
      <p:sp>
        <p:nvSpPr>
          <p:cNvPr id="69" name="Google Shape;69;p15"/>
          <p:cNvSpPr txBox="1"/>
          <p:nvPr>
            <p:ph idx="1" type="body"/>
          </p:nvPr>
        </p:nvSpPr>
        <p:spPr>
          <a:xfrm>
            <a:off x="311700" y="1204425"/>
            <a:ext cx="8520600" cy="3416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i="1" lang="vi" sz="1700">
                <a:solidFill>
                  <a:schemeClr val="dk1"/>
                </a:solidFill>
                <a:latin typeface="Times New Roman"/>
                <a:ea typeface="Times New Roman"/>
                <a:cs typeface="Times New Roman"/>
                <a:sym typeface="Times New Roman"/>
              </a:rPr>
              <a:t>Một trong những điều mà khá nhiều người yêu thích bộ phim thám tử lừng danh quan tâm đó là có phải trả phí khi xem không? Để biết liệu khi </a:t>
            </a:r>
            <a:r>
              <a:rPr i="1" lang="vi" sz="1700" u="sng">
                <a:solidFill>
                  <a:schemeClr val="hlink"/>
                </a:solidFill>
                <a:latin typeface="Times New Roman"/>
                <a:ea typeface="Times New Roman"/>
                <a:cs typeface="Times New Roman"/>
                <a:sym typeface="Times New Roman"/>
                <a:hlinkClick r:id="rId3"/>
              </a:rPr>
              <a:t>xem thám tử lừng danh Conan thuyết minh</a:t>
            </a:r>
            <a:r>
              <a:rPr i="1" lang="vi" sz="1700">
                <a:solidFill>
                  <a:schemeClr val="dk1"/>
                </a:solidFill>
                <a:latin typeface="Times New Roman"/>
                <a:ea typeface="Times New Roman"/>
                <a:cs typeface="Times New Roman"/>
                <a:sym typeface="Times New Roman"/>
              </a:rPr>
              <a:t> full có cần trả phí không và nên xem ở đâu chất lượng hãy cùng theo dõi ngay sau đây!</a:t>
            </a:r>
            <a:endParaRPr i="1" sz="17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b="1" sz="17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rPr lang="vi" sz="1700">
                <a:solidFill>
                  <a:schemeClr val="dk1"/>
                </a:solidFill>
                <a:latin typeface="Times New Roman"/>
                <a:ea typeface="Times New Roman"/>
                <a:cs typeface="Times New Roman"/>
                <a:sym typeface="Times New Roman"/>
              </a:rPr>
              <a:t>Thám tử lừng danh Conan là bộ phim hoạt hình trinh thám của Nhật Bản cực kỳ nổi tiếng. Vì vậy, đã có không ít website xem phim online đăng tải bản thuyết minh của series phim này. Cụ thể, khi xem phim Conan online có phải trả phí không thì còn tùy thuộc vào bạn xem trên nền tảng website nào. Hiện nay, có rất nhiều website cho phép người xem được xem phim </a:t>
            </a:r>
            <a:r>
              <a:rPr b="1" lang="vi" sz="1700">
                <a:solidFill>
                  <a:schemeClr val="dk1"/>
                </a:solidFill>
                <a:latin typeface="Times New Roman"/>
                <a:ea typeface="Times New Roman"/>
                <a:cs typeface="Times New Roman"/>
                <a:sym typeface="Times New Roman"/>
              </a:rPr>
              <a:t>thám tử lừng danh Conan thuyết minh full</a:t>
            </a:r>
            <a:r>
              <a:rPr lang="vi" sz="1700">
                <a:solidFill>
                  <a:schemeClr val="dk1"/>
                </a:solidFill>
                <a:latin typeface="Times New Roman"/>
                <a:ea typeface="Times New Roman"/>
                <a:cs typeface="Times New Roman"/>
                <a:sym typeface="Times New Roman"/>
              </a:rPr>
              <a:t> miễn phí. Nhưng cũng có một số website yêu cầu trả phí khi xem.</a:t>
            </a:r>
            <a:endParaRPr sz="1700">
              <a:solidFill>
                <a:schemeClr val="dk1"/>
              </a:solidFill>
              <a:latin typeface="Times New Roman"/>
              <a:ea typeface="Times New Roman"/>
              <a:cs typeface="Times New Roman"/>
              <a:sym typeface="Times New Roman"/>
            </a:endParaRPr>
          </a:p>
          <a:p>
            <a:pPr indent="0" lvl="0" marL="0" rtl="0" algn="l">
              <a:spcBef>
                <a:spcPts val="0"/>
              </a:spcBef>
              <a:spcAft>
                <a:spcPts val="16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just">
              <a:lnSpc>
                <a:spcPct val="115000"/>
              </a:lnSpc>
              <a:spcBef>
                <a:spcPts val="1800"/>
              </a:spcBef>
              <a:spcAft>
                <a:spcPts val="0"/>
              </a:spcAft>
              <a:buClr>
                <a:schemeClr val="dk1"/>
              </a:buClr>
              <a:buSzPts val="1100"/>
              <a:buFont typeface="Arial"/>
              <a:buNone/>
            </a:pPr>
            <a:r>
              <a:rPr b="1" lang="vi" sz="2000">
                <a:latin typeface="Times New Roman"/>
                <a:ea typeface="Times New Roman"/>
                <a:cs typeface="Times New Roman"/>
                <a:sym typeface="Times New Roman"/>
              </a:rPr>
              <a:t>2. Nên xem phim thám tử lừng danh Conan thuyết minh full hay vietsub?</a:t>
            </a:r>
            <a:endParaRPr b="1" sz="2000">
              <a:latin typeface="Times New Roman"/>
              <a:ea typeface="Times New Roman"/>
              <a:cs typeface="Times New Roman"/>
              <a:sym typeface="Times New Roman"/>
            </a:endParaRPr>
          </a:p>
          <a:p>
            <a:pPr indent="0" lvl="0" marL="0" rtl="0" algn="l">
              <a:spcBef>
                <a:spcPts val="600"/>
              </a:spcBef>
              <a:spcAft>
                <a:spcPts val="0"/>
              </a:spcAft>
              <a:buNone/>
            </a:pPr>
            <a:r>
              <a:t/>
            </a:r>
            <a:endParaRPr/>
          </a:p>
        </p:txBody>
      </p:sp>
      <p:sp>
        <p:nvSpPr>
          <p:cNvPr id="75" name="Google Shape;75;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vi" sz="2100">
                <a:solidFill>
                  <a:schemeClr val="dk1"/>
                </a:solidFill>
                <a:latin typeface="Times New Roman"/>
                <a:ea typeface="Times New Roman"/>
                <a:cs typeface="Times New Roman"/>
                <a:sym typeface="Times New Roman"/>
              </a:rPr>
              <a:t>Điều này còn tùy thuộc vào sở thích của mỗi người. Có người thích xem bản vietsub nhưng cũng có người “lười” đọc vietsub nên thích xem bản thuyết minh. Về cơ bản thì chỉ cần chọn website phim online uy tín thì chất lượng phim thám tử lừng danh Conan vietsub hay thuyết minh cũng không có gì khác biệt.</a:t>
            </a:r>
            <a:endParaRPr sz="21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21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rPr lang="vi" sz="2100">
                <a:solidFill>
                  <a:schemeClr val="dk1"/>
                </a:solidFill>
                <a:latin typeface="Times New Roman"/>
                <a:ea typeface="Times New Roman"/>
                <a:cs typeface="Times New Roman"/>
                <a:sym typeface="Times New Roman"/>
              </a:rPr>
              <a:t>Xem bản đồ đến </a:t>
            </a:r>
            <a:r>
              <a:rPr b="1" lang="vi" sz="2100">
                <a:solidFill>
                  <a:schemeClr val="dk1"/>
                </a:solidFill>
                <a:latin typeface="Times New Roman"/>
                <a:ea typeface="Times New Roman"/>
                <a:cs typeface="Times New Roman"/>
                <a:sym typeface="Times New Roman"/>
              </a:rPr>
              <a:t>POPS App VN</a:t>
            </a:r>
            <a:r>
              <a:rPr lang="vi" sz="2100">
                <a:solidFill>
                  <a:schemeClr val="dk1"/>
                </a:solidFill>
                <a:latin typeface="Times New Roman"/>
                <a:ea typeface="Times New Roman"/>
                <a:cs typeface="Times New Roman"/>
                <a:sym typeface="Times New Roman"/>
              </a:rPr>
              <a:t> tại đây:</a:t>
            </a:r>
            <a:endParaRPr sz="21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rPr lang="vi" u="sng">
                <a:solidFill>
                  <a:schemeClr val="hlink"/>
                </a:solidFill>
                <a:latin typeface="Times New Roman"/>
                <a:ea typeface="Times New Roman"/>
                <a:cs typeface="Times New Roman"/>
                <a:sym typeface="Times New Roman"/>
                <a:hlinkClick r:id="rId3"/>
              </a:rPr>
              <a:t>https://www.google.com/maps/d/u/3/edit?mid=1b0VTGCwRNsTr7fddpQ-3DNtgEkvwRg4e&amp;usp=sharing</a:t>
            </a:r>
            <a:endParaRPr sz="2800">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just">
              <a:lnSpc>
                <a:spcPct val="115000"/>
              </a:lnSpc>
              <a:spcBef>
                <a:spcPts val="1800"/>
              </a:spcBef>
              <a:spcAft>
                <a:spcPts val="0"/>
              </a:spcAft>
              <a:buClr>
                <a:schemeClr val="dk1"/>
              </a:buClr>
              <a:buSzPts val="1100"/>
              <a:buFont typeface="Arial"/>
              <a:buNone/>
            </a:pPr>
            <a:r>
              <a:rPr b="1" lang="vi" sz="2000">
                <a:latin typeface="Times New Roman"/>
                <a:ea typeface="Times New Roman"/>
                <a:cs typeface="Times New Roman"/>
                <a:sym typeface="Times New Roman"/>
              </a:rPr>
              <a:t>3. Địa chỉ xem phim thám tử lừng danh Conan thuyết minh full chất lượng?</a:t>
            </a:r>
            <a:endParaRPr b="1" sz="2000">
              <a:latin typeface="Times New Roman"/>
              <a:ea typeface="Times New Roman"/>
              <a:cs typeface="Times New Roman"/>
              <a:sym typeface="Times New Roman"/>
            </a:endParaRPr>
          </a:p>
          <a:p>
            <a:pPr indent="0" lvl="0" marL="0" rtl="0" algn="l">
              <a:spcBef>
                <a:spcPts val="600"/>
              </a:spcBef>
              <a:spcAft>
                <a:spcPts val="0"/>
              </a:spcAft>
              <a:buNone/>
            </a:pPr>
            <a:r>
              <a:t/>
            </a:r>
            <a:endParaRPr/>
          </a:p>
        </p:txBody>
      </p:sp>
      <p:sp>
        <p:nvSpPr>
          <p:cNvPr id="81" name="Google Shape;81;p1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lang="vi" sz="1600">
                <a:solidFill>
                  <a:schemeClr val="dk1"/>
                </a:solidFill>
                <a:latin typeface="Times New Roman"/>
                <a:ea typeface="Times New Roman"/>
                <a:cs typeface="Times New Roman"/>
                <a:sym typeface="Times New Roman"/>
              </a:rPr>
              <a:t>Vậy đâu là website xem phim </a:t>
            </a:r>
            <a:r>
              <a:rPr b="1" lang="vi" sz="1600" u="sng">
                <a:solidFill>
                  <a:schemeClr val="hlink"/>
                </a:solidFill>
                <a:latin typeface="Times New Roman"/>
                <a:ea typeface="Times New Roman"/>
                <a:cs typeface="Times New Roman"/>
                <a:sym typeface="Times New Roman"/>
                <a:hlinkClick r:id="rId3"/>
              </a:rPr>
              <a:t>thám tử lừng danh Conan thuyết minh full</a:t>
            </a:r>
            <a:r>
              <a:rPr b="1" lang="vi" sz="1600">
                <a:solidFill>
                  <a:schemeClr val="dk1"/>
                </a:solidFill>
                <a:latin typeface="Times New Roman"/>
                <a:ea typeface="Times New Roman"/>
                <a:cs typeface="Times New Roman"/>
                <a:sym typeface="Times New Roman"/>
              </a:rPr>
              <a:t> </a:t>
            </a:r>
            <a:r>
              <a:rPr lang="vi" sz="1600">
                <a:solidFill>
                  <a:schemeClr val="dk1"/>
                </a:solidFill>
                <a:latin typeface="Times New Roman"/>
                <a:ea typeface="Times New Roman"/>
                <a:cs typeface="Times New Roman"/>
                <a:sym typeface="Times New Roman"/>
              </a:rPr>
              <a:t>chất lượng? Mặc dù hiện nay có không ít website đăng tải series phim này nhưng nói tới chất lượng thì có thể kể tới Pops.vn. Khi xem tại Pops đảm bảo:</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Cập nhật nhanh nhất các tập phim Conan mới nhất</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Chất lượng hình ảnh full HD cực sắc nét, âm thanh sống động</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Tốc độ load trang nhanh, phim mượt, không giật, lag </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Xem phim hoàn toàn miễn phí </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Tương thích với hầu hết mọi thiết bị điện tử </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Đa dạng các thể loại giải trí thú vị khác</a:t>
            </a:r>
            <a:endParaRPr sz="16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rPr lang="vi" sz="1600">
                <a:solidFill>
                  <a:schemeClr val="dk1"/>
                </a:solidFill>
                <a:latin typeface="Times New Roman"/>
                <a:ea typeface="Times New Roman"/>
                <a:cs typeface="Times New Roman"/>
                <a:sym typeface="Times New Roman"/>
              </a:rPr>
              <a:t>Vì vậy, nếu các bạn đang muốn xem</a:t>
            </a:r>
            <a:r>
              <a:rPr b="1" lang="vi" sz="1600">
                <a:solidFill>
                  <a:schemeClr val="dk1"/>
                </a:solidFill>
                <a:latin typeface="Times New Roman"/>
                <a:ea typeface="Times New Roman"/>
                <a:cs typeface="Times New Roman"/>
                <a:sym typeface="Times New Roman"/>
              </a:rPr>
              <a:t> thám tử lừng danh Conan thuyết minh full</a:t>
            </a:r>
            <a:r>
              <a:rPr lang="vi" sz="1600">
                <a:solidFill>
                  <a:schemeClr val="dk1"/>
                </a:solidFill>
                <a:latin typeface="Times New Roman"/>
                <a:ea typeface="Times New Roman"/>
                <a:cs typeface="Times New Roman"/>
                <a:sym typeface="Times New Roman"/>
              </a:rPr>
              <a:t> chất lượng hãy truy cập ngay website Pops.vn. Đảm bảo Pops sẽ mang đến sự hài lòng tuyệt đối cho người xem.</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16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