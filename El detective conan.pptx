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reloj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 NOTAS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conocido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dibujos animados conan dibujos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animados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película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 cine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en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conan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conocedor de películas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visita famoso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detectives famosas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películas de conan expresado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dibujos animados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t Su propia sangre cómic completa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animacion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con voz</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películas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NOTAS renombrado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de dibujos animados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un anime 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anime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famosodetectives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involucrado tu famosa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episodio de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NOTAS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completa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dibujos animados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historietas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historietas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cerrado Caso cerrado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de detectives l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pulmón famoso largo tiem</a:t>
            </a:r>
            <a:endParaRPr>
              <a:solidFill>
                <a:schemeClr val="dk1"/>
              </a:solidFill>
            </a:endParaRPr>
          </a:p>
          <a:p>
            <a:pPr indent="0" lvl="0" marL="0" rtl="0" algn="l">
              <a:spcBef>
                <a:spcPts val="0"/>
              </a:spcBef>
              <a:spcAft>
                <a:spcPts val="0"/>
              </a:spcAft>
              <a:buNone/>
            </a:pPr>
            <a:r>
              <a:rPr lang="vi">
                <a:solidFill>
                  <a:schemeClr val="dk1"/>
                </a:solidFill>
              </a:rPr>
              <a:t>famoso detective conan locución vietnamita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reloj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 NOTAS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conocido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dibujos animados conan dibujos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animados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película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 cine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en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conan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conocedor de películas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visita famoso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detectives famosas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películas de conan expresado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dibujos animados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t Su propia sangre cómic completa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animacion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con voz</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películas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NOTAS renombrado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de dibujos animados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un anime 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anime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famosodetectives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involucrado tu famosa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episodio de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NOTAS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completa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dibujos animados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historietas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historietas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cerrado Caso cerrado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de detectives l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pulmón famoso largo tiem</a:t>
            </a:r>
            <a:endParaRPr>
              <a:solidFill>
                <a:schemeClr val="dk1"/>
              </a:solidFill>
            </a:endParaRPr>
          </a:p>
          <a:p>
            <a:pPr indent="0" lvl="0" marL="0" rtl="0" algn="l">
              <a:spcBef>
                <a:spcPts val="0"/>
              </a:spcBef>
              <a:spcAft>
                <a:spcPts val="0"/>
              </a:spcAft>
              <a:buNone/>
            </a:pPr>
            <a:r>
              <a:rPr lang="vi">
                <a:solidFill>
                  <a:schemeClr val="dk1"/>
                </a:solidFill>
              </a:rPr>
              <a:t>famoso detective conan locución vietnamita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reloj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 NOTAS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conocido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dibujos animados conan dibujos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animados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película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 cine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en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conan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conocedor de películas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visita famoso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detectives famosas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películas de conan expresado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dibujos animados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t Su propia sangre cómic completa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animacion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con voz</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películas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NOTAS renombrado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de dibujos animados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un anime 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anime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famosodetectives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involucrado tu famosa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episodio de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NOTAS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completa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dibujos animados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historietas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historietas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cerrado Caso cerrado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de detectives l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pulmón famoso largo tiem</a:t>
            </a:r>
            <a:endParaRPr>
              <a:solidFill>
                <a:schemeClr val="dk1"/>
              </a:solidFill>
            </a:endParaRPr>
          </a:p>
          <a:p>
            <a:pPr indent="0" lvl="0" marL="0" rtl="0" algn="l">
              <a:spcBef>
                <a:spcPts val="0"/>
              </a:spcBef>
              <a:spcAft>
                <a:spcPts val="0"/>
              </a:spcAft>
              <a:buNone/>
            </a:pPr>
            <a:r>
              <a:rPr lang="vi">
                <a:solidFill>
                  <a:schemeClr val="dk1"/>
                </a:solidFill>
              </a:rPr>
              <a:t>famoso detective conan locución vietnamita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reloj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 NOTAS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conocido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dibujos animados conan dibujos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animados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película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 cine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en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conan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conocedor de películas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visita famoso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detectives famosas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películas de conan expresado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dibujos animados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t Su propia sangre cómic completa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animacion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con voz</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películas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NOTAS renombrado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de dibujos animados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un anime 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anime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famosodetectives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involucrado tu famosa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episodio de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NOTAS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completa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dibujos animados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historietas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historietas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cerrado Caso cerrado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de detectives l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pulmón famoso largo tiem</a:t>
            </a:r>
            <a:endParaRPr>
              <a:solidFill>
                <a:schemeClr val="dk1"/>
              </a:solidFill>
            </a:endParaRPr>
          </a:p>
          <a:p>
            <a:pPr indent="0" lvl="0" marL="0" rtl="0" algn="l">
              <a:spcBef>
                <a:spcPts val="0"/>
              </a:spcBef>
              <a:spcAft>
                <a:spcPts val="0"/>
              </a:spcAft>
              <a:buNone/>
            </a:pPr>
            <a:r>
              <a:rPr lang="vi">
                <a:solidFill>
                  <a:schemeClr val="dk1"/>
                </a:solidFill>
              </a:rPr>
              <a:t>famoso detective conan locución vietnamita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reloj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completo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famoso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 NOTAS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conocido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dibujos animados conan dibujos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animados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película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 cine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en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conan famoso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conocedor de películas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visita famoso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detectives famosas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películas de conan expresado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dibujos animados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t Su propia sangre cómic completa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animacion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 con voz</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películas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ver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NOTAS renombrado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de dibujos animados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un anime 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anime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famosodetectives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involucrado tu famosa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episodio de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NOTAS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caricatura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famoso completa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conan detective famoso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viendo dibujos animados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historietas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historietas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Caso episodio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cerrado Caso cerrado Caso cerrado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película de detectives l famoso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pulmón famoso largo tiem</a:t>
            </a:r>
            <a:endParaRPr>
              <a:solidFill>
                <a:schemeClr val="dk1"/>
              </a:solidFill>
            </a:endParaRPr>
          </a:p>
          <a:p>
            <a:pPr indent="0" lvl="0" marL="0" rtl="0" algn="l">
              <a:spcBef>
                <a:spcPts val="0"/>
              </a:spcBef>
              <a:spcAft>
                <a:spcPts val="0"/>
              </a:spcAft>
              <a:buNone/>
            </a:pPr>
            <a:r>
              <a:rPr lang="vi">
                <a:solidFill>
                  <a:schemeClr val="dk1"/>
                </a:solidFill>
              </a:rPr>
              <a:t>famoso detective conan locución vietnamita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El detective conan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¿Necesitas pagar por ver al detective Conan apodado completo?</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Una cosa que muchas personas que aman al famoso detective Conan quieren saber es si cuesta verlo. Para saber si “ver la película de doblaje del detective Conan” cuesta o no, y qué plataforma proporciona servicios de alta calidad, ¡estad atentos!</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Detective Conan es una animación de detectives japonesa extremadamente popular. Como resultado, no hay sitios de películas en línea que carguen la versión de doblaje de la serie. Específicamente, si paga una tarifa para ver películas de Conan en línea, depende de usted verlas en qué sitio web. Actualmente, hay muchos sitios web que permiten a los usuarios ver Detective Conan vietsub de forma gratuita. Pero también hay algunos sitios web que requieren pago para verlos.</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¿Cuál elegir entre Detective Conan vietsub y versión doblada?</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Esto depende de tus favoritos. A algunas personas les gusta ver la versión vietsub, pero también hay personas a las que les da pereza leer el sub y prefieren ver la versión doblada. En conclusión, simplemente elija un sitio web de películas en línea de buena reputación, entonces la calidad del detective Conan subtitulado o apodado no es diferente.</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319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Sitio web de alta calidad que ofrece a Detective Conan</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878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Entonces, ¿qué sitios web ofrecen películas dobladas de Detective Conan de alta calidad? Aunque hay muchos sitios web que han subido esta serie, uno de los mejores es pops.vn. Compromiso de Popsvn: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Actualización más rápida sobre nuevos episodios de Conan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Películas full HD de alta calidad, sonido vívido</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Conexión rápida, sin retrasos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Completamente libre</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Adaptado a todos los dispositivos electrónicos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Variedad de entretenimiento diferente</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Entonces, si desea ver el título completo de Detective Conan, acceda al sitio web Pops.vn. ¡No te fallaremos!</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