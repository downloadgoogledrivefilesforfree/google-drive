
<file path=[Content_Types].xml><?xml version="1.0" encoding="utf-8"?>
<Types xmlns="http://schemas.openxmlformats.org/package/2006/content-types">
  <Default ContentType="image/jpeg" Extension="jpg"/>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10" Type="http://schemas.openxmlformats.org/officeDocument/2006/relationships/slide" Target="slides/slide5.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youtu.be/p90V7QNJuX8" TargetMode="Externa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berühmter Detektiv</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Detektiv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Uhr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voll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berühmter Detektiv</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 ANMERKUNGEN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 bekannt Vietnam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berühmter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Detektiv Detan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Uhr Cartoons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Filmkino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Vietnamesisch</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anime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berühmter Detektiv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auf berühmte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beobachtet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berühmte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beobachten berühmtendetective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FilmKenner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Besuch berühmte 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beobachten conan berühmte Detektiv</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Filme CONAN stimmige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Karikaturen Fall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berühmter Detektiv über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berühmter Detektiv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siehe Fall Geschlossener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t Sein eigenes Blut-Comic vollständige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Animation Fall Geschlossener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Geschlossene stimmhafte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Filme ansehen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Fall Geschlossener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Berühmter Detektiv Episodenuhr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 renommierte 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Fall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 nime conan berühmter Detektiv</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tron ​​boansehen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berühmter Detektiv</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AnimeFall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 berühmtes Detektivdrama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beteiligt tu berühmten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berühmte Detektiv Episode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ANMERKUNGEN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Fall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Modularer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berühmter Detektiv</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Online Conan berühmter Detektiv</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Zeichentrickfilme ansehen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Geschlossene Episode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Geschlossener Fall Geschlossener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Detektiv Film l Berühmter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Lunge Berühmter langer Tieng</a:t>
            </a:r>
            <a:endParaRPr>
              <a:solidFill>
                <a:schemeClr val="dk1"/>
              </a:solidFill>
            </a:endParaRPr>
          </a:p>
          <a:p>
            <a:pPr indent="0" lvl="0" marL="0" rtl="0" algn="l">
              <a:spcBef>
                <a:spcPts val="0"/>
              </a:spcBef>
              <a:spcAft>
                <a:spcPts val="0"/>
              </a:spcAft>
              <a:buNone/>
            </a:pPr>
            <a:r>
              <a:rPr lang="vi">
                <a:solidFill>
                  <a:schemeClr val="dk1"/>
                </a:solidFill>
              </a:rPr>
              <a:t>Berühmter Detektiv Conan Vietnamesischer Voice-Over</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a108337f6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a108337f6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berühmter Detektiv</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Detektiv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Uhr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voll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berühmter Detektiv</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 ANMERKUNGEN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 bekannt Vietnam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berühmter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Detektiv Detan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Uhr Cartoons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Filmkino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Vietnamesisch</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anime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berühmter Detektiv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auf berühmte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beobachtet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berühmte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beobachten berühmtendetective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FilmKenner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Besuch berühmte 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beobachten conan berühmte Detektiv</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Filme CONAN stimmige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Karikaturen Fall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berühmter Detektiv über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berühmter Detektiv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siehe Fall Geschlossener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t Sein eigenes Blut-Comic vollständige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Animation Fall Geschlossener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Geschlossene stimmhafte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Filme ansehen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Fall Geschlossener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Berühmter Detektiv Episodenuhr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 renommierte 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Fall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 nime conan berühmter Detektiv</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tron ​​boansehen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berühmter Detektiv</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AnimeFall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 berühmtes Detektivdrama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beteiligt tu berühmten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berühmte Detektiv Episode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ANMERKUNGEN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Fall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Modularer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berühmter Detektiv</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Online Conan berühmter Detektiv</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Zeichentrickfilme ansehen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Geschlossene Episode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Geschlossener Fall Geschlossener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Detektiv Film l Berühmter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Lunge Berühmter langer Tieng</a:t>
            </a:r>
            <a:endParaRPr>
              <a:solidFill>
                <a:schemeClr val="dk1"/>
              </a:solidFill>
            </a:endParaRPr>
          </a:p>
          <a:p>
            <a:pPr indent="0" lvl="0" marL="0" rtl="0" algn="l">
              <a:spcBef>
                <a:spcPts val="0"/>
              </a:spcBef>
              <a:spcAft>
                <a:spcPts val="0"/>
              </a:spcAft>
              <a:buNone/>
            </a:pPr>
            <a:r>
              <a:rPr lang="vi">
                <a:solidFill>
                  <a:schemeClr val="dk1"/>
                </a:solidFill>
              </a:rPr>
              <a:t>Berühmter Detektiv Conan Vietnamesischer Voice-Over</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a108337f6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a108337f6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berühmter Detektiv</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Detektiv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Uhr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voll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berühmter Detektiv</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 ANMERKUNGEN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 bekannt Vietnam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berühmter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Detektiv Detan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Uhr Cartoons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Filmkino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Vietnamesisch</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anime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berühmter Detektiv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auf berühmte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beobachtet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berühmte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beobachten berühmtendetective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FilmKenner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Besuch berühmte 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beobachten conan berühmte Detektiv</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Filme CONAN stimmige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Karikaturen Fall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berühmter Detektiv über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berühmter Detektiv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siehe Fall Geschlossener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t Sein eigenes Blut-Comic vollständige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Animation Fall Geschlossener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Geschlossene stimmhafte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Filme ansehen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Fall Geschlossener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Berühmter Detektiv Episodenuhr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 renommierte 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Fall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 nime conan berühmter Detektiv</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tron ​​boansehen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berühmter Detektiv</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AnimeFall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 berühmtes Detektivdrama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beteiligt tu berühmten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berühmte Detektiv Episode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ANMERKUNGEN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Fall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Modularer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berühmter Detektiv</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Online Conan berühmter Detektiv</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Zeichentrickfilme ansehen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Geschlossene Episode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Geschlossener Fall Geschlossener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Detektiv Film l Berühmter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Lunge Berühmter langer Tieng</a:t>
            </a:r>
            <a:endParaRPr>
              <a:solidFill>
                <a:schemeClr val="dk1"/>
              </a:solidFill>
            </a:endParaRPr>
          </a:p>
          <a:p>
            <a:pPr indent="0" lvl="0" marL="0" rtl="0" algn="l">
              <a:spcBef>
                <a:spcPts val="0"/>
              </a:spcBef>
              <a:spcAft>
                <a:spcPts val="0"/>
              </a:spcAft>
              <a:buNone/>
            </a:pPr>
            <a:r>
              <a:rPr lang="vi">
                <a:solidFill>
                  <a:schemeClr val="dk1"/>
                </a:solidFill>
              </a:rPr>
              <a:t>Berühmter Detektiv Conan Vietnamesischer Voice-Over</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a108337f6a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a108337f6a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berühmter Detektiv</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Detektiv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Uhr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voll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berühmter Detektiv</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 ANMERKUNGEN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 bekannt Vietnam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berühmter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Detektiv Detan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Uhr Cartoons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Filmkino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Vietnamesisch</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anime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berühmter Detektiv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auf berühmte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beobachtet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berühmte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beobachten berühmtendetective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FilmKenner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Besuch berühmte 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beobachten conan berühmte Detektiv</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Filme CONAN stimmige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Karikaturen Fall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berühmter Detektiv über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berühmter Detektiv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siehe Fall Geschlossener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t Sein eigenes Blut-Comic vollständige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Animation Fall Geschlossener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Geschlossene stimmhafte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Filme ansehen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Fall Geschlossener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Berühmter Detektiv Episodenuhr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 renommierte 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Fall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 nime conan berühmter Detektiv</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tron ​​boansehen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berühmter Detektiv</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AnimeFall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 berühmtes Detektivdrama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beteiligt tu berühmten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berühmte Detektiv Episode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ANMERKUNGEN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Fall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Modularer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berühmter Detektiv</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Online Conan berühmter Detektiv</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Zeichentrickfilme ansehen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Geschlossene Episode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Geschlossener Fall Geschlossener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Detektiv Film l Berühmter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Lunge Berühmter langer Tieng</a:t>
            </a:r>
            <a:endParaRPr>
              <a:solidFill>
                <a:schemeClr val="dk1"/>
              </a:solidFill>
            </a:endParaRPr>
          </a:p>
          <a:p>
            <a:pPr indent="0" lvl="0" marL="0" rtl="0" algn="l">
              <a:spcBef>
                <a:spcPts val="0"/>
              </a:spcBef>
              <a:spcAft>
                <a:spcPts val="0"/>
              </a:spcAft>
              <a:buNone/>
            </a:pPr>
            <a:r>
              <a:rPr lang="vi">
                <a:solidFill>
                  <a:schemeClr val="dk1"/>
                </a:solidFill>
              </a:rPr>
              <a:t>Berühmter Detektiv Conan Vietnamesischer Voice-Over</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a108337f6a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a108337f6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vi" u="sng">
                <a:solidFill>
                  <a:schemeClr val="hlink"/>
                </a:solidFill>
                <a:hlinkClick r:id="rId2"/>
              </a:rPr>
              <a:t>https://youtu.be/p90V7QNJuX8</a:t>
            </a:r>
            <a:endParaRPr u="sng">
              <a:solidFill>
                <a:schemeClr val="hlink"/>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berühmter Detektiv</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Detektiv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Uhr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voll</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berühmter Detektiv</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 ANMERKUNGEN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 bekannt Vietnam</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berühmter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Detektiv Detan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Uhr Cartoons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Filmkino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Vietnamesisch</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anime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 Closed</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CaseModular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berühmter Detektiv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auf berühmte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beobachtet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berühmte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beobachten berühmtendetective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FilmKenner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tron tron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tu</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Besuch berühmte conan tuan thuyet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beobachten conan berühmte Detektiv</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Filme CONAN stimmige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moi nhat</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Karikaturen Fall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 vietsub</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tron bo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berühmter Detektiv über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berühmter Detektiv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siehe Fall Geschlossener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t Sein eigenes Blut-Comic vollständige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Animation Fall Geschlossener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Geschlossene stimmhafte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Filme ansehen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Fall Geschlossener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Berühmter Detektiv Episodenuhr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vietsub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take tu renommierte NOTES</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Fall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 nime conan berühmter Detektiv</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tron ​​boansehen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berühmter Detektiv</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AnimeFall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Connan berühmtes Detektivdrama</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beteiligt tu berühmten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berühmte Detektiv Episode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conan ANMERKUNGEN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Fall geschlossen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Modularer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Anime Conan Tron Bo</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berühmter Detektiv</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Film Online Conan berühmter Detektiv</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Zeichentrickfilme ansehen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Hoat Hinh Conan Comic</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Cartoons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Geschlossene Episode</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Fall Geschlossener Fall Geschlossener</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Detektiv Film l Berühmter Conan</a:t>
            </a:r>
            <a:endParaRPr>
              <a:solidFill>
                <a:schemeClr val="dk1"/>
              </a:solidFill>
            </a:endParaRPr>
          </a:p>
          <a:p>
            <a:pPr indent="0" lvl="0" marL="0" rtl="0" algn="l">
              <a:spcBef>
                <a:spcPts val="0"/>
              </a:spcBef>
              <a:spcAft>
                <a:spcPts val="0"/>
              </a:spcAft>
              <a:buClr>
                <a:schemeClr val="dk1"/>
              </a:buClr>
              <a:buSzPts val="1100"/>
              <a:buFont typeface="Arial"/>
              <a:buNone/>
            </a:pPr>
            <a:r>
              <a:rPr lang="vi">
                <a:solidFill>
                  <a:schemeClr val="dk1"/>
                </a:solidFill>
              </a:rPr>
              <a:t>Conan Tu Lunge Berühmter langer Tieng</a:t>
            </a:r>
            <a:endParaRPr>
              <a:solidFill>
                <a:schemeClr val="dk1"/>
              </a:solidFill>
            </a:endParaRPr>
          </a:p>
          <a:p>
            <a:pPr indent="0" lvl="0" marL="0" rtl="0" algn="l">
              <a:spcBef>
                <a:spcPts val="0"/>
              </a:spcBef>
              <a:spcAft>
                <a:spcPts val="0"/>
              </a:spcAft>
              <a:buNone/>
            </a:pPr>
            <a:r>
              <a:rPr lang="vi">
                <a:solidFill>
                  <a:schemeClr val="dk1"/>
                </a:solidFill>
              </a:rPr>
              <a:t>Berühmter Detektiv Conan Vietnamesischer Voice-Over</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vi"/>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vi"/>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hyperlink" Target="https://sites.google.com/view/pops-app-vn/series/tham-tu-lung-danh-conan-5e857135574ebb00334427a2" TargetMode="External"/><Relationship Id="rId4"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www.youtube.com/watch?v=p90V7QNJuX8" TargetMode="External"/><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www.google.com/maps/d/u/3/edit?mid=1b0VTGCwRNsTr7fddpQ-3DNtgEkvwRg4e&amp;usp=sharing"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docs.google.com/forms/d/1pm5NQeUnE96PpvTych5rV1rbAAAzCas1N_ihxN3OcC8/"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519150"/>
            <a:ext cx="8520600" cy="205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vi" u="sng">
                <a:solidFill>
                  <a:schemeClr val="hlink"/>
                </a:solidFill>
                <a:hlinkClick r:id="rId3"/>
              </a:rPr>
              <a:t>Detektiv Conan</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pic>
        <p:nvPicPr>
          <p:cNvPr id="56" name="Google Shape;56;p13"/>
          <p:cNvPicPr preferRelativeResize="0"/>
          <p:nvPr/>
        </p:nvPicPr>
        <p:blipFill>
          <a:blip r:embed="rId4">
            <a:alphaModFix/>
          </a:blip>
          <a:stretch>
            <a:fillRect/>
          </a:stretch>
        </p:blipFill>
        <p:spPr>
          <a:xfrm>
            <a:off x="762000" y="1428750"/>
            <a:ext cx="7620000" cy="30480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14"/>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t/>
            </a:r>
            <a:endParaRPr/>
          </a:p>
        </p:txBody>
      </p:sp>
      <p:pic>
        <p:nvPicPr>
          <p:cNvPr descr="▶️ Xem trọn bộ Conan trên ứng dụng POPS: https://bit.ly/Conan_PA &#10;▶️ Đăng ký ủng hộ POPS Anime nhé: https://goo.gl/TWfPrJ&#10;&#10;Thám Tử Lừng Danh Conan - Tập 1 - Vụ Án Mạng Trên Tàu Lượn Siêu Tốc - Conan Lồng Tiếng Mới Nhất&#10;&#10;Thám tử lừng danh Conan xoay quanh câu chuyện về chàng thám tử trung học Kudo Shinichi, trong một lần đang điều tra đã bị Tổ chức Áo Đen ép uống thuốc độc, khiến cho cơ thể của cậu bị teo nhỏ. Với thân hình của cậu học sinh lớp 1, Shinichi chuyển đến sống ở nhà của người bạn thuở niên thiếu Ran Mori cùng người bố Kogoro Mori. Tại đây, cậu dùng văn phòng thám tử của ông Kogoro để truy tìm tung tích của tổ chức Áo Đen đồng thời giúp ông phá nhiều vụ án dưới một thân phận mới là Conan Edogawa. &#10;&#10;------------------------&#10;Kênh POPS Anime&#10;Kênh hoạt hình trực tuyến phát sóng các bộ phim hoạt hình có bản quyền dành cho thiếu nhi. Kho phim gồm rất nhiều bộ Anime bom tấn với đủ các thể loại và liên tục cập nhật các bộ phim mới nhất mùa. &#10;Subscribe ngay để xem thêm nhiều hoạt hình hay: https://goo.gl/TWfPrJ&#10;&#10;Xem thêm các bộ phim chiếu trên POPS Anime nhé: &#10;&#10;1. Đảo Hải Tặc - One Piece - Trọn bộ lồng tiếng việt: https://goo.gl/wjLUM8 &#10;2. Phim Sailor Moon - Thủy Thủ Mặt Trăng trọn bồ lồng tiếng Việt hay nhất: https://bit.ly/2K884Mx&#10;3. Beyblade Burst - Vòng Xoáy Thần Tốc - Trọn Bộ Lồng Tiếng Việt: https://goo.gl/T721vj &#10;4. One Piece Siêu Clip Trọn bộ - Những Cuộc Phiêu Lưu Của Luffy Và Băng Mũ Rơm - Phim Hoạt Hình Nhật Bản: https://goo.gl/EWbpKz &#10;5. Phim Dragon Ball - Bảy Viên Ngọc Rồng trọn bộ lồng tiếng hay nhất: https://bit.ly/3b9vaOJ&#10;6. Superkar - Siêu Xe Biến Hình: https://goo.gl/hacGr1 &#10;7. Đảo Hải Tặc Bí Mật Vương Quốc Wano - One Piece Wano Land Arc: https://bit.ly/2XAkCEp&#10;8. GGO - Người Hùng Sân Cỏ - Trọn bộ 75 tập - Xem ngay: https://goo.gl/iZ88J9 &#10;9. Trọn Bộ Ben 10 Alien Force Mới Nhất 2020 Thuyết Minh Tiếng Việt: https://bit.ly/3cjZ2YU&#10;10. Trọn bộ Ben 10 (2016) Season 1&amp;2: https://bit.ly/2K4STE7&#10;&#10;▶️ Đăng ký kênh YouTube Learning For Kidz: https://www.youtube.com/c/learningforkidz&#10;▶️ Đăng ký kênh YouTube POPS Anime: https://www.youtube.com/c/popsanime&#10;▶️ Đăng ký kênh YouTube POPS Kids Junior: https://www.youtube.com/c/popskidsjunior&#10;▶️ Đăng ký kênh YouTube POPS Kids Music: https://www.youtube.com/c/popskidsmusic&#10;▶️ Đăng ký kênh YouTube POPS Kids: https://www.youtube.com/c/popskids&#10;▶️ Đăng ký kênh YouTube POPS Up: https://www.youtube.com/c/popsupchannel&#10;▶️ Đăng ký kênh YouTube Babyccino: https://www.youtube.com/c/babyccinotv&#10;▶️ Tham gia cộng đồng FB POPS Kids: https://www.facebook.com/pops.kids&#10;▶️ Tham gia cộng đồng FB POPS Anime: https://www.facebook.com/pops.anime&#10;▶️ Tham gia cộng đồng FB Thích Hoạt Hình: https://www.facebook.com/thichoathinh&#10;▶️ Tham gia cộng đồng group Mẹ Đẹp Thông Thái: https://www.facebook.com/groups/338036913815334/&#10;▶️ Theo dõi Instagram: https://www.instagram.com/pops_kids/ &#10;#conan #thamtulungdanhconan #popsanime" id="63" name="Google Shape;63;p14" title="Thám Tử Lừng Danh Conan - Tập 1 - Vụ Án Mạng Trên Tàu Lượn Siêu Tốc - Conan Lồng Tiếng Mới Nhất">
            <a:hlinkClick r:id="rId3"/>
          </p:cNvPr>
          <p:cNvPicPr preferRelativeResize="0"/>
          <p:nvPr/>
        </p:nvPicPr>
        <p:blipFill>
          <a:blip r:embed="rId4">
            <a:alphaModFix/>
          </a:blip>
          <a:stretch>
            <a:fillRect/>
          </a:stretch>
        </p:blipFill>
        <p:spPr>
          <a:xfrm>
            <a:off x="0" y="0"/>
            <a:ext cx="9144000" cy="5143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
                                        </p:tgtEl>
                                        <p:attrNameLst>
                                          <p:attrName>style.visibility</p:attrName>
                                        </p:attrNameLst>
                                      </p:cBhvr>
                                      <p:to>
                                        <p:strVal val="visible"/>
                                      </p:to>
                                    </p:set>
                                    <p:animEffect filter="fade" transition="in">
                                      <p:cBhvr>
                                        <p:cTn dur="1000"/>
                                        <p:tgtEl>
                                          <p:spTgt spid="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1700">
                <a:latin typeface="Times New Roman"/>
                <a:ea typeface="Times New Roman"/>
                <a:cs typeface="Times New Roman"/>
                <a:sym typeface="Times New Roman"/>
              </a:rPr>
              <a:t>1. Müssen Sie dafür bezahlen, dass Sie Detective Conan als voll synchronisiert ansehen?</a:t>
            </a:r>
            <a:endParaRPr b="1" sz="17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69" name="Google Shape;69;p15"/>
          <p:cNvSpPr txBox="1"/>
          <p:nvPr>
            <p:ph idx="1" type="body"/>
          </p:nvPr>
        </p:nvSpPr>
        <p:spPr>
          <a:xfrm>
            <a:off x="311700" y="120442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i="1" lang="vi" sz="1700">
                <a:solidFill>
                  <a:schemeClr val="dk1"/>
                </a:solidFill>
                <a:latin typeface="Times New Roman"/>
                <a:ea typeface="Times New Roman"/>
                <a:cs typeface="Times New Roman"/>
                <a:sym typeface="Times New Roman"/>
              </a:rPr>
              <a:t>One thing that a lot of people who love the famous detective Conan want to know is whether it costs fee to watch? To know whether “</a:t>
            </a:r>
            <a:r>
              <a:rPr i="1" lang="vi" sz="1700">
                <a:solidFill>
                  <a:schemeClr val="dk1"/>
                </a:solidFill>
                <a:latin typeface="Times New Roman"/>
                <a:ea typeface="Times New Roman"/>
                <a:cs typeface="Times New Roman"/>
                <a:sym typeface="Times New Roman"/>
              </a:rPr>
              <a:t>watching detective Conan dubbing film” </a:t>
            </a:r>
            <a:r>
              <a:rPr i="1" lang="vi" sz="1700">
                <a:solidFill>
                  <a:schemeClr val="dk1"/>
                </a:solidFill>
                <a:latin typeface="Times New Roman"/>
                <a:ea typeface="Times New Roman"/>
                <a:cs typeface="Times New Roman"/>
                <a:sym typeface="Times New Roman"/>
              </a:rPr>
              <a:t>cost fee or not and which platform provide the high quality services, stay tuned!</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rPr i="1" lang="vi" sz="1700">
                <a:solidFill>
                  <a:schemeClr val="dk1"/>
                </a:solidFill>
                <a:latin typeface="Times New Roman"/>
                <a:ea typeface="Times New Roman"/>
                <a:cs typeface="Times New Roman"/>
                <a:sym typeface="Times New Roman"/>
              </a:rPr>
              <a:t>Eine Sache, die viele Leute, die den berühmten Detektiv Conan lieben, wissen wollen, ist, ob das Anschauen eine Gebühr kostet. Um zu wissen, ob die Gebühr für das Anschauen von Detektiv-Conan-Synchronfilmen eine Gebühr kostet oder nicht und welche Plattform die qualitativ hochwertigen Dienste anbietet, bleiben Sie auf dem Laufenden!</a:t>
            </a:r>
            <a:endParaRPr i="1" sz="17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t/>
            </a:r>
            <a:endParaRPr i="1" sz="1700">
              <a:solidFill>
                <a:schemeClr val="dk1"/>
              </a:solidFill>
              <a:latin typeface="Times New Roman"/>
              <a:ea typeface="Times New Roman"/>
              <a:cs typeface="Times New Roman"/>
              <a:sym typeface="Times New Roman"/>
            </a:endParaRPr>
          </a:p>
          <a:p>
            <a:pPr indent="0" lvl="0" marL="0" rtl="0" algn="l">
              <a:spcBef>
                <a:spcPts val="0"/>
              </a:spcBef>
              <a:spcAft>
                <a:spcPts val="16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135175"/>
            <a:ext cx="8520600" cy="10173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2000">
                <a:latin typeface="Times New Roman"/>
                <a:ea typeface="Times New Roman"/>
                <a:cs typeface="Times New Roman"/>
                <a:sym typeface="Times New Roman"/>
              </a:rPr>
              <a:t>2. Was ist zwischen Detective Conan vietsub und Synchronversion zu wählen?</a:t>
            </a:r>
            <a:endParaRPr b="1" sz="20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75" name="Google Shape;75;p16"/>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None/>
            </a:pPr>
            <a:r>
              <a:rPr lang="vi" sz="2100">
                <a:solidFill>
                  <a:schemeClr val="dk1"/>
                </a:solidFill>
                <a:latin typeface="Times New Roman"/>
                <a:ea typeface="Times New Roman"/>
                <a:cs typeface="Times New Roman"/>
                <a:sym typeface="Times New Roman"/>
              </a:rPr>
              <a:t>Dies hängt von Ihren Favoriten ab. Einige Leute schauen sich gerne die vietsub-Version an, aber es gibt auch Leute, die faul sind, das Sub zu lesen und lieber die synchronisierte Version sehen. Abschließend wählen Sie einfach eine seriöse Online-Film-Website, dann ist die Qualität von Detective Conan Subbed oder Dubbed nicht anders.</a:t>
            </a:r>
            <a:endParaRPr sz="21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2100">
              <a:solidFill>
                <a:schemeClr val="dk1"/>
              </a:solidFill>
              <a:latin typeface="Times New Roman"/>
              <a:ea typeface="Times New Roman"/>
              <a:cs typeface="Times New Roman"/>
              <a:sym typeface="Times New Roman"/>
            </a:endParaRPr>
          </a:p>
          <a:p>
            <a:pPr indent="0" lvl="0" marL="0" rtl="0" algn="just">
              <a:spcBef>
                <a:spcPts val="0"/>
              </a:spcBef>
              <a:spcAft>
                <a:spcPts val="0"/>
              </a:spcAft>
              <a:buClr>
                <a:schemeClr val="dk1"/>
              </a:buClr>
              <a:buSzPts val="1100"/>
              <a:buFont typeface="Arial"/>
              <a:buNone/>
            </a:pPr>
            <a:r>
              <a:rPr lang="vi" u="sng">
                <a:solidFill>
                  <a:schemeClr val="hlink"/>
                </a:solidFill>
                <a:latin typeface="Times New Roman"/>
                <a:ea typeface="Times New Roman"/>
                <a:cs typeface="Times New Roman"/>
                <a:sym typeface="Times New Roman"/>
                <a:hlinkClick r:id="rId3"/>
              </a:rPr>
              <a:t>https://www.google.com/maps/d/u/3/edit?mid=1b0VTGCwRNsTr7fddpQ-3DNtgEkvwRg4e&amp;usp=sharing</a:t>
            </a:r>
            <a:endParaRPr sz="2800">
              <a:solidFill>
                <a:schemeClr val="dk1"/>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p>
            <a:pPr indent="0" lvl="0" marL="0" rtl="0" algn="just">
              <a:lnSpc>
                <a:spcPct val="115000"/>
              </a:lnSpc>
              <a:spcBef>
                <a:spcPts val="1800"/>
              </a:spcBef>
              <a:spcAft>
                <a:spcPts val="0"/>
              </a:spcAft>
              <a:buClr>
                <a:schemeClr val="dk1"/>
              </a:buClr>
              <a:buSzPts val="1100"/>
              <a:buFont typeface="Arial"/>
              <a:buNone/>
            </a:pPr>
            <a:r>
              <a:rPr b="1" lang="vi" sz="2000">
                <a:latin typeface="Times New Roman"/>
                <a:ea typeface="Times New Roman"/>
                <a:cs typeface="Times New Roman"/>
                <a:sym typeface="Times New Roman"/>
              </a:rPr>
              <a:t>3. Hochwertige Website, die Detective Conan synchronisiert</a:t>
            </a:r>
            <a:endParaRPr b="1" sz="2000">
              <a:latin typeface="Times New Roman"/>
              <a:ea typeface="Times New Roman"/>
              <a:cs typeface="Times New Roman"/>
              <a:sym typeface="Times New Roman"/>
            </a:endParaRPr>
          </a:p>
          <a:p>
            <a:pPr indent="0" lvl="0" marL="0" rtl="0" algn="l">
              <a:spcBef>
                <a:spcPts val="600"/>
              </a:spcBef>
              <a:spcAft>
                <a:spcPts val="0"/>
              </a:spcAft>
              <a:buNone/>
            </a:pPr>
            <a:r>
              <a:t/>
            </a:r>
            <a:endParaRPr/>
          </a:p>
        </p:txBody>
      </p:sp>
      <p:sp>
        <p:nvSpPr>
          <p:cNvPr id="81" name="Google Shape;81;p17"/>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just">
              <a:spcBef>
                <a:spcPts val="0"/>
              </a:spcBef>
              <a:spcAft>
                <a:spcPts val="0"/>
              </a:spcAft>
              <a:buClr>
                <a:schemeClr val="dk1"/>
              </a:buClr>
              <a:buSzPts val="1100"/>
              <a:buFont typeface="Arial"/>
              <a:buNone/>
            </a:pPr>
            <a:r>
              <a:rPr lang="vi" sz="1600">
                <a:solidFill>
                  <a:schemeClr val="dk1"/>
                </a:solidFill>
                <a:latin typeface="Times New Roman"/>
                <a:ea typeface="Times New Roman"/>
                <a:cs typeface="Times New Roman"/>
                <a:sym typeface="Times New Roman"/>
              </a:rPr>
              <a:t>Welche Websites bieten qualitativ hochwertige Filme von Detective Conan? Es gibt zwar viele Websites, die diese Serie hochgeladen haben, aber eine der besten ist pops.vn. Popsvns Engagement:</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Schnellstes Update für neue Conan-Episoden</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Hochwertige Full-HD-Filme, lebendiger Sound</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Schnelle Verbindung, keine Verzögerung</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Komplett frei</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An alle E-Geräte angepasst</a:t>
            </a:r>
            <a:endParaRPr sz="1600">
              <a:solidFill>
                <a:schemeClr val="dk1"/>
              </a:solidFill>
              <a:latin typeface="Times New Roman"/>
              <a:ea typeface="Times New Roman"/>
              <a:cs typeface="Times New Roman"/>
              <a:sym typeface="Times New Roman"/>
            </a:endParaRPr>
          </a:p>
          <a:p>
            <a:pPr indent="-330200" lvl="0" marL="457200" rtl="0" algn="just">
              <a:spcBef>
                <a:spcPts val="0"/>
              </a:spcBef>
              <a:spcAft>
                <a:spcPts val="0"/>
              </a:spcAft>
              <a:buClr>
                <a:schemeClr val="dk1"/>
              </a:buClr>
              <a:buSzPts val="1600"/>
              <a:buFont typeface="Times New Roman"/>
              <a:buChar char="●"/>
            </a:pPr>
            <a:r>
              <a:rPr lang="vi" sz="1600">
                <a:solidFill>
                  <a:schemeClr val="dk1"/>
                </a:solidFill>
                <a:latin typeface="Times New Roman"/>
                <a:ea typeface="Times New Roman"/>
                <a:cs typeface="Times New Roman"/>
                <a:sym typeface="Times New Roman"/>
              </a:rPr>
              <a:t>Vielzahl unterschiedlicher Unterhaltung</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vi" sz="1600">
                <a:solidFill>
                  <a:schemeClr val="dk1"/>
                </a:solidFill>
                <a:latin typeface="Times New Roman"/>
                <a:ea typeface="Times New Roman"/>
                <a:cs typeface="Times New Roman"/>
                <a:sym typeface="Times New Roman"/>
              </a:rPr>
              <a:t>Wenn Sie also sehen möchten, wie Detective Conan synchronisiert wird, greifen Sie bitte auf die Website Pops.vn zu. Wir werden dich nicht im Stich lassen!</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rPr lang="vi" sz="1600" u="sng">
                <a:solidFill>
                  <a:schemeClr val="hlink"/>
                </a:solidFill>
                <a:latin typeface="Times New Roman"/>
                <a:ea typeface="Times New Roman"/>
                <a:cs typeface="Times New Roman"/>
                <a:sym typeface="Times New Roman"/>
                <a:hlinkClick r:id="rId3"/>
              </a:rPr>
              <a:t>https://docs.google.com/forms/d/1pm5NQeUnE96PpvTych5rV1rbAAAzCas1N_ihxN3OcC8/</a:t>
            </a:r>
            <a:endParaRPr sz="1600">
              <a:solidFill>
                <a:schemeClr val="dk1"/>
              </a:solidFill>
              <a:latin typeface="Times New Roman"/>
              <a:ea typeface="Times New Roman"/>
              <a:cs typeface="Times New Roman"/>
              <a:sym typeface="Times New Roman"/>
            </a:endParaRPr>
          </a:p>
          <a:p>
            <a:pPr indent="0" lvl="0" marL="0" rtl="0" algn="just">
              <a:spcBef>
                <a:spcPts val="0"/>
              </a:spcBef>
              <a:spcAft>
                <a:spcPts val="0"/>
              </a:spcAft>
              <a:buNone/>
            </a:pPr>
            <a:r>
              <a:t/>
            </a:r>
            <a:endParaRPr sz="1600">
              <a:solidFill>
                <a:schemeClr val="dk1"/>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